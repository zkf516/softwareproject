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1" y="7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963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868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71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20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03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6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182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20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2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94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3300-6F43-4F34-856B-E51C62076B9F}" type="datetimeFigureOut">
              <a:rPr lang="zh-CN" altLang="en-US" smtClean="0"/>
              <a:t>2020/10/23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143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D3300-6F43-4F34-856B-E51C62076B9F}" type="datetimeFigureOut">
              <a:rPr lang="zh-CN" altLang="en-US" smtClean="0"/>
              <a:t>2020/10/23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849EC-7F9A-4C7D-82C5-24F14F54E6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765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项目立项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任务：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开一次头脑风暴确认一个项目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对该项目进行</a:t>
            </a:r>
            <a:r>
              <a:rPr lang="en-US" altLang="zh-CN" dirty="0" smtClean="0"/>
              <a:t>NABCD</a:t>
            </a:r>
            <a:r>
              <a:rPr lang="zh-CN" altLang="en-US" dirty="0" smtClean="0"/>
              <a:t>分析</a:t>
            </a:r>
            <a:endParaRPr lang="en-US" altLang="zh-CN" dirty="0" smtClean="0"/>
          </a:p>
          <a:p>
            <a:r>
              <a:rPr lang="zh-CN" altLang="en-US" dirty="0" smtClean="0"/>
              <a:t>成果提交：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以</a:t>
            </a:r>
            <a:r>
              <a:rPr lang="en-US" altLang="zh-CN" dirty="0" smtClean="0"/>
              <a:t>wiki</a:t>
            </a:r>
            <a:r>
              <a:rPr lang="zh-CN" altLang="en-US" dirty="0" smtClean="0"/>
              <a:t>文档的方式记录项目立项</a:t>
            </a:r>
            <a:r>
              <a:rPr lang="zh-CN" altLang="en-US" dirty="0" smtClean="0"/>
              <a:t>过程</a:t>
            </a:r>
            <a:endParaRPr lang="en-US" altLang="zh-CN" dirty="0" smtClean="0"/>
          </a:p>
          <a:p>
            <a:pPr lvl="1"/>
            <a:r>
              <a:rPr lang="zh-CN" altLang="en-US" smtClean="0"/>
              <a:t>参会者，角色，时间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开会的照片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头脑风暴的</a:t>
            </a:r>
            <a:r>
              <a:rPr lang="en-US" altLang="zh-CN" dirty="0" err="1" smtClean="0"/>
              <a:t>mindmap</a:t>
            </a:r>
            <a:r>
              <a:rPr lang="zh-CN" altLang="en-US" dirty="0" smtClean="0"/>
              <a:t>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最终项目的</a:t>
            </a:r>
            <a:r>
              <a:rPr lang="en-US" altLang="zh-CN" dirty="0" smtClean="0"/>
              <a:t>NABCD</a:t>
            </a:r>
            <a:r>
              <a:rPr lang="zh-CN" altLang="en-US" dirty="0" smtClean="0"/>
              <a:t>模型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378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1.项目立项</vt:lpstr>
    </vt:vector>
  </TitlesOfParts>
  <Company>mycomputer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1.项目立项</dc:title>
  <dc:creator>晔斌范</dc:creator>
  <cp:lastModifiedBy>晔斌范</cp:lastModifiedBy>
  <cp:revision>2</cp:revision>
  <dcterms:created xsi:type="dcterms:W3CDTF">2020-10-23T02:03:38Z</dcterms:created>
  <dcterms:modified xsi:type="dcterms:W3CDTF">2020-10-23T02:44:50Z</dcterms:modified>
</cp:coreProperties>
</file>