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229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6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86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71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0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03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6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8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20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2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94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43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D3300-6F43-4F34-856B-E51C62076B9F}" type="datetimeFigureOut">
              <a:rPr lang="zh-CN" altLang="en-US" smtClean="0"/>
              <a:t>2020/11/24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6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en-US" altLang="zh-CN" dirty="0" smtClean="0"/>
              <a:t>.</a:t>
            </a:r>
            <a:r>
              <a:rPr lang="zh-CN" altLang="en-US" dirty="0" smtClean="0"/>
              <a:t>软件发布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任务：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做一个网页介绍自己的软件，包含截图，使用介绍，获取方法。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鼓励正式上架自己的产品</a:t>
            </a:r>
            <a:endParaRPr lang="en-US" altLang="zh-CN" dirty="0" smtClean="0"/>
          </a:p>
          <a:p>
            <a:r>
              <a:rPr lang="zh-CN" altLang="en-US" dirty="0" smtClean="0"/>
              <a:t>要求：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提供准确的获取方法，在交叉评估环节需要保证其余同学可以评估你的软件。</a:t>
            </a:r>
            <a:endParaRPr lang="en-US" altLang="zh-CN" dirty="0" smtClean="0"/>
          </a:p>
          <a:p>
            <a:r>
              <a:rPr lang="zh-CN" altLang="en-US" dirty="0" smtClean="0"/>
              <a:t>成果提交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利用</a:t>
            </a:r>
            <a:r>
              <a:rPr lang="en-US" altLang="zh-CN" dirty="0" err="1" smtClean="0"/>
              <a:t>Gitee</a:t>
            </a:r>
            <a:r>
              <a:rPr lang="zh-CN" altLang="en-US" dirty="0" smtClean="0"/>
              <a:t>的</a:t>
            </a:r>
            <a:r>
              <a:rPr lang="en-US" altLang="zh-CN" dirty="0" smtClean="0"/>
              <a:t>page</a:t>
            </a:r>
            <a:r>
              <a:rPr lang="zh-CN" altLang="en-US" dirty="0" smtClean="0"/>
              <a:t>服务，发布你的网站。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如果你是用别的服务器发布，也请将发布地址，放入你的项目的首页</a:t>
            </a:r>
            <a:endParaRPr lang="en-US" altLang="zh-CN" dirty="0" smtClean="0"/>
          </a:p>
          <a:p>
            <a:pPr lvl="1"/>
            <a:r>
              <a:rPr lang="zh-CN" altLang="en-US" smtClean="0"/>
              <a:t>本任务在最后一次实验课之前，必须完成。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378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102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1.软件发布</vt:lpstr>
    </vt:vector>
  </TitlesOfParts>
  <Company>mycomputer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1.项目立项</dc:title>
  <dc:creator>晔斌范</dc:creator>
  <cp:lastModifiedBy>晔斌范</cp:lastModifiedBy>
  <cp:revision>8</cp:revision>
  <dcterms:created xsi:type="dcterms:W3CDTF">2020-10-23T02:03:38Z</dcterms:created>
  <dcterms:modified xsi:type="dcterms:W3CDTF">2020-11-24T02:50:20Z</dcterms:modified>
</cp:coreProperties>
</file>