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82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6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86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71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0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03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6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8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20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2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94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43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D3300-6F43-4F34-856B-E51C62076B9F}" type="datetimeFigureOut">
              <a:rPr lang="zh-CN" altLang="en-US" smtClean="0"/>
              <a:t>2020/11/3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6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进度计划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任务：</a:t>
            </a:r>
            <a:endParaRPr lang="en-US" altLang="zh-CN" dirty="0" smtClean="0"/>
          </a:p>
          <a:p>
            <a:pPr lvl="1"/>
            <a:r>
              <a:rPr lang="zh-CN" altLang="en-US" dirty="0"/>
              <a:t>功能</a:t>
            </a:r>
            <a:r>
              <a:rPr lang="zh-CN" altLang="en-US" dirty="0" smtClean="0"/>
              <a:t>分解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个人认领</a:t>
            </a:r>
            <a:endParaRPr lang="en-US" altLang="zh-CN" dirty="0" smtClean="0"/>
          </a:p>
          <a:p>
            <a:r>
              <a:rPr lang="zh-CN" altLang="en-US" dirty="0" smtClean="0"/>
              <a:t>成果提交：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甘特图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Gitee</a:t>
            </a:r>
            <a:r>
              <a:rPr lang="zh-CN" altLang="en-US" dirty="0" smtClean="0"/>
              <a:t>上的</a:t>
            </a:r>
            <a:r>
              <a:rPr lang="en-US" altLang="zh-CN" dirty="0" smtClean="0"/>
              <a:t>Issue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378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1.进度计划</vt:lpstr>
    </vt:vector>
  </TitlesOfParts>
  <Company>mycomputer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1.项目立项</dc:title>
  <dc:creator>晔斌范</dc:creator>
  <cp:lastModifiedBy>fyb</cp:lastModifiedBy>
  <cp:revision>7</cp:revision>
  <dcterms:created xsi:type="dcterms:W3CDTF">2020-10-23T02:03:38Z</dcterms:created>
  <dcterms:modified xsi:type="dcterms:W3CDTF">2020-11-03T07:07:40Z</dcterms:modified>
</cp:coreProperties>
</file>