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73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6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86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71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0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03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6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8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20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2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94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43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D3300-6F43-4F34-856B-E51C62076B9F}" type="datetimeFigureOut">
              <a:rPr lang="zh-CN" altLang="en-US" smtClean="0"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6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原型设计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任务：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使用墨刀设计软件的</a:t>
            </a:r>
            <a:r>
              <a:rPr lang="en-US" altLang="zh-CN" dirty="0" err="1" smtClean="0"/>
              <a:t>yuan’y</a:t>
            </a:r>
            <a:r>
              <a:rPr lang="zh-CN" altLang="en-US" dirty="0" smtClean="0"/>
              <a:t>对原型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原型需要包括一个完整的可交互流程</a:t>
            </a:r>
            <a:endParaRPr lang="en-US" altLang="zh-CN" dirty="0" smtClean="0"/>
          </a:p>
          <a:p>
            <a:r>
              <a:rPr lang="zh-CN" altLang="en-US" dirty="0" smtClean="0"/>
              <a:t>成果提交：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以</a:t>
            </a:r>
            <a:r>
              <a:rPr lang="en-US" altLang="zh-CN" dirty="0" smtClean="0"/>
              <a:t>wiki</a:t>
            </a:r>
            <a:r>
              <a:rPr lang="zh-CN" altLang="en-US" dirty="0" smtClean="0"/>
              <a:t>文档的方式</a:t>
            </a:r>
            <a:r>
              <a:rPr lang="zh-CN" altLang="en-US" dirty="0" smtClean="0"/>
              <a:t>记录原型截图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原型的</a:t>
            </a:r>
            <a:r>
              <a:rPr lang="zh-CN" altLang="en-US" smtClean="0"/>
              <a:t>可访问地址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378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</Words>
  <Application>Microsoft Office PowerPoint</Application>
  <PresentationFormat>自定义</PresentationFormat>
  <Paragraphs>7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1.原型设计</vt:lpstr>
    </vt:vector>
  </TitlesOfParts>
  <Company>mycomputer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1.项目立项</dc:title>
  <dc:creator>晔斌范</dc:creator>
  <cp:lastModifiedBy>fyb</cp:lastModifiedBy>
  <cp:revision>3</cp:revision>
  <dcterms:created xsi:type="dcterms:W3CDTF">2020-10-23T02:03:38Z</dcterms:created>
  <dcterms:modified xsi:type="dcterms:W3CDTF">2020-10-28T12:04:22Z</dcterms:modified>
</cp:coreProperties>
</file>