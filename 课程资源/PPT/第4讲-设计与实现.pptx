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notesSlides/notesSlide4.xml" ContentType="application/vnd.openxmlformats-officedocument.presentationml.notesSlide+xml"/>
  <Override PartName="/ppt/tags/tag32.xml" ContentType="application/vnd.openxmlformats-officedocument.presentationml.tags+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33.xml" ContentType="application/vnd.openxmlformats-officedocument.presentationml.tags+xml"/>
  <Override PartName="/ppt/notesSlides/notesSlide5.xml" ContentType="application/vnd.openxmlformats-officedocument.presentationml.notesSlide+xml"/>
  <Override PartName="/ppt/tags/tag34.xml" ContentType="application/vnd.openxmlformats-officedocument.presentationml.tags+xml"/>
  <Override PartName="/ppt/notesSlides/notesSlide6.xml" ContentType="application/vnd.openxmlformats-officedocument.presentationml.notesSlide+xml"/>
  <Override PartName="/ppt/tags/tag35.xml" ContentType="application/vnd.openxmlformats-officedocument.presentationml.tags+xml"/>
  <Override PartName="/ppt/notesSlides/notesSlide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ags/tag36.xml" ContentType="application/vnd.openxmlformats-officedocument.presentationml.tags+xml"/>
  <Override PartName="/ppt/notesSlides/notesSlide8.xml" ContentType="application/vnd.openxmlformats-officedocument.presentationml.notesSlide+xml"/>
  <Override PartName="/ppt/tags/tag37.xml" ContentType="application/vnd.openxmlformats-officedocument.presentationml.tags+xml"/>
  <Override PartName="/ppt/notesSlides/notesSlide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tags/tag38.xml" ContentType="application/vnd.openxmlformats-officedocument.presentationml.tags+xml"/>
  <Override PartName="/ppt/notesSlides/notesSlide10.xml" ContentType="application/vnd.openxmlformats-officedocument.presentationml.notesSlide+xml"/>
  <Override PartName="/ppt/tags/tag39.xml" ContentType="application/vnd.openxmlformats-officedocument.presentationml.tags+xml"/>
  <Override PartName="/ppt/notesSlides/notesSlide11.xml" ContentType="application/vnd.openxmlformats-officedocument.presentationml.notesSlide+xml"/>
  <Override PartName="/ppt/tags/tag40.xml" ContentType="application/vnd.openxmlformats-officedocument.presentationml.tags+xml"/>
  <Override PartName="/ppt/notesSlides/notesSlide12.xml" ContentType="application/vnd.openxmlformats-officedocument.presentationml.notesSlide+xml"/>
  <Override PartName="/ppt/tags/tag41.xml" ContentType="application/vnd.openxmlformats-officedocument.presentationml.tags+xml"/>
  <Override PartName="/ppt/notesSlides/notesSlide13.xml" ContentType="application/vnd.openxmlformats-officedocument.presentationml.notesSlide+xml"/>
  <Override PartName="/ppt/tags/tag42.xml" ContentType="application/vnd.openxmlformats-officedocument.presentationml.tags+xml"/>
  <Override PartName="/ppt/notesSlides/notesSlide14.xml" ContentType="application/vnd.openxmlformats-officedocument.presentationml.notesSlide+xml"/>
  <Override PartName="/ppt/tags/tag43.xml" ContentType="application/vnd.openxmlformats-officedocument.presentationml.tags+xml"/>
  <Override PartName="/ppt/notesSlides/notesSlide15.xml" ContentType="application/vnd.openxmlformats-officedocument.presentationml.notesSlide+xml"/>
  <Override PartName="/ppt/tags/tag44.xml" ContentType="application/vnd.openxmlformats-officedocument.presentationml.tags+xml"/>
  <Override PartName="/ppt/notesSlides/notesSlide16.xml" ContentType="application/vnd.openxmlformats-officedocument.presentationml.notesSlide+xml"/>
  <Override PartName="/ppt/tags/tag45.xml" ContentType="application/vnd.openxmlformats-officedocument.presentationml.tags+xml"/>
  <Override PartName="/ppt/notesSlides/notesSlide1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tags/tag46.xml" ContentType="application/vnd.openxmlformats-officedocument.presentationml.tags+xml"/>
  <Override PartName="/ppt/notesSlides/notesSlide18.xml" ContentType="application/vnd.openxmlformats-officedocument.presentationml.notesSlide+xml"/>
  <Override PartName="/ppt/tags/tag47.xml" ContentType="application/vnd.openxmlformats-officedocument.presentationml.tags+xml"/>
  <Override PartName="/ppt/notesSlides/notesSlide19.xml" ContentType="application/vnd.openxmlformats-officedocument.presentationml.notesSlide+xml"/>
  <Override PartName="/ppt/tags/tag48.xml" ContentType="application/vnd.openxmlformats-officedocument.presentationml.tags+xml"/>
  <Override PartName="/ppt/notesSlides/notesSlide20.xml" ContentType="application/vnd.openxmlformats-officedocument.presentationml.notesSlide+xml"/>
  <Override PartName="/ppt/tags/tag49.xml" ContentType="application/vnd.openxmlformats-officedocument.presentationml.tags+xml"/>
  <Override PartName="/ppt/notesSlides/notesSlide21.xml" ContentType="application/vnd.openxmlformats-officedocument.presentationml.notesSlide+xml"/>
  <Override PartName="/ppt/tags/tag50.xml" ContentType="application/vnd.openxmlformats-officedocument.presentationml.tags+xml"/>
  <Override PartName="/ppt/notesSlides/notesSlide22.xml" ContentType="application/vnd.openxmlformats-officedocument.presentationml.notesSlide+xml"/>
  <Override PartName="/ppt/tags/tag51.xml" ContentType="application/vnd.openxmlformats-officedocument.presentationml.tags+xml"/>
  <Override PartName="/ppt/notesSlides/notesSlide23.xml" ContentType="application/vnd.openxmlformats-officedocument.presentationml.notesSlide+xml"/>
  <Override PartName="/ppt/tags/tag52.xml" ContentType="application/vnd.openxmlformats-officedocument.presentationml.tags+xml"/>
  <Override PartName="/ppt/notesSlides/notesSlide24.xml" ContentType="application/vnd.openxmlformats-officedocument.presentationml.notesSlide+xml"/>
  <Override PartName="/ppt/tags/tag53.xml" ContentType="application/vnd.openxmlformats-officedocument.presentationml.tags+xml"/>
  <Override PartName="/ppt/notesSlides/notesSlide25.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tags/tag54.xml" ContentType="application/vnd.openxmlformats-officedocument.presentationml.tags+xml"/>
  <Override PartName="/ppt/notesSlides/notesSlide26.xml" ContentType="application/vnd.openxmlformats-officedocument.presentationml.notesSlide+xml"/>
  <Override PartName="/ppt/tags/tag55.xml" ContentType="application/vnd.openxmlformats-officedocument.presentationml.tags+xml"/>
  <Override PartName="/ppt/notesSlides/notesSlide27.xml" ContentType="application/vnd.openxmlformats-officedocument.presentationml.notesSlide+xml"/>
  <Override PartName="/ppt/tags/tag56.xml" ContentType="application/vnd.openxmlformats-officedocument.presentationml.tags+xml"/>
  <Override PartName="/ppt/notesSlides/notesSlide28.xml" ContentType="application/vnd.openxmlformats-officedocument.presentationml.notesSlide+xml"/>
  <Override PartName="/ppt/tags/tag57.xml" ContentType="application/vnd.openxmlformats-officedocument.presentationml.tags+xml"/>
  <Override PartName="/ppt/notesSlides/notesSlide29.xml" ContentType="application/vnd.openxmlformats-officedocument.presentationml.notesSlide+xml"/>
  <Override PartName="/ppt/tags/tag58.xml" ContentType="application/vnd.openxmlformats-officedocument.presentationml.tags+xml"/>
  <Override PartName="/ppt/notesSlides/notesSlide30.xml" ContentType="application/vnd.openxmlformats-officedocument.presentationml.notesSlide+xml"/>
  <Override PartName="/ppt/tags/tag59.xml" ContentType="application/vnd.openxmlformats-officedocument.presentationml.tags+xml"/>
  <Override PartName="/ppt/notesSlides/notesSlide31.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tags/tag60.xml" ContentType="application/vnd.openxmlformats-officedocument.presentationml.tags+xml"/>
  <Override PartName="/ppt/notesSlides/notesSlide32.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tags/tag61.xml" ContentType="application/vnd.openxmlformats-officedocument.presentationml.tags+xml"/>
  <Override PartName="/ppt/notesSlides/notesSlide33.xml" ContentType="application/vnd.openxmlformats-officedocument.presentationml.notesSlide+xml"/>
  <Override PartName="/ppt/tags/tag62.xml" ContentType="application/vnd.openxmlformats-officedocument.presentationml.tags+xml"/>
  <Override PartName="/ppt/notesSlides/notesSlide34.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24" r:id="rId1"/>
    <p:sldMasterId id="2147483749" r:id="rId2"/>
  </p:sldMasterIdLst>
  <p:notesMasterIdLst>
    <p:notesMasterId r:id="rId96"/>
  </p:notesMasterIdLst>
  <p:handoutMasterIdLst>
    <p:handoutMasterId r:id="rId97"/>
  </p:handoutMasterIdLst>
  <p:sldIdLst>
    <p:sldId id="675" r:id="rId3"/>
    <p:sldId id="788" r:id="rId4"/>
    <p:sldId id="789" r:id="rId5"/>
    <p:sldId id="790" r:id="rId6"/>
    <p:sldId id="791" r:id="rId7"/>
    <p:sldId id="792" r:id="rId8"/>
    <p:sldId id="793" r:id="rId9"/>
    <p:sldId id="794" r:id="rId10"/>
    <p:sldId id="795" r:id="rId11"/>
    <p:sldId id="796" r:id="rId12"/>
    <p:sldId id="753" r:id="rId13"/>
    <p:sldId id="797" r:id="rId14"/>
    <p:sldId id="799" r:id="rId15"/>
    <p:sldId id="800" r:id="rId16"/>
    <p:sldId id="802" r:id="rId17"/>
    <p:sldId id="803" r:id="rId18"/>
    <p:sldId id="804" r:id="rId19"/>
    <p:sldId id="805" r:id="rId20"/>
    <p:sldId id="806" r:id="rId21"/>
    <p:sldId id="807" r:id="rId22"/>
    <p:sldId id="808" r:id="rId23"/>
    <p:sldId id="809" r:id="rId24"/>
    <p:sldId id="810" r:id="rId25"/>
    <p:sldId id="811" r:id="rId26"/>
    <p:sldId id="812" r:id="rId27"/>
    <p:sldId id="813" r:id="rId28"/>
    <p:sldId id="814" r:id="rId29"/>
    <p:sldId id="815" r:id="rId30"/>
    <p:sldId id="816" r:id="rId31"/>
    <p:sldId id="817" r:id="rId32"/>
    <p:sldId id="818" r:id="rId33"/>
    <p:sldId id="819" r:id="rId34"/>
    <p:sldId id="820" r:id="rId35"/>
    <p:sldId id="821" r:id="rId36"/>
    <p:sldId id="822" r:id="rId37"/>
    <p:sldId id="823" r:id="rId38"/>
    <p:sldId id="824" r:id="rId39"/>
    <p:sldId id="825" r:id="rId40"/>
    <p:sldId id="826" r:id="rId41"/>
    <p:sldId id="827" r:id="rId42"/>
    <p:sldId id="828" r:id="rId43"/>
    <p:sldId id="829" r:id="rId44"/>
    <p:sldId id="830" r:id="rId45"/>
    <p:sldId id="831" r:id="rId46"/>
    <p:sldId id="832" r:id="rId47"/>
    <p:sldId id="833" r:id="rId48"/>
    <p:sldId id="834" r:id="rId49"/>
    <p:sldId id="835" r:id="rId50"/>
    <p:sldId id="836" r:id="rId51"/>
    <p:sldId id="837" r:id="rId52"/>
    <p:sldId id="838" r:id="rId53"/>
    <p:sldId id="839" r:id="rId54"/>
    <p:sldId id="840" r:id="rId55"/>
    <p:sldId id="841" r:id="rId56"/>
    <p:sldId id="842" r:id="rId57"/>
    <p:sldId id="843" r:id="rId58"/>
    <p:sldId id="844" r:id="rId59"/>
    <p:sldId id="845" r:id="rId60"/>
    <p:sldId id="846" r:id="rId61"/>
    <p:sldId id="847" r:id="rId62"/>
    <p:sldId id="848" r:id="rId63"/>
    <p:sldId id="849" r:id="rId64"/>
    <p:sldId id="850" r:id="rId65"/>
    <p:sldId id="851" r:id="rId66"/>
    <p:sldId id="852" r:id="rId67"/>
    <p:sldId id="853" r:id="rId68"/>
    <p:sldId id="854" r:id="rId69"/>
    <p:sldId id="855" r:id="rId70"/>
    <p:sldId id="856" r:id="rId71"/>
    <p:sldId id="857" r:id="rId72"/>
    <p:sldId id="858" r:id="rId73"/>
    <p:sldId id="859" r:id="rId74"/>
    <p:sldId id="860" r:id="rId75"/>
    <p:sldId id="861" r:id="rId76"/>
    <p:sldId id="862" r:id="rId77"/>
    <p:sldId id="863" r:id="rId78"/>
    <p:sldId id="864" r:id="rId79"/>
    <p:sldId id="865" r:id="rId80"/>
    <p:sldId id="866" r:id="rId81"/>
    <p:sldId id="867" r:id="rId82"/>
    <p:sldId id="868" r:id="rId83"/>
    <p:sldId id="869" r:id="rId84"/>
    <p:sldId id="870" r:id="rId85"/>
    <p:sldId id="871" r:id="rId86"/>
    <p:sldId id="872" r:id="rId87"/>
    <p:sldId id="873" r:id="rId88"/>
    <p:sldId id="874" r:id="rId89"/>
    <p:sldId id="878" r:id="rId90"/>
    <p:sldId id="879" r:id="rId91"/>
    <p:sldId id="880" r:id="rId92"/>
    <p:sldId id="876" r:id="rId93"/>
    <p:sldId id="877" r:id="rId94"/>
    <p:sldId id="875" r:id="rId95"/>
  </p:sldIdLst>
  <p:sldSz cx="9144000" cy="6858000" type="screen4x3"/>
  <p:notesSz cx="7099300" cy="10234613"/>
  <p:kinsoku lang="zh-CN" invalStChars="!),.:;?]}、。—ˇ¨〃々～‖…’”〕〉》」』〗】∶！＂＇），．：；？］｀｜｝·" invalEndChars="([{‘“〔〈《「『〖【（［｛．·"/>
  <p:defaultTextStyle>
    <a:defPPr>
      <a:defRPr lang="en-US"/>
    </a:defPPr>
    <a:lvl1pPr algn="l" rtl="0" eaLnBrk="0" fontAlgn="base" hangingPunct="0">
      <a:spcBef>
        <a:spcPct val="0"/>
      </a:spcBef>
      <a:spcAft>
        <a:spcPct val="0"/>
      </a:spcAft>
      <a:defRPr kumimoji="1" sz="2400" kern="1200">
        <a:solidFill>
          <a:schemeClr val="tx1"/>
        </a:solidFill>
        <a:latin typeface="Tahoma" pitchFamily="34" charset="0"/>
        <a:ea typeface="幼圆" pitchFamily="49" charset="-122"/>
        <a:cs typeface="+mn-cs"/>
      </a:defRPr>
    </a:lvl1pPr>
    <a:lvl2pPr marL="457200" algn="l" rtl="0" eaLnBrk="0" fontAlgn="base" hangingPunct="0">
      <a:spcBef>
        <a:spcPct val="0"/>
      </a:spcBef>
      <a:spcAft>
        <a:spcPct val="0"/>
      </a:spcAft>
      <a:defRPr kumimoji="1" sz="2400" kern="1200">
        <a:solidFill>
          <a:schemeClr val="tx1"/>
        </a:solidFill>
        <a:latin typeface="Tahoma" pitchFamily="34" charset="0"/>
        <a:ea typeface="幼圆" pitchFamily="49" charset="-122"/>
        <a:cs typeface="+mn-cs"/>
      </a:defRPr>
    </a:lvl2pPr>
    <a:lvl3pPr marL="914400" algn="l" rtl="0" eaLnBrk="0" fontAlgn="base" hangingPunct="0">
      <a:spcBef>
        <a:spcPct val="0"/>
      </a:spcBef>
      <a:spcAft>
        <a:spcPct val="0"/>
      </a:spcAft>
      <a:defRPr kumimoji="1" sz="2400" kern="1200">
        <a:solidFill>
          <a:schemeClr val="tx1"/>
        </a:solidFill>
        <a:latin typeface="Tahoma" pitchFamily="34" charset="0"/>
        <a:ea typeface="幼圆" pitchFamily="49" charset="-122"/>
        <a:cs typeface="+mn-cs"/>
      </a:defRPr>
    </a:lvl3pPr>
    <a:lvl4pPr marL="1371600" algn="l" rtl="0" eaLnBrk="0" fontAlgn="base" hangingPunct="0">
      <a:spcBef>
        <a:spcPct val="0"/>
      </a:spcBef>
      <a:spcAft>
        <a:spcPct val="0"/>
      </a:spcAft>
      <a:defRPr kumimoji="1" sz="2400" kern="1200">
        <a:solidFill>
          <a:schemeClr val="tx1"/>
        </a:solidFill>
        <a:latin typeface="Tahoma" pitchFamily="34" charset="0"/>
        <a:ea typeface="幼圆" pitchFamily="49" charset="-122"/>
        <a:cs typeface="+mn-cs"/>
      </a:defRPr>
    </a:lvl4pPr>
    <a:lvl5pPr marL="1828800" algn="l" rtl="0" eaLnBrk="0" fontAlgn="base" hangingPunct="0">
      <a:spcBef>
        <a:spcPct val="0"/>
      </a:spcBef>
      <a:spcAft>
        <a:spcPct val="0"/>
      </a:spcAft>
      <a:defRPr kumimoji="1" sz="2400" kern="1200">
        <a:solidFill>
          <a:schemeClr val="tx1"/>
        </a:solidFill>
        <a:latin typeface="Tahoma" pitchFamily="34" charset="0"/>
        <a:ea typeface="幼圆" pitchFamily="49" charset="-122"/>
        <a:cs typeface="+mn-cs"/>
      </a:defRPr>
    </a:lvl5pPr>
    <a:lvl6pPr marL="2286000" algn="l" defTabSz="914400" rtl="0" eaLnBrk="1" latinLnBrk="0" hangingPunct="1">
      <a:defRPr kumimoji="1" sz="2400" kern="1200">
        <a:solidFill>
          <a:schemeClr val="tx1"/>
        </a:solidFill>
        <a:latin typeface="Tahoma" pitchFamily="34" charset="0"/>
        <a:ea typeface="幼圆" pitchFamily="49" charset="-122"/>
        <a:cs typeface="+mn-cs"/>
      </a:defRPr>
    </a:lvl6pPr>
    <a:lvl7pPr marL="2743200" algn="l" defTabSz="914400" rtl="0" eaLnBrk="1" latinLnBrk="0" hangingPunct="1">
      <a:defRPr kumimoji="1" sz="2400" kern="1200">
        <a:solidFill>
          <a:schemeClr val="tx1"/>
        </a:solidFill>
        <a:latin typeface="Tahoma" pitchFamily="34" charset="0"/>
        <a:ea typeface="幼圆" pitchFamily="49" charset="-122"/>
        <a:cs typeface="+mn-cs"/>
      </a:defRPr>
    </a:lvl7pPr>
    <a:lvl8pPr marL="3200400" algn="l" defTabSz="914400" rtl="0" eaLnBrk="1" latinLnBrk="0" hangingPunct="1">
      <a:defRPr kumimoji="1" sz="2400" kern="1200">
        <a:solidFill>
          <a:schemeClr val="tx1"/>
        </a:solidFill>
        <a:latin typeface="Tahoma" pitchFamily="34" charset="0"/>
        <a:ea typeface="幼圆" pitchFamily="49" charset="-122"/>
        <a:cs typeface="+mn-cs"/>
      </a:defRPr>
    </a:lvl8pPr>
    <a:lvl9pPr marL="3657600" algn="l" defTabSz="914400" rtl="0" eaLnBrk="1" latinLnBrk="0" hangingPunct="1">
      <a:defRPr kumimoji="1" sz="2400" kern="1200">
        <a:solidFill>
          <a:schemeClr val="tx1"/>
        </a:solidFill>
        <a:latin typeface="Tahoma" pitchFamily="34" charset="0"/>
        <a:ea typeface="幼圆"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3">
          <p15:clr>
            <a:srgbClr val="A4A3A4"/>
          </p15:clr>
        </p15:guide>
        <p15:guide id="2" pos="223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0000"/>
    <a:srgbClr val="FFFFFF"/>
    <a:srgbClr val="00CC00"/>
    <a:srgbClr val="00FFFF"/>
    <a:srgbClr val="008080"/>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3" autoAdjust="0"/>
    <p:restoredTop sz="87619" autoAdjust="0"/>
  </p:normalViewPr>
  <p:slideViewPr>
    <p:cSldViewPr>
      <p:cViewPr varScale="1">
        <p:scale>
          <a:sx n="97" d="100"/>
          <a:sy n="97" d="100"/>
        </p:scale>
        <p:origin x="1926" y="78"/>
      </p:cViewPr>
      <p:guideLst>
        <p:guide orient="horz" pos="2160"/>
        <p:guide pos="2880"/>
      </p:guideLst>
    </p:cSldViewPr>
  </p:slideViewPr>
  <p:outlineViewPr>
    <p:cViewPr>
      <p:scale>
        <a:sx n="33" d="100"/>
        <a:sy n="33" d="100"/>
      </p:scale>
      <p:origin x="0" y="-14769"/>
    </p:cViewPr>
  </p:outlineViewPr>
  <p:notesTextViewPr>
    <p:cViewPr>
      <p:scale>
        <a:sx n="100" d="100"/>
        <a:sy n="100" d="100"/>
      </p:scale>
      <p:origin x="0" y="0"/>
    </p:cViewPr>
  </p:notesTextViewPr>
  <p:sorterViewPr>
    <p:cViewPr>
      <p:scale>
        <a:sx n="66" d="100"/>
        <a:sy n="66" d="100"/>
      </p:scale>
      <p:origin x="0" y="492"/>
    </p:cViewPr>
  </p:sorterViewPr>
  <p:notesViewPr>
    <p:cSldViewPr>
      <p:cViewPr varScale="1">
        <p:scale>
          <a:sx n="45" d="100"/>
          <a:sy n="45" d="100"/>
        </p:scale>
        <p:origin x="-3000" y="-126"/>
      </p:cViewPr>
      <p:guideLst>
        <p:guide orient="horz" pos="3223"/>
        <p:guide pos="2235"/>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handoutMaster" Target="handoutMasters/handoutMaster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presProps" Target="presProps.xml"/><Relationship Id="rId3" Type="http://schemas.openxmlformats.org/officeDocument/2006/relationships/slide" Target="slides/slide1.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535EEF5-FB67-40E8-808B-C31F87DE0EA6}" type="doc">
      <dgm:prSet loTypeId="urn:microsoft.com/office/officeart/2005/8/layout/chevron2" loCatId="process" qsTypeId="urn:microsoft.com/office/officeart/2005/8/quickstyle/simple1" qsCatId="simple" csTypeId="urn:microsoft.com/office/officeart/2005/8/colors/accent2_2" csCatId="accent2" phldr="1"/>
      <dgm:spPr/>
      <dgm:t>
        <a:bodyPr/>
        <a:lstStyle/>
        <a:p>
          <a:endParaRPr lang="zh-CN" altLang="en-US"/>
        </a:p>
      </dgm:t>
    </dgm:pt>
    <dgm:pt modelId="{54518DC8-D1BF-47EA-92E0-DD0F19FE634A}">
      <dgm:prSet phldrT="[文本]" custT="1"/>
      <dgm:spPr/>
      <dgm:t>
        <a:bodyPr/>
        <a:lstStyle/>
        <a:p>
          <a:r>
            <a:rPr lang="en-US" altLang="zh-CN" sz="3200" b="1" dirty="0">
              <a:solidFill>
                <a:schemeClr val="bg1"/>
              </a:solidFill>
              <a:latin typeface="Bookman Old Style" pitchFamily="18" charset="0"/>
            </a:rPr>
            <a:t>1.</a:t>
          </a:r>
          <a:endParaRPr lang="zh-CN" altLang="en-US" sz="3200" b="1" dirty="0">
            <a:solidFill>
              <a:schemeClr val="bg1"/>
            </a:solidFill>
            <a:latin typeface="Bookman Old Style" pitchFamily="18" charset="0"/>
          </a:endParaRPr>
        </a:p>
      </dgm:t>
    </dgm:pt>
    <dgm:pt modelId="{4A63A0A0-5B85-454A-938D-9562ABC268E8}" type="parTrans" cxnId="{63CD2013-D667-4861-914A-A341D9E293DC}">
      <dgm:prSet/>
      <dgm:spPr/>
      <dgm:t>
        <a:bodyPr/>
        <a:lstStyle/>
        <a:p>
          <a:endParaRPr lang="zh-CN" altLang="en-US" sz="3200">
            <a:solidFill>
              <a:srgbClr val="000000"/>
            </a:solidFill>
          </a:endParaRPr>
        </a:p>
      </dgm:t>
    </dgm:pt>
    <dgm:pt modelId="{2F148745-227E-4C26-812D-D9644844745B}" type="sibTrans" cxnId="{63CD2013-D667-4861-914A-A341D9E293DC}">
      <dgm:prSet/>
      <dgm:spPr/>
      <dgm:t>
        <a:bodyPr/>
        <a:lstStyle/>
        <a:p>
          <a:endParaRPr lang="zh-CN" altLang="en-US" sz="3200">
            <a:solidFill>
              <a:srgbClr val="000000"/>
            </a:solidFill>
          </a:endParaRPr>
        </a:p>
      </dgm:t>
    </dgm:pt>
    <dgm:pt modelId="{83CC5C30-88B9-472A-ABAC-3BE87F009E0F}">
      <dgm:prSet phldrT="[文本]" custT="1"/>
      <dgm:spPr>
        <a:ln>
          <a:solidFill>
            <a:srgbClr val="FF0000"/>
          </a:solidFill>
        </a:ln>
      </dgm:spPr>
      <dgm:t>
        <a:bodyPr/>
        <a:lstStyle/>
        <a:p>
          <a:pPr>
            <a:lnSpc>
              <a:spcPct val="100000"/>
            </a:lnSpc>
          </a:pPr>
          <a:r>
            <a:rPr lang="en-US" altLang="zh-CN" sz="2800" b="1"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MVC</a:t>
          </a:r>
          <a:r>
            <a:rPr lang="zh-CN" altLang="en-US" sz="2800" b="1"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模式</a:t>
          </a:r>
        </a:p>
      </dgm:t>
    </dgm:pt>
    <dgm:pt modelId="{1426009C-CFF2-4740-86EB-D4887AD048E4}" type="parTrans" cxnId="{481BA8B4-3AF7-4BD0-AB89-1D6D9A0760C3}">
      <dgm:prSet/>
      <dgm:spPr/>
      <dgm:t>
        <a:bodyPr/>
        <a:lstStyle/>
        <a:p>
          <a:endParaRPr lang="zh-CN" altLang="en-US" sz="3200">
            <a:solidFill>
              <a:srgbClr val="000000"/>
            </a:solidFill>
          </a:endParaRPr>
        </a:p>
      </dgm:t>
    </dgm:pt>
    <dgm:pt modelId="{F03902B4-B21D-445D-AC34-5AD08445ACB4}" type="sibTrans" cxnId="{481BA8B4-3AF7-4BD0-AB89-1D6D9A0760C3}">
      <dgm:prSet/>
      <dgm:spPr/>
      <dgm:t>
        <a:bodyPr/>
        <a:lstStyle/>
        <a:p>
          <a:endParaRPr lang="zh-CN" altLang="en-US" sz="3200">
            <a:solidFill>
              <a:srgbClr val="000000"/>
            </a:solidFill>
          </a:endParaRPr>
        </a:p>
      </dgm:t>
    </dgm:pt>
    <dgm:pt modelId="{52BD2B4A-BCA9-42C8-8753-7B6879BAF2D4}">
      <dgm:prSet phldrT="[文本]" custT="1"/>
      <dgm:spPr/>
      <dgm:t>
        <a:bodyPr/>
        <a:lstStyle/>
        <a:p>
          <a:r>
            <a:rPr lang="en-US" altLang="zh-CN" sz="3200" b="1" dirty="0">
              <a:solidFill>
                <a:schemeClr val="bg1"/>
              </a:solidFill>
              <a:latin typeface="Bookman Old Style" pitchFamily="18" charset="0"/>
            </a:rPr>
            <a:t>2.</a:t>
          </a:r>
          <a:endParaRPr lang="zh-CN" altLang="en-US" sz="3200" b="1" dirty="0">
            <a:solidFill>
              <a:schemeClr val="bg1"/>
            </a:solidFill>
          </a:endParaRPr>
        </a:p>
      </dgm:t>
    </dgm:pt>
    <dgm:pt modelId="{4CA2C1A0-99DE-4E81-B4CB-455F5B30B2AC}" type="parTrans" cxnId="{79A27447-0D09-4F2B-9704-9330B3BA7B7A}">
      <dgm:prSet/>
      <dgm:spPr/>
      <dgm:t>
        <a:bodyPr/>
        <a:lstStyle/>
        <a:p>
          <a:endParaRPr lang="zh-CN" altLang="en-US" sz="3200">
            <a:solidFill>
              <a:srgbClr val="000000"/>
            </a:solidFill>
          </a:endParaRPr>
        </a:p>
      </dgm:t>
    </dgm:pt>
    <dgm:pt modelId="{70FBCB72-0E72-43F3-B225-F6CF5CADF21A}" type="sibTrans" cxnId="{79A27447-0D09-4F2B-9704-9330B3BA7B7A}">
      <dgm:prSet/>
      <dgm:spPr/>
      <dgm:t>
        <a:bodyPr/>
        <a:lstStyle/>
        <a:p>
          <a:endParaRPr lang="zh-CN" altLang="en-US" sz="3200">
            <a:solidFill>
              <a:srgbClr val="000000"/>
            </a:solidFill>
          </a:endParaRPr>
        </a:p>
      </dgm:t>
    </dgm:pt>
    <dgm:pt modelId="{E8C59684-A5DA-4BFD-B245-810018E55D78}">
      <dgm:prSet phldrT="[文本]" custT="1"/>
      <dgm:spPr>
        <a:ln>
          <a:solidFill>
            <a:schemeClr val="accent4"/>
          </a:solidFill>
        </a:ln>
      </dgm:spPr>
      <dgm:t>
        <a:bodyPr/>
        <a:lstStyle/>
        <a:p>
          <a:r>
            <a:rPr lang="zh-CN" altLang="en-US" sz="2800" b="1"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发布</a:t>
          </a:r>
          <a:r>
            <a:rPr lang="en-US" altLang="zh-CN" sz="2800" b="1"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a:t>
          </a:r>
          <a:r>
            <a:rPr lang="zh-CN" altLang="en-US" sz="2800" b="1"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订阅模式</a:t>
          </a:r>
        </a:p>
      </dgm:t>
    </dgm:pt>
    <dgm:pt modelId="{D3AB8E7C-029A-45B8-BA2A-DE348AB70AA8}" type="parTrans" cxnId="{CE1D2A34-3743-4097-8EE9-AA3502541146}">
      <dgm:prSet/>
      <dgm:spPr/>
      <dgm:t>
        <a:bodyPr/>
        <a:lstStyle/>
        <a:p>
          <a:endParaRPr lang="zh-CN" altLang="en-US" sz="3200">
            <a:solidFill>
              <a:srgbClr val="000000"/>
            </a:solidFill>
          </a:endParaRPr>
        </a:p>
      </dgm:t>
    </dgm:pt>
    <dgm:pt modelId="{97F84FA1-939F-468D-BABE-31D665340BDC}" type="sibTrans" cxnId="{CE1D2A34-3743-4097-8EE9-AA3502541146}">
      <dgm:prSet/>
      <dgm:spPr/>
      <dgm:t>
        <a:bodyPr/>
        <a:lstStyle/>
        <a:p>
          <a:endParaRPr lang="zh-CN" altLang="en-US" sz="3200">
            <a:solidFill>
              <a:srgbClr val="000000"/>
            </a:solidFill>
          </a:endParaRPr>
        </a:p>
      </dgm:t>
    </dgm:pt>
    <dgm:pt modelId="{3BF32554-1F9B-4294-97A0-A1F34812ACB3}">
      <dgm:prSet phldrT="[文本]" custT="1"/>
      <dgm:spPr/>
      <dgm:t>
        <a:bodyPr/>
        <a:lstStyle/>
        <a:p>
          <a:r>
            <a:rPr lang="en-US" altLang="zh-CN" sz="3200" b="1" dirty="0">
              <a:solidFill>
                <a:schemeClr val="bg1"/>
              </a:solidFill>
              <a:latin typeface="Bookman Old Style" pitchFamily="18" charset="0"/>
            </a:rPr>
            <a:t>3.</a:t>
          </a:r>
          <a:endParaRPr lang="zh-CN" altLang="en-US" sz="3200" b="1" dirty="0">
            <a:solidFill>
              <a:schemeClr val="bg1"/>
            </a:solidFill>
          </a:endParaRPr>
        </a:p>
      </dgm:t>
    </dgm:pt>
    <dgm:pt modelId="{C184EE56-4C84-42B3-91E4-8EF2941C5644}" type="parTrans" cxnId="{0BFCC0B3-4B76-4A1C-8393-ADC13246577A}">
      <dgm:prSet/>
      <dgm:spPr/>
      <dgm:t>
        <a:bodyPr/>
        <a:lstStyle/>
        <a:p>
          <a:endParaRPr lang="zh-CN" altLang="en-US">
            <a:solidFill>
              <a:srgbClr val="000000"/>
            </a:solidFill>
          </a:endParaRPr>
        </a:p>
      </dgm:t>
    </dgm:pt>
    <dgm:pt modelId="{647DCB62-E6D6-4696-B5AF-21DBD988DCBA}" type="sibTrans" cxnId="{0BFCC0B3-4B76-4A1C-8393-ADC13246577A}">
      <dgm:prSet/>
      <dgm:spPr/>
      <dgm:t>
        <a:bodyPr/>
        <a:lstStyle/>
        <a:p>
          <a:endParaRPr lang="zh-CN" altLang="en-US">
            <a:solidFill>
              <a:srgbClr val="000000"/>
            </a:solidFill>
          </a:endParaRPr>
        </a:p>
      </dgm:t>
    </dgm:pt>
    <dgm:pt modelId="{E76E75A2-B9D7-4C28-B92D-409BB35DA14E}">
      <dgm:prSet custT="1"/>
      <dgm:spPr>
        <a:ln>
          <a:solidFill>
            <a:schemeClr val="tx1"/>
          </a:solidFill>
        </a:ln>
      </dgm:spPr>
      <dgm:t>
        <a:bodyPr/>
        <a:lstStyle/>
        <a:p>
          <a:r>
            <a:rPr lang="zh-CN" altLang="en-US" sz="2800" b="1"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微内核模式</a:t>
          </a:r>
        </a:p>
      </dgm:t>
    </dgm:pt>
    <dgm:pt modelId="{8A7519E1-B77F-4722-9AE7-49EEBDB331A5}" type="parTrans" cxnId="{131D9635-ECD6-4A89-B3BB-EDDC9E9D117D}">
      <dgm:prSet/>
      <dgm:spPr/>
      <dgm:t>
        <a:bodyPr/>
        <a:lstStyle/>
        <a:p>
          <a:endParaRPr lang="zh-CN" altLang="en-US">
            <a:solidFill>
              <a:srgbClr val="000000"/>
            </a:solidFill>
          </a:endParaRPr>
        </a:p>
      </dgm:t>
    </dgm:pt>
    <dgm:pt modelId="{E81EB838-1AA0-4935-BF2E-CD289548E10F}" type="sibTrans" cxnId="{131D9635-ECD6-4A89-B3BB-EDDC9E9D117D}">
      <dgm:prSet/>
      <dgm:spPr/>
      <dgm:t>
        <a:bodyPr/>
        <a:lstStyle/>
        <a:p>
          <a:endParaRPr lang="zh-CN" altLang="en-US">
            <a:solidFill>
              <a:srgbClr val="000000"/>
            </a:solidFill>
          </a:endParaRPr>
        </a:p>
      </dgm:t>
    </dgm:pt>
    <dgm:pt modelId="{73A1C673-C023-45EA-841C-382DB45F2E74}">
      <dgm:prSet phldrT="[文本]" custT="1"/>
      <dgm:spPr/>
      <dgm:t>
        <a:bodyPr/>
        <a:lstStyle/>
        <a:p>
          <a:r>
            <a:rPr lang="en-US" altLang="zh-CN" sz="3200" b="1" dirty="0">
              <a:solidFill>
                <a:schemeClr val="bg1"/>
              </a:solidFill>
              <a:latin typeface="Bookman Old Style" pitchFamily="18" charset="0"/>
            </a:rPr>
            <a:t>4.</a:t>
          </a:r>
          <a:endParaRPr lang="zh-CN" altLang="en-US" sz="3200" b="1" dirty="0">
            <a:solidFill>
              <a:schemeClr val="bg1"/>
            </a:solidFill>
          </a:endParaRPr>
        </a:p>
      </dgm:t>
    </dgm:pt>
    <dgm:pt modelId="{0DA107AD-19B3-4502-8F99-9BE5CFF88B5A}" type="parTrans" cxnId="{2C499AF6-774F-4626-B048-05CA56446B05}">
      <dgm:prSet/>
      <dgm:spPr/>
      <dgm:t>
        <a:bodyPr/>
        <a:lstStyle/>
        <a:p>
          <a:endParaRPr lang="zh-CN" altLang="en-US"/>
        </a:p>
      </dgm:t>
    </dgm:pt>
    <dgm:pt modelId="{DFC9F99B-6E5A-47CB-B22C-816057A1FCF1}" type="sibTrans" cxnId="{2C499AF6-774F-4626-B048-05CA56446B05}">
      <dgm:prSet/>
      <dgm:spPr/>
      <dgm:t>
        <a:bodyPr/>
        <a:lstStyle/>
        <a:p>
          <a:endParaRPr lang="zh-CN" altLang="en-US"/>
        </a:p>
      </dgm:t>
    </dgm:pt>
    <dgm:pt modelId="{D7BA6582-3D00-48EE-ACF0-0F14AE8091A0}">
      <dgm:prSet custT="1"/>
      <dgm:spPr>
        <a:ln>
          <a:solidFill>
            <a:srgbClr val="000000"/>
          </a:solidFill>
        </a:ln>
      </dgm:spPr>
      <dgm:t>
        <a:bodyPr/>
        <a:lstStyle/>
        <a:p>
          <a:r>
            <a:rPr lang="zh-CN" altLang="en-US" sz="2800" b="1"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反射模式</a:t>
          </a:r>
          <a:endParaRPr lang="zh-CN" altLang="en-US" sz="2800" dirty="0">
            <a:solidFill>
              <a:srgbClr val="000000"/>
            </a:solidFill>
          </a:endParaRPr>
        </a:p>
      </dgm:t>
    </dgm:pt>
    <dgm:pt modelId="{646F0C72-1FB2-4087-B949-5109A05800BE}" type="parTrans" cxnId="{91304C09-18F9-4F13-9C33-786A585FFB77}">
      <dgm:prSet/>
      <dgm:spPr/>
      <dgm:t>
        <a:bodyPr/>
        <a:lstStyle/>
        <a:p>
          <a:endParaRPr lang="zh-CN" altLang="en-US"/>
        </a:p>
      </dgm:t>
    </dgm:pt>
    <dgm:pt modelId="{BC53B9EE-0296-4749-A0F4-C73288015297}" type="sibTrans" cxnId="{91304C09-18F9-4F13-9C33-786A585FFB77}">
      <dgm:prSet/>
      <dgm:spPr/>
      <dgm:t>
        <a:bodyPr/>
        <a:lstStyle/>
        <a:p>
          <a:endParaRPr lang="zh-CN" altLang="en-US"/>
        </a:p>
      </dgm:t>
    </dgm:pt>
    <dgm:pt modelId="{FBAA478D-33EF-487D-8D92-B8CE96E1F8C4}" type="pres">
      <dgm:prSet presAssocID="{D535EEF5-FB67-40E8-808B-C31F87DE0EA6}" presName="linearFlow" presStyleCnt="0">
        <dgm:presLayoutVars>
          <dgm:dir/>
          <dgm:animLvl val="lvl"/>
          <dgm:resizeHandles val="exact"/>
        </dgm:presLayoutVars>
      </dgm:prSet>
      <dgm:spPr/>
      <dgm:t>
        <a:bodyPr/>
        <a:lstStyle/>
        <a:p>
          <a:endParaRPr lang="zh-CN" altLang="en-US"/>
        </a:p>
      </dgm:t>
    </dgm:pt>
    <dgm:pt modelId="{6C2A016C-DA86-4740-BFEE-C7661E727C83}" type="pres">
      <dgm:prSet presAssocID="{54518DC8-D1BF-47EA-92E0-DD0F19FE634A}" presName="composite" presStyleCnt="0"/>
      <dgm:spPr/>
    </dgm:pt>
    <dgm:pt modelId="{63951282-11D0-4E12-8194-058A51A7A440}" type="pres">
      <dgm:prSet presAssocID="{54518DC8-D1BF-47EA-92E0-DD0F19FE634A}" presName="parentText" presStyleLbl="alignNode1" presStyleIdx="0" presStyleCnt="4">
        <dgm:presLayoutVars>
          <dgm:chMax val="1"/>
          <dgm:bulletEnabled val="1"/>
        </dgm:presLayoutVars>
      </dgm:prSet>
      <dgm:spPr/>
      <dgm:t>
        <a:bodyPr/>
        <a:lstStyle/>
        <a:p>
          <a:endParaRPr lang="zh-CN" altLang="en-US"/>
        </a:p>
      </dgm:t>
    </dgm:pt>
    <dgm:pt modelId="{9DBCE2B9-9409-4633-ADB2-B050AF9380EE}" type="pres">
      <dgm:prSet presAssocID="{54518DC8-D1BF-47EA-92E0-DD0F19FE634A}" presName="descendantText" presStyleLbl="alignAcc1" presStyleIdx="0" presStyleCnt="4" custLinFactY="-100000" custLinFactNeighborX="28897" custLinFactNeighborY="-129659">
        <dgm:presLayoutVars>
          <dgm:bulletEnabled val="1"/>
        </dgm:presLayoutVars>
      </dgm:prSet>
      <dgm:spPr/>
      <dgm:t>
        <a:bodyPr/>
        <a:lstStyle/>
        <a:p>
          <a:endParaRPr lang="zh-CN" altLang="en-US"/>
        </a:p>
      </dgm:t>
    </dgm:pt>
    <dgm:pt modelId="{7913C09D-94A8-4C30-B2A4-23B593CFA2D1}" type="pres">
      <dgm:prSet presAssocID="{2F148745-227E-4C26-812D-D9644844745B}" presName="sp" presStyleCnt="0"/>
      <dgm:spPr/>
    </dgm:pt>
    <dgm:pt modelId="{B3255170-5A77-4ADA-A13F-BA1155A5D205}" type="pres">
      <dgm:prSet presAssocID="{52BD2B4A-BCA9-42C8-8753-7B6879BAF2D4}" presName="composite" presStyleCnt="0"/>
      <dgm:spPr/>
    </dgm:pt>
    <dgm:pt modelId="{1CD270FC-0D0E-46C9-94C1-B006FD31B379}" type="pres">
      <dgm:prSet presAssocID="{52BD2B4A-BCA9-42C8-8753-7B6879BAF2D4}" presName="parentText" presStyleLbl="alignNode1" presStyleIdx="1" presStyleCnt="4">
        <dgm:presLayoutVars>
          <dgm:chMax val="1"/>
          <dgm:bulletEnabled val="1"/>
        </dgm:presLayoutVars>
      </dgm:prSet>
      <dgm:spPr/>
      <dgm:t>
        <a:bodyPr/>
        <a:lstStyle/>
        <a:p>
          <a:endParaRPr lang="zh-CN" altLang="en-US"/>
        </a:p>
      </dgm:t>
    </dgm:pt>
    <dgm:pt modelId="{E42D4482-0214-4877-9FE7-3ABBD9C091DC}" type="pres">
      <dgm:prSet presAssocID="{52BD2B4A-BCA9-42C8-8753-7B6879BAF2D4}" presName="descendantText" presStyleLbl="alignAcc1" presStyleIdx="1" presStyleCnt="4">
        <dgm:presLayoutVars>
          <dgm:bulletEnabled val="1"/>
        </dgm:presLayoutVars>
      </dgm:prSet>
      <dgm:spPr/>
      <dgm:t>
        <a:bodyPr/>
        <a:lstStyle/>
        <a:p>
          <a:endParaRPr lang="zh-CN" altLang="en-US"/>
        </a:p>
      </dgm:t>
    </dgm:pt>
    <dgm:pt modelId="{62EB5642-7CEE-4036-A6AA-ABEC76C07549}" type="pres">
      <dgm:prSet presAssocID="{70FBCB72-0E72-43F3-B225-F6CF5CADF21A}" presName="sp" presStyleCnt="0"/>
      <dgm:spPr/>
    </dgm:pt>
    <dgm:pt modelId="{0097630F-621A-4D90-8A2C-432ED5BA958E}" type="pres">
      <dgm:prSet presAssocID="{3BF32554-1F9B-4294-97A0-A1F34812ACB3}" presName="composite" presStyleCnt="0"/>
      <dgm:spPr/>
    </dgm:pt>
    <dgm:pt modelId="{E5D87EB8-17FC-4F77-8FD0-41FCEF1A044E}" type="pres">
      <dgm:prSet presAssocID="{3BF32554-1F9B-4294-97A0-A1F34812ACB3}" presName="parentText" presStyleLbl="alignNode1" presStyleIdx="2" presStyleCnt="4">
        <dgm:presLayoutVars>
          <dgm:chMax val="1"/>
          <dgm:bulletEnabled val="1"/>
        </dgm:presLayoutVars>
      </dgm:prSet>
      <dgm:spPr/>
      <dgm:t>
        <a:bodyPr/>
        <a:lstStyle/>
        <a:p>
          <a:endParaRPr lang="zh-CN" altLang="en-US"/>
        </a:p>
      </dgm:t>
    </dgm:pt>
    <dgm:pt modelId="{F2241BE7-512D-490C-A1A6-51A96E019F1E}" type="pres">
      <dgm:prSet presAssocID="{3BF32554-1F9B-4294-97A0-A1F34812ACB3}" presName="descendantText" presStyleLbl="alignAcc1" presStyleIdx="2" presStyleCnt="4">
        <dgm:presLayoutVars>
          <dgm:bulletEnabled val="1"/>
        </dgm:presLayoutVars>
      </dgm:prSet>
      <dgm:spPr/>
      <dgm:t>
        <a:bodyPr/>
        <a:lstStyle/>
        <a:p>
          <a:endParaRPr lang="zh-CN" altLang="en-US"/>
        </a:p>
      </dgm:t>
    </dgm:pt>
    <dgm:pt modelId="{D27B01AC-6817-4732-922A-5439A7E176D8}" type="pres">
      <dgm:prSet presAssocID="{647DCB62-E6D6-4696-B5AF-21DBD988DCBA}" presName="sp" presStyleCnt="0"/>
      <dgm:spPr/>
    </dgm:pt>
    <dgm:pt modelId="{1CC7B334-CD38-4A21-A62C-50987CDD31C2}" type="pres">
      <dgm:prSet presAssocID="{73A1C673-C023-45EA-841C-382DB45F2E74}" presName="composite" presStyleCnt="0"/>
      <dgm:spPr/>
    </dgm:pt>
    <dgm:pt modelId="{5129D863-9DC5-4BB4-B3BF-6F7B813F7351}" type="pres">
      <dgm:prSet presAssocID="{73A1C673-C023-45EA-841C-382DB45F2E74}" presName="parentText" presStyleLbl="alignNode1" presStyleIdx="3" presStyleCnt="4">
        <dgm:presLayoutVars>
          <dgm:chMax val="1"/>
          <dgm:bulletEnabled val="1"/>
        </dgm:presLayoutVars>
      </dgm:prSet>
      <dgm:spPr/>
      <dgm:t>
        <a:bodyPr/>
        <a:lstStyle/>
        <a:p>
          <a:endParaRPr lang="zh-CN" altLang="en-US"/>
        </a:p>
      </dgm:t>
    </dgm:pt>
    <dgm:pt modelId="{2EF121AA-95B3-4CA9-9730-C5CB31DF8A99}" type="pres">
      <dgm:prSet presAssocID="{73A1C673-C023-45EA-841C-382DB45F2E74}" presName="descendantText" presStyleLbl="alignAcc1" presStyleIdx="3" presStyleCnt="4">
        <dgm:presLayoutVars>
          <dgm:bulletEnabled val="1"/>
        </dgm:presLayoutVars>
      </dgm:prSet>
      <dgm:spPr/>
      <dgm:t>
        <a:bodyPr/>
        <a:lstStyle/>
        <a:p>
          <a:endParaRPr lang="zh-CN" altLang="en-US"/>
        </a:p>
      </dgm:t>
    </dgm:pt>
  </dgm:ptLst>
  <dgm:cxnLst>
    <dgm:cxn modelId="{A556D820-07FB-42DC-A017-20D91BBD97F2}" type="presOf" srcId="{D535EEF5-FB67-40E8-808B-C31F87DE0EA6}" destId="{FBAA478D-33EF-487D-8D92-B8CE96E1F8C4}" srcOrd="0" destOrd="0" presId="urn:microsoft.com/office/officeart/2005/8/layout/chevron2"/>
    <dgm:cxn modelId="{4E97A082-F54B-4819-ADB2-32100CD2B24C}" type="presOf" srcId="{83CC5C30-88B9-472A-ABAC-3BE87F009E0F}" destId="{9DBCE2B9-9409-4633-ADB2-B050AF9380EE}" srcOrd="0" destOrd="0" presId="urn:microsoft.com/office/officeart/2005/8/layout/chevron2"/>
    <dgm:cxn modelId="{EBF637C3-9F31-4C42-A580-7BC9402A490E}" type="presOf" srcId="{D7BA6582-3D00-48EE-ACF0-0F14AE8091A0}" destId="{2EF121AA-95B3-4CA9-9730-C5CB31DF8A99}" srcOrd="0" destOrd="0" presId="urn:microsoft.com/office/officeart/2005/8/layout/chevron2"/>
    <dgm:cxn modelId="{2C499AF6-774F-4626-B048-05CA56446B05}" srcId="{D535EEF5-FB67-40E8-808B-C31F87DE0EA6}" destId="{73A1C673-C023-45EA-841C-382DB45F2E74}" srcOrd="3" destOrd="0" parTransId="{0DA107AD-19B3-4502-8F99-9BE5CFF88B5A}" sibTransId="{DFC9F99B-6E5A-47CB-B22C-816057A1FCF1}"/>
    <dgm:cxn modelId="{91304C09-18F9-4F13-9C33-786A585FFB77}" srcId="{73A1C673-C023-45EA-841C-382DB45F2E74}" destId="{D7BA6582-3D00-48EE-ACF0-0F14AE8091A0}" srcOrd="0" destOrd="0" parTransId="{646F0C72-1FB2-4087-B949-5109A05800BE}" sibTransId="{BC53B9EE-0296-4749-A0F4-C73288015297}"/>
    <dgm:cxn modelId="{7078CB94-A146-4DC1-9585-ACCAC47A793B}" type="presOf" srcId="{E76E75A2-B9D7-4C28-B92D-409BB35DA14E}" destId="{F2241BE7-512D-490C-A1A6-51A96E019F1E}" srcOrd="0" destOrd="0" presId="urn:microsoft.com/office/officeart/2005/8/layout/chevron2"/>
    <dgm:cxn modelId="{89AC7812-80A4-41D1-ABC4-7300172B48ED}" type="presOf" srcId="{52BD2B4A-BCA9-42C8-8753-7B6879BAF2D4}" destId="{1CD270FC-0D0E-46C9-94C1-B006FD31B379}" srcOrd="0" destOrd="0" presId="urn:microsoft.com/office/officeart/2005/8/layout/chevron2"/>
    <dgm:cxn modelId="{10487504-59FD-495C-83D5-E67E96916E35}" type="presOf" srcId="{3BF32554-1F9B-4294-97A0-A1F34812ACB3}" destId="{E5D87EB8-17FC-4F77-8FD0-41FCEF1A044E}" srcOrd="0" destOrd="0" presId="urn:microsoft.com/office/officeart/2005/8/layout/chevron2"/>
    <dgm:cxn modelId="{1DBEB8F3-4DB1-4067-BD9F-CBFDA6CA8844}" type="presOf" srcId="{54518DC8-D1BF-47EA-92E0-DD0F19FE634A}" destId="{63951282-11D0-4E12-8194-058A51A7A440}" srcOrd="0" destOrd="0" presId="urn:microsoft.com/office/officeart/2005/8/layout/chevron2"/>
    <dgm:cxn modelId="{131D9635-ECD6-4A89-B3BB-EDDC9E9D117D}" srcId="{3BF32554-1F9B-4294-97A0-A1F34812ACB3}" destId="{E76E75A2-B9D7-4C28-B92D-409BB35DA14E}" srcOrd="0" destOrd="0" parTransId="{8A7519E1-B77F-4722-9AE7-49EEBDB331A5}" sibTransId="{E81EB838-1AA0-4935-BF2E-CD289548E10F}"/>
    <dgm:cxn modelId="{481BA8B4-3AF7-4BD0-AB89-1D6D9A0760C3}" srcId="{54518DC8-D1BF-47EA-92E0-DD0F19FE634A}" destId="{83CC5C30-88B9-472A-ABAC-3BE87F009E0F}" srcOrd="0" destOrd="0" parTransId="{1426009C-CFF2-4740-86EB-D4887AD048E4}" sibTransId="{F03902B4-B21D-445D-AC34-5AD08445ACB4}"/>
    <dgm:cxn modelId="{63CD2013-D667-4861-914A-A341D9E293DC}" srcId="{D535EEF5-FB67-40E8-808B-C31F87DE0EA6}" destId="{54518DC8-D1BF-47EA-92E0-DD0F19FE634A}" srcOrd="0" destOrd="0" parTransId="{4A63A0A0-5B85-454A-938D-9562ABC268E8}" sibTransId="{2F148745-227E-4C26-812D-D9644844745B}"/>
    <dgm:cxn modelId="{CE1D2A34-3743-4097-8EE9-AA3502541146}" srcId="{52BD2B4A-BCA9-42C8-8753-7B6879BAF2D4}" destId="{E8C59684-A5DA-4BFD-B245-810018E55D78}" srcOrd="0" destOrd="0" parTransId="{D3AB8E7C-029A-45B8-BA2A-DE348AB70AA8}" sibTransId="{97F84FA1-939F-468D-BABE-31D665340BDC}"/>
    <dgm:cxn modelId="{0BFCC0B3-4B76-4A1C-8393-ADC13246577A}" srcId="{D535EEF5-FB67-40E8-808B-C31F87DE0EA6}" destId="{3BF32554-1F9B-4294-97A0-A1F34812ACB3}" srcOrd="2" destOrd="0" parTransId="{C184EE56-4C84-42B3-91E4-8EF2941C5644}" sibTransId="{647DCB62-E6D6-4696-B5AF-21DBD988DCBA}"/>
    <dgm:cxn modelId="{8A94202C-7E93-4A2A-A17C-3B7BFA76B533}" type="presOf" srcId="{E8C59684-A5DA-4BFD-B245-810018E55D78}" destId="{E42D4482-0214-4877-9FE7-3ABBD9C091DC}" srcOrd="0" destOrd="0" presId="urn:microsoft.com/office/officeart/2005/8/layout/chevron2"/>
    <dgm:cxn modelId="{BD396D9C-76FB-46DE-A2C9-EDE624141B60}" type="presOf" srcId="{73A1C673-C023-45EA-841C-382DB45F2E74}" destId="{5129D863-9DC5-4BB4-B3BF-6F7B813F7351}" srcOrd="0" destOrd="0" presId="urn:microsoft.com/office/officeart/2005/8/layout/chevron2"/>
    <dgm:cxn modelId="{79A27447-0D09-4F2B-9704-9330B3BA7B7A}" srcId="{D535EEF5-FB67-40E8-808B-C31F87DE0EA6}" destId="{52BD2B4A-BCA9-42C8-8753-7B6879BAF2D4}" srcOrd="1" destOrd="0" parTransId="{4CA2C1A0-99DE-4E81-B4CB-455F5B30B2AC}" sibTransId="{70FBCB72-0E72-43F3-B225-F6CF5CADF21A}"/>
    <dgm:cxn modelId="{93BAE56D-AA44-47D4-B4BB-C6D6553F1B2E}" type="presParOf" srcId="{FBAA478D-33EF-487D-8D92-B8CE96E1F8C4}" destId="{6C2A016C-DA86-4740-BFEE-C7661E727C83}" srcOrd="0" destOrd="0" presId="urn:microsoft.com/office/officeart/2005/8/layout/chevron2"/>
    <dgm:cxn modelId="{95F25E27-18A2-439B-BCEE-FC50F99D7277}" type="presParOf" srcId="{6C2A016C-DA86-4740-BFEE-C7661E727C83}" destId="{63951282-11D0-4E12-8194-058A51A7A440}" srcOrd="0" destOrd="0" presId="urn:microsoft.com/office/officeart/2005/8/layout/chevron2"/>
    <dgm:cxn modelId="{9EF3CA48-E014-4307-9302-F102A1C7B682}" type="presParOf" srcId="{6C2A016C-DA86-4740-BFEE-C7661E727C83}" destId="{9DBCE2B9-9409-4633-ADB2-B050AF9380EE}" srcOrd="1" destOrd="0" presId="urn:microsoft.com/office/officeart/2005/8/layout/chevron2"/>
    <dgm:cxn modelId="{EFCDBDC0-32DE-4CE8-87BC-6B33593F8E15}" type="presParOf" srcId="{FBAA478D-33EF-487D-8D92-B8CE96E1F8C4}" destId="{7913C09D-94A8-4C30-B2A4-23B593CFA2D1}" srcOrd="1" destOrd="0" presId="urn:microsoft.com/office/officeart/2005/8/layout/chevron2"/>
    <dgm:cxn modelId="{F48F83FE-9D21-4473-918A-1F2ED81E5DCB}" type="presParOf" srcId="{FBAA478D-33EF-487D-8D92-B8CE96E1F8C4}" destId="{B3255170-5A77-4ADA-A13F-BA1155A5D205}" srcOrd="2" destOrd="0" presId="urn:microsoft.com/office/officeart/2005/8/layout/chevron2"/>
    <dgm:cxn modelId="{5B80CF89-3CEB-4144-99BC-5884266C42C9}" type="presParOf" srcId="{B3255170-5A77-4ADA-A13F-BA1155A5D205}" destId="{1CD270FC-0D0E-46C9-94C1-B006FD31B379}" srcOrd="0" destOrd="0" presId="urn:microsoft.com/office/officeart/2005/8/layout/chevron2"/>
    <dgm:cxn modelId="{C6B450C7-CDC4-4F46-94D8-4613F866EA82}" type="presParOf" srcId="{B3255170-5A77-4ADA-A13F-BA1155A5D205}" destId="{E42D4482-0214-4877-9FE7-3ABBD9C091DC}" srcOrd="1" destOrd="0" presId="urn:microsoft.com/office/officeart/2005/8/layout/chevron2"/>
    <dgm:cxn modelId="{12DC5362-D0B4-4F3F-8E7C-D9FDFFF55F96}" type="presParOf" srcId="{FBAA478D-33EF-487D-8D92-B8CE96E1F8C4}" destId="{62EB5642-7CEE-4036-A6AA-ABEC76C07549}" srcOrd="3" destOrd="0" presId="urn:microsoft.com/office/officeart/2005/8/layout/chevron2"/>
    <dgm:cxn modelId="{9AF56A57-65C2-497D-B633-E5988D2988A2}" type="presParOf" srcId="{FBAA478D-33EF-487D-8D92-B8CE96E1F8C4}" destId="{0097630F-621A-4D90-8A2C-432ED5BA958E}" srcOrd="4" destOrd="0" presId="urn:microsoft.com/office/officeart/2005/8/layout/chevron2"/>
    <dgm:cxn modelId="{64B929F3-1EDA-4FD7-B4BE-0C453EF16DEC}" type="presParOf" srcId="{0097630F-621A-4D90-8A2C-432ED5BA958E}" destId="{E5D87EB8-17FC-4F77-8FD0-41FCEF1A044E}" srcOrd="0" destOrd="0" presId="urn:microsoft.com/office/officeart/2005/8/layout/chevron2"/>
    <dgm:cxn modelId="{750700CA-A328-46A1-BA91-ECDCD91948DF}" type="presParOf" srcId="{0097630F-621A-4D90-8A2C-432ED5BA958E}" destId="{F2241BE7-512D-490C-A1A6-51A96E019F1E}" srcOrd="1" destOrd="0" presId="urn:microsoft.com/office/officeart/2005/8/layout/chevron2"/>
    <dgm:cxn modelId="{E0E2331C-E82A-421A-8C3E-B68367F7D7D1}" type="presParOf" srcId="{FBAA478D-33EF-487D-8D92-B8CE96E1F8C4}" destId="{D27B01AC-6817-4732-922A-5439A7E176D8}" srcOrd="5" destOrd="0" presId="urn:microsoft.com/office/officeart/2005/8/layout/chevron2"/>
    <dgm:cxn modelId="{5AABE1B1-90A4-4DEF-829E-731F745A4564}" type="presParOf" srcId="{FBAA478D-33EF-487D-8D92-B8CE96E1F8C4}" destId="{1CC7B334-CD38-4A21-A62C-50987CDD31C2}" srcOrd="6" destOrd="0" presId="urn:microsoft.com/office/officeart/2005/8/layout/chevron2"/>
    <dgm:cxn modelId="{D1F42A0C-5456-4069-9FF7-136FB607E846}" type="presParOf" srcId="{1CC7B334-CD38-4A21-A62C-50987CDD31C2}" destId="{5129D863-9DC5-4BB4-B3BF-6F7B813F7351}" srcOrd="0" destOrd="0" presId="urn:microsoft.com/office/officeart/2005/8/layout/chevron2"/>
    <dgm:cxn modelId="{83CE6F98-0304-4EC0-8ACA-E23F64BD8944}" type="presParOf" srcId="{1CC7B334-CD38-4A21-A62C-50987CDD31C2}" destId="{2EF121AA-95B3-4CA9-9730-C5CB31DF8A99}"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535EEF5-FB67-40E8-808B-C31F87DE0EA6}" type="doc">
      <dgm:prSet loTypeId="urn:microsoft.com/office/officeart/2005/8/layout/chevron2" loCatId="process" qsTypeId="urn:microsoft.com/office/officeart/2005/8/quickstyle/simple1" qsCatId="simple" csTypeId="urn:microsoft.com/office/officeart/2005/8/colors/accent2_2" csCatId="accent2" phldr="1"/>
      <dgm:spPr/>
      <dgm:t>
        <a:bodyPr/>
        <a:lstStyle/>
        <a:p>
          <a:endParaRPr lang="zh-CN" altLang="en-US"/>
        </a:p>
      </dgm:t>
    </dgm:pt>
    <dgm:pt modelId="{54518DC8-D1BF-47EA-92E0-DD0F19FE634A}">
      <dgm:prSet phldrT="[文本]" custT="1"/>
      <dgm:spPr/>
      <dgm:t>
        <a:bodyPr/>
        <a:lstStyle/>
        <a:p>
          <a:r>
            <a:rPr lang="en-US" altLang="zh-CN" sz="3200" b="1" dirty="0">
              <a:solidFill>
                <a:schemeClr val="bg1"/>
              </a:solidFill>
              <a:latin typeface="Bookman Old Style" pitchFamily="18" charset="0"/>
            </a:rPr>
            <a:t>1.</a:t>
          </a:r>
          <a:endParaRPr lang="zh-CN" altLang="en-US" sz="3200" b="1" dirty="0">
            <a:solidFill>
              <a:schemeClr val="bg1"/>
            </a:solidFill>
            <a:latin typeface="Bookman Old Style" pitchFamily="18" charset="0"/>
          </a:endParaRPr>
        </a:p>
      </dgm:t>
    </dgm:pt>
    <dgm:pt modelId="{4A63A0A0-5B85-454A-938D-9562ABC268E8}" type="parTrans" cxnId="{63CD2013-D667-4861-914A-A341D9E293DC}">
      <dgm:prSet/>
      <dgm:spPr/>
      <dgm:t>
        <a:bodyPr/>
        <a:lstStyle/>
        <a:p>
          <a:endParaRPr lang="zh-CN" altLang="en-US" sz="3200">
            <a:solidFill>
              <a:srgbClr val="000000"/>
            </a:solidFill>
          </a:endParaRPr>
        </a:p>
      </dgm:t>
    </dgm:pt>
    <dgm:pt modelId="{2F148745-227E-4C26-812D-D9644844745B}" type="sibTrans" cxnId="{63CD2013-D667-4861-914A-A341D9E293DC}">
      <dgm:prSet/>
      <dgm:spPr/>
      <dgm:t>
        <a:bodyPr/>
        <a:lstStyle/>
        <a:p>
          <a:endParaRPr lang="zh-CN" altLang="en-US" sz="3200">
            <a:solidFill>
              <a:srgbClr val="000000"/>
            </a:solidFill>
          </a:endParaRPr>
        </a:p>
      </dgm:t>
    </dgm:pt>
    <dgm:pt modelId="{83CC5C30-88B9-472A-ABAC-3BE87F009E0F}">
      <dgm:prSet phldrT="[文本]" custT="1"/>
      <dgm:spPr>
        <a:ln>
          <a:solidFill>
            <a:srgbClr val="000000"/>
          </a:solidFill>
        </a:ln>
      </dgm:spPr>
      <dgm:t>
        <a:bodyPr/>
        <a:lstStyle/>
        <a:p>
          <a:pPr>
            <a:lnSpc>
              <a:spcPct val="100000"/>
            </a:lnSpc>
          </a:pPr>
          <a:r>
            <a:rPr lang="en-US" altLang="zh-CN" sz="2800" b="1"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MVC</a:t>
          </a:r>
          <a:r>
            <a:rPr lang="zh-CN" altLang="en-US" sz="2800" b="1"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模式</a:t>
          </a:r>
        </a:p>
      </dgm:t>
    </dgm:pt>
    <dgm:pt modelId="{1426009C-CFF2-4740-86EB-D4887AD048E4}" type="parTrans" cxnId="{481BA8B4-3AF7-4BD0-AB89-1D6D9A0760C3}">
      <dgm:prSet/>
      <dgm:spPr/>
      <dgm:t>
        <a:bodyPr/>
        <a:lstStyle/>
        <a:p>
          <a:endParaRPr lang="zh-CN" altLang="en-US" sz="3200">
            <a:solidFill>
              <a:srgbClr val="000000"/>
            </a:solidFill>
          </a:endParaRPr>
        </a:p>
      </dgm:t>
    </dgm:pt>
    <dgm:pt modelId="{F03902B4-B21D-445D-AC34-5AD08445ACB4}" type="sibTrans" cxnId="{481BA8B4-3AF7-4BD0-AB89-1D6D9A0760C3}">
      <dgm:prSet/>
      <dgm:spPr/>
      <dgm:t>
        <a:bodyPr/>
        <a:lstStyle/>
        <a:p>
          <a:endParaRPr lang="zh-CN" altLang="en-US" sz="3200">
            <a:solidFill>
              <a:srgbClr val="000000"/>
            </a:solidFill>
          </a:endParaRPr>
        </a:p>
      </dgm:t>
    </dgm:pt>
    <dgm:pt modelId="{52BD2B4A-BCA9-42C8-8753-7B6879BAF2D4}">
      <dgm:prSet phldrT="[文本]" custT="1"/>
      <dgm:spPr/>
      <dgm:t>
        <a:bodyPr/>
        <a:lstStyle/>
        <a:p>
          <a:r>
            <a:rPr lang="en-US" altLang="zh-CN" sz="3200" b="1" dirty="0">
              <a:solidFill>
                <a:schemeClr val="bg1"/>
              </a:solidFill>
              <a:latin typeface="Bookman Old Style" pitchFamily="18" charset="0"/>
            </a:rPr>
            <a:t>2.</a:t>
          </a:r>
          <a:endParaRPr lang="zh-CN" altLang="en-US" sz="3200" b="1" dirty="0">
            <a:solidFill>
              <a:schemeClr val="bg1"/>
            </a:solidFill>
          </a:endParaRPr>
        </a:p>
      </dgm:t>
    </dgm:pt>
    <dgm:pt modelId="{4CA2C1A0-99DE-4E81-B4CB-455F5B30B2AC}" type="parTrans" cxnId="{79A27447-0D09-4F2B-9704-9330B3BA7B7A}">
      <dgm:prSet/>
      <dgm:spPr/>
      <dgm:t>
        <a:bodyPr/>
        <a:lstStyle/>
        <a:p>
          <a:endParaRPr lang="zh-CN" altLang="en-US" sz="3200">
            <a:solidFill>
              <a:srgbClr val="000000"/>
            </a:solidFill>
          </a:endParaRPr>
        </a:p>
      </dgm:t>
    </dgm:pt>
    <dgm:pt modelId="{70FBCB72-0E72-43F3-B225-F6CF5CADF21A}" type="sibTrans" cxnId="{79A27447-0D09-4F2B-9704-9330B3BA7B7A}">
      <dgm:prSet/>
      <dgm:spPr/>
      <dgm:t>
        <a:bodyPr/>
        <a:lstStyle/>
        <a:p>
          <a:endParaRPr lang="zh-CN" altLang="en-US" sz="3200">
            <a:solidFill>
              <a:srgbClr val="000000"/>
            </a:solidFill>
          </a:endParaRPr>
        </a:p>
      </dgm:t>
    </dgm:pt>
    <dgm:pt modelId="{E8C59684-A5DA-4BFD-B245-810018E55D78}">
      <dgm:prSet phldrT="[文本]" custT="1"/>
      <dgm:spPr>
        <a:ln>
          <a:solidFill>
            <a:srgbClr val="FF0000"/>
          </a:solidFill>
        </a:ln>
      </dgm:spPr>
      <dgm:t>
        <a:bodyPr/>
        <a:lstStyle/>
        <a:p>
          <a:r>
            <a:rPr lang="zh-CN" altLang="en-US" sz="2800" b="1"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发布</a:t>
          </a:r>
          <a:r>
            <a:rPr lang="en-US" altLang="zh-CN" sz="2800" b="1"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a:t>
          </a:r>
          <a:r>
            <a:rPr lang="zh-CN" altLang="en-US" sz="2800" b="1"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订阅模式</a:t>
          </a:r>
        </a:p>
      </dgm:t>
    </dgm:pt>
    <dgm:pt modelId="{D3AB8E7C-029A-45B8-BA2A-DE348AB70AA8}" type="parTrans" cxnId="{CE1D2A34-3743-4097-8EE9-AA3502541146}">
      <dgm:prSet/>
      <dgm:spPr/>
      <dgm:t>
        <a:bodyPr/>
        <a:lstStyle/>
        <a:p>
          <a:endParaRPr lang="zh-CN" altLang="en-US" sz="3200">
            <a:solidFill>
              <a:srgbClr val="000000"/>
            </a:solidFill>
          </a:endParaRPr>
        </a:p>
      </dgm:t>
    </dgm:pt>
    <dgm:pt modelId="{97F84FA1-939F-468D-BABE-31D665340BDC}" type="sibTrans" cxnId="{CE1D2A34-3743-4097-8EE9-AA3502541146}">
      <dgm:prSet/>
      <dgm:spPr/>
      <dgm:t>
        <a:bodyPr/>
        <a:lstStyle/>
        <a:p>
          <a:endParaRPr lang="zh-CN" altLang="en-US" sz="3200">
            <a:solidFill>
              <a:srgbClr val="000000"/>
            </a:solidFill>
          </a:endParaRPr>
        </a:p>
      </dgm:t>
    </dgm:pt>
    <dgm:pt modelId="{3BF32554-1F9B-4294-97A0-A1F34812ACB3}">
      <dgm:prSet phldrT="[文本]" custT="1"/>
      <dgm:spPr/>
      <dgm:t>
        <a:bodyPr/>
        <a:lstStyle/>
        <a:p>
          <a:r>
            <a:rPr lang="en-US" altLang="zh-CN" sz="3200" b="1" dirty="0">
              <a:solidFill>
                <a:schemeClr val="bg1"/>
              </a:solidFill>
              <a:latin typeface="Bookman Old Style" pitchFamily="18" charset="0"/>
            </a:rPr>
            <a:t>3.</a:t>
          </a:r>
          <a:endParaRPr lang="zh-CN" altLang="en-US" sz="3200" b="1" dirty="0">
            <a:solidFill>
              <a:schemeClr val="bg1"/>
            </a:solidFill>
          </a:endParaRPr>
        </a:p>
      </dgm:t>
    </dgm:pt>
    <dgm:pt modelId="{C184EE56-4C84-42B3-91E4-8EF2941C5644}" type="parTrans" cxnId="{0BFCC0B3-4B76-4A1C-8393-ADC13246577A}">
      <dgm:prSet/>
      <dgm:spPr/>
      <dgm:t>
        <a:bodyPr/>
        <a:lstStyle/>
        <a:p>
          <a:endParaRPr lang="zh-CN" altLang="en-US">
            <a:solidFill>
              <a:srgbClr val="000000"/>
            </a:solidFill>
          </a:endParaRPr>
        </a:p>
      </dgm:t>
    </dgm:pt>
    <dgm:pt modelId="{647DCB62-E6D6-4696-B5AF-21DBD988DCBA}" type="sibTrans" cxnId="{0BFCC0B3-4B76-4A1C-8393-ADC13246577A}">
      <dgm:prSet/>
      <dgm:spPr/>
      <dgm:t>
        <a:bodyPr/>
        <a:lstStyle/>
        <a:p>
          <a:endParaRPr lang="zh-CN" altLang="en-US">
            <a:solidFill>
              <a:srgbClr val="000000"/>
            </a:solidFill>
          </a:endParaRPr>
        </a:p>
      </dgm:t>
    </dgm:pt>
    <dgm:pt modelId="{E76E75A2-B9D7-4C28-B92D-409BB35DA14E}">
      <dgm:prSet custT="1"/>
      <dgm:spPr>
        <a:ln>
          <a:solidFill>
            <a:srgbClr val="000000"/>
          </a:solidFill>
        </a:ln>
      </dgm:spPr>
      <dgm:t>
        <a:bodyPr/>
        <a:lstStyle/>
        <a:p>
          <a:r>
            <a:rPr lang="zh-CN" altLang="en-US" sz="2800" b="1"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微内核模式</a:t>
          </a:r>
        </a:p>
      </dgm:t>
    </dgm:pt>
    <dgm:pt modelId="{8A7519E1-B77F-4722-9AE7-49EEBDB331A5}" type="parTrans" cxnId="{131D9635-ECD6-4A89-B3BB-EDDC9E9D117D}">
      <dgm:prSet/>
      <dgm:spPr/>
      <dgm:t>
        <a:bodyPr/>
        <a:lstStyle/>
        <a:p>
          <a:endParaRPr lang="zh-CN" altLang="en-US">
            <a:solidFill>
              <a:srgbClr val="000000"/>
            </a:solidFill>
          </a:endParaRPr>
        </a:p>
      </dgm:t>
    </dgm:pt>
    <dgm:pt modelId="{E81EB838-1AA0-4935-BF2E-CD289548E10F}" type="sibTrans" cxnId="{131D9635-ECD6-4A89-B3BB-EDDC9E9D117D}">
      <dgm:prSet/>
      <dgm:spPr/>
      <dgm:t>
        <a:bodyPr/>
        <a:lstStyle/>
        <a:p>
          <a:endParaRPr lang="zh-CN" altLang="en-US">
            <a:solidFill>
              <a:srgbClr val="000000"/>
            </a:solidFill>
          </a:endParaRPr>
        </a:p>
      </dgm:t>
    </dgm:pt>
    <dgm:pt modelId="{C48078CA-4956-4AFD-B063-A0610F56A274}">
      <dgm:prSet phldrT="[文本]" custT="1"/>
      <dgm:spPr/>
      <dgm:t>
        <a:bodyPr/>
        <a:lstStyle/>
        <a:p>
          <a:r>
            <a:rPr lang="en-US" altLang="zh-CN" sz="3200" b="1" dirty="0">
              <a:solidFill>
                <a:schemeClr val="bg1"/>
              </a:solidFill>
              <a:latin typeface="Bookman Old Style" pitchFamily="18" charset="0"/>
            </a:rPr>
            <a:t>4.</a:t>
          </a:r>
          <a:endParaRPr lang="zh-CN" altLang="en-US" sz="3200" b="1" dirty="0">
            <a:solidFill>
              <a:schemeClr val="bg1"/>
            </a:solidFill>
          </a:endParaRPr>
        </a:p>
      </dgm:t>
    </dgm:pt>
    <dgm:pt modelId="{EC645BA1-0893-4DD8-86B7-467B469785AE}" type="parTrans" cxnId="{0D99E9D1-BFBF-452D-A77D-E162DB0CCAA8}">
      <dgm:prSet/>
      <dgm:spPr/>
      <dgm:t>
        <a:bodyPr/>
        <a:lstStyle/>
        <a:p>
          <a:endParaRPr lang="zh-CN" altLang="en-US"/>
        </a:p>
      </dgm:t>
    </dgm:pt>
    <dgm:pt modelId="{53C04421-DF0C-4B39-9D34-FC03810EBD94}" type="sibTrans" cxnId="{0D99E9D1-BFBF-452D-A77D-E162DB0CCAA8}">
      <dgm:prSet/>
      <dgm:spPr/>
      <dgm:t>
        <a:bodyPr/>
        <a:lstStyle/>
        <a:p>
          <a:endParaRPr lang="zh-CN" altLang="en-US"/>
        </a:p>
      </dgm:t>
    </dgm:pt>
    <dgm:pt modelId="{258113FB-46B5-4147-88C9-BDF52865BBE7}">
      <dgm:prSet custT="1"/>
      <dgm:spPr>
        <a:ln>
          <a:solidFill>
            <a:srgbClr val="000000"/>
          </a:solidFill>
        </a:ln>
      </dgm:spPr>
      <dgm:t>
        <a:bodyPr/>
        <a:lstStyle/>
        <a:p>
          <a:r>
            <a:rPr lang="zh-CN" altLang="en-US" sz="2800" b="1"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反射模式</a:t>
          </a:r>
          <a:endParaRPr lang="zh-CN" altLang="en-US" sz="2800" dirty="0"/>
        </a:p>
      </dgm:t>
    </dgm:pt>
    <dgm:pt modelId="{40F00242-2BD9-4E05-BF97-98F798282E51}" type="parTrans" cxnId="{F3D5DB82-2827-4F4C-A4AE-A89D09B707FB}">
      <dgm:prSet/>
      <dgm:spPr/>
      <dgm:t>
        <a:bodyPr/>
        <a:lstStyle/>
        <a:p>
          <a:endParaRPr lang="zh-CN" altLang="en-US"/>
        </a:p>
      </dgm:t>
    </dgm:pt>
    <dgm:pt modelId="{04EF93FA-DBD7-48BE-B962-8CD062EBB45F}" type="sibTrans" cxnId="{F3D5DB82-2827-4F4C-A4AE-A89D09B707FB}">
      <dgm:prSet/>
      <dgm:spPr/>
      <dgm:t>
        <a:bodyPr/>
        <a:lstStyle/>
        <a:p>
          <a:endParaRPr lang="zh-CN" altLang="en-US"/>
        </a:p>
      </dgm:t>
    </dgm:pt>
    <dgm:pt modelId="{FBAA478D-33EF-487D-8D92-B8CE96E1F8C4}" type="pres">
      <dgm:prSet presAssocID="{D535EEF5-FB67-40E8-808B-C31F87DE0EA6}" presName="linearFlow" presStyleCnt="0">
        <dgm:presLayoutVars>
          <dgm:dir/>
          <dgm:animLvl val="lvl"/>
          <dgm:resizeHandles val="exact"/>
        </dgm:presLayoutVars>
      </dgm:prSet>
      <dgm:spPr/>
      <dgm:t>
        <a:bodyPr/>
        <a:lstStyle/>
        <a:p>
          <a:endParaRPr lang="zh-CN" altLang="en-US"/>
        </a:p>
      </dgm:t>
    </dgm:pt>
    <dgm:pt modelId="{6C2A016C-DA86-4740-BFEE-C7661E727C83}" type="pres">
      <dgm:prSet presAssocID="{54518DC8-D1BF-47EA-92E0-DD0F19FE634A}" presName="composite" presStyleCnt="0"/>
      <dgm:spPr/>
    </dgm:pt>
    <dgm:pt modelId="{63951282-11D0-4E12-8194-058A51A7A440}" type="pres">
      <dgm:prSet presAssocID="{54518DC8-D1BF-47EA-92E0-DD0F19FE634A}" presName="parentText" presStyleLbl="alignNode1" presStyleIdx="0" presStyleCnt="4">
        <dgm:presLayoutVars>
          <dgm:chMax val="1"/>
          <dgm:bulletEnabled val="1"/>
        </dgm:presLayoutVars>
      </dgm:prSet>
      <dgm:spPr/>
      <dgm:t>
        <a:bodyPr/>
        <a:lstStyle/>
        <a:p>
          <a:endParaRPr lang="zh-CN" altLang="en-US"/>
        </a:p>
      </dgm:t>
    </dgm:pt>
    <dgm:pt modelId="{9DBCE2B9-9409-4633-ADB2-B050AF9380EE}" type="pres">
      <dgm:prSet presAssocID="{54518DC8-D1BF-47EA-92E0-DD0F19FE634A}" presName="descendantText" presStyleLbl="alignAcc1" presStyleIdx="0" presStyleCnt="4" custLinFactY="-100000" custLinFactNeighborX="28897" custLinFactNeighborY="-129659">
        <dgm:presLayoutVars>
          <dgm:bulletEnabled val="1"/>
        </dgm:presLayoutVars>
      </dgm:prSet>
      <dgm:spPr/>
      <dgm:t>
        <a:bodyPr/>
        <a:lstStyle/>
        <a:p>
          <a:endParaRPr lang="zh-CN" altLang="en-US"/>
        </a:p>
      </dgm:t>
    </dgm:pt>
    <dgm:pt modelId="{7913C09D-94A8-4C30-B2A4-23B593CFA2D1}" type="pres">
      <dgm:prSet presAssocID="{2F148745-227E-4C26-812D-D9644844745B}" presName="sp" presStyleCnt="0"/>
      <dgm:spPr/>
    </dgm:pt>
    <dgm:pt modelId="{B3255170-5A77-4ADA-A13F-BA1155A5D205}" type="pres">
      <dgm:prSet presAssocID="{52BD2B4A-BCA9-42C8-8753-7B6879BAF2D4}" presName="composite" presStyleCnt="0"/>
      <dgm:spPr/>
    </dgm:pt>
    <dgm:pt modelId="{1CD270FC-0D0E-46C9-94C1-B006FD31B379}" type="pres">
      <dgm:prSet presAssocID="{52BD2B4A-BCA9-42C8-8753-7B6879BAF2D4}" presName="parentText" presStyleLbl="alignNode1" presStyleIdx="1" presStyleCnt="4">
        <dgm:presLayoutVars>
          <dgm:chMax val="1"/>
          <dgm:bulletEnabled val="1"/>
        </dgm:presLayoutVars>
      </dgm:prSet>
      <dgm:spPr/>
      <dgm:t>
        <a:bodyPr/>
        <a:lstStyle/>
        <a:p>
          <a:endParaRPr lang="zh-CN" altLang="en-US"/>
        </a:p>
      </dgm:t>
    </dgm:pt>
    <dgm:pt modelId="{E42D4482-0214-4877-9FE7-3ABBD9C091DC}" type="pres">
      <dgm:prSet presAssocID="{52BD2B4A-BCA9-42C8-8753-7B6879BAF2D4}" presName="descendantText" presStyleLbl="alignAcc1" presStyleIdx="1" presStyleCnt="4">
        <dgm:presLayoutVars>
          <dgm:bulletEnabled val="1"/>
        </dgm:presLayoutVars>
      </dgm:prSet>
      <dgm:spPr/>
      <dgm:t>
        <a:bodyPr/>
        <a:lstStyle/>
        <a:p>
          <a:endParaRPr lang="zh-CN" altLang="en-US"/>
        </a:p>
      </dgm:t>
    </dgm:pt>
    <dgm:pt modelId="{62EB5642-7CEE-4036-A6AA-ABEC76C07549}" type="pres">
      <dgm:prSet presAssocID="{70FBCB72-0E72-43F3-B225-F6CF5CADF21A}" presName="sp" presStyleCnt="0"/>
      <dgm:spPr/>
    </dgm:pt>
    <dgm:pt modelId="{0097630F-621A-4D90-8A2C-432ED5BA958E}" type="pres">
      <dgm:prSet presAssocID="{3BF32554-1F9B-4294-97A0-A1F34812ACB3}" presName="composite" presStyleCnt="0"/>
      <dgm:spPr/>
    </dgm:pt>
    <dgm:pt modelId="{E5D87EB8-17FC-4F77-8FD0-41FCEF1A044E}" type="pres">
      <dgm:prSet presAssocID="{3BF32554-1F9B-4294-97A0-A1F34812ACB3}" presName="parentText" presStyleLbl="alignNode1" presStyleIdx="2" presStyleCnt="4">
        <dgm:presLayoutVars>
          <dgm:chMax val="1"/>
          <dgm:bulletEnabled val="1"/>
        </dgm:presLayoutVars>
      </dgm:prSet>
      <dgm:spPr/>
      <dgm:t>
        <a:bodyPr/>
        <a:lstStyle/>
        <a:p>
          <a:endParaRPr lang="zh-CN" altLang="en-US"/>
        </a:p>
      </dgm:t>
    </dgm:pt>
    <dgm:pt modelId="{F2241BE7-512D-490C-A1A6-51A96E019F1E}" type="pres">
      <dgm:prSet presAssocID="{3BF32554-1F9B-4294-97A0-A1F34812ACB3}" presName="descendantText" presStyleLbl="alignAcc1" presStyleIdx="2" presStyleCnt="4">
        <dgm:presLayoutVars>
          <dgm:bulletEnabled val="1"/>
        </dgm:presLayoutVars>
      </dgm:prSet>
      <dgm:spPr/>
      <dgm:t>
        <a:bodyPr/>
        <a:lstStyle/>
        <a:p>
          <a:endParaRPr lang="zh-CN" altLang="en-US"/>
        </a:p>
      </dgm:t>
    </dgm:pt>
    <dgm:pt modelId="{E5A705DA-B14B-45DC-BA21-F5AA2A865E5E}" type="pres">
      <dgm:prSet presAssocID="{647DCB62-E6D6-4696-B5AF-21DBD988DCBA}" presName="sp" presStyleCnt="0"/>
      <dgm:spPr/>
    </dgm:pt>
    <dgm:pt modelId="{EEF86A4E-E1F9-4065-B9AA-C7B9F4213405}" type="pres">
      <dgm:prSet presAssocID="{C48078CA-4956-4AFD-B063-A0610F56A274}" presName="composite" presStyleCnt="0"/>
      <dgm:spPr/>
    </dgm:pt>
    <dgm:pt modelId="{62AD4608-AD48-4F39-B0DB-DCA416D6216A}" type="pres">
      <dgm:prSet presAssocID="{C48078CA-4956-4AFD-B063-A0610F56A274}" presName="parentText" presStyleLbl="alignNode1" presStyleIdx="3" presStyleCnt="4">
        <dgm:presLayoutVars>
          <dgm:chMax val="1"/>
          <dgm:bulletEnabled val="1"/>
        </dgm:presLayoutVars>
      </dgm:prSet>
      <dgm:spPr/>
      <dgm:t>
        <a:bodyPr/>
        <a:lstStyle/>
        <a:p>
          <a:endParaRPr lang="zh-CN" altLang="en-US"/>
        </a:p>
      </dgm:t>
    </dgm:pt>
    <dgm:pt modelId="{8F544113-9CDF-4EB5-8CE1-A8C848FEBD67}" type="pres">
      <dgm:prSet presAssocID="{C48078CA-4956-4AFD-B063-A0610F56A274}" presName="descendantText" presStyleLbl="alignAcc1" presStyleIdx="3" presStyleCnt="4">
        <dgm:presLayoutVars>
          <dgm:bulletEnabled val="1"/>
        </dgm:presLayoutVars>
      </dgm:prSet>
      <dgm:spPr/>
      <dgm:t>
        <a:bodyPr/>
        <a:lstStyle/>
        <a:p>
          <a:endParaRPr lang="zh-CN" altLang="en-US"/>
        </a:p>
      </dgm:t>
    </dgm:pt>
  </dgm:ptLst>
  <dgm:cxnLst>
    <dgm:cxn modelId="{396A9C30-A2E2-4F9B-9533-177395E6AE95}" type="presOf" srcId="{C48078CA-4956-4AFD-B063-A0610F56A274}" destId="{62AD4608-AD48-4F39-B0DB-DCA416D6216A}" srcOrd="0" destOrd="0" presId="urn:microsoft.com/office/officeart/2005/8/layout/chevron2"/>
    <dgm:cxn modelId="{1844F8AB-7605-4471-BE0F-193862A58A14}" type="presOf" srcId="{D535EEF5-FB67-40E8-808B-C31F87DE0EA6}" destId="{FBAA478D-33EF-487D-8D92-B8CE96E1F8C4}" srcOrd="0" destOrd="0" presId="urn:microsoft.com/office/officeart/2005/8/layout/chevron2"/>
    <dgm:cxn modelId="{131D9635-ECD6-4A89-B3BB-EDDC9E9D117D}" srcId="{3BF32554-1F9B-4294-97A0-A1F34812ACB3}" destId="{E76E75A2-B9D7-4C28-B92D-409BB35DA14E}" srcOrd="0" destOrd="0" parTransId="{8A7519E1-B77F-4722-9AE7-49EEBDB331A5}" sibTransId="{E81EB838-1AA0-4935-BF2E-CD289548E10F}"/>
    <dgm:cxn modelId="{F3D5DB82-2827-4F4C-A4AE-A89D09B707FB}" srcId="{C48078CA-4956-4AFD-B063-A0610F56A274}" destId="{258113FB-46B5-4147-88C9-BDF52865BBE7}" srcOrd="0" destOrd="0" parTransId="{40F00242-2BD9-4E05-BF97-98F798282E51}" sibTransId="{04EF93FA-DBD7-48BE-B962-8CD062EBB45F}"/>
    <dgm:cxn modelId="{B5D87F55-9C00-4F80-9980-0AE8A5876D20}" type="presOf" srcId="{258113FB-46B5-4147-88C9-BDF52865BBE7}" destId="{8F544113-9CDF-4EB5-8CE1-A8C848FEBD67}" srcOrd="0" destOrd="0" presId="urn:microsoft.com/office/officeart/2005/8/layout/chevron2"/>
    <dgm:cxn modelId="{481BA8B4-3AF7-4BD0-AB89-1D6D9A0760C3}" srcId="{54518DC8-D1BF-47EA-92E0-DD0F19FE634A}" destId="{83CC5C30-88B9-472A-ABAC-3BE87F009E0F}" srcOrd="0" destOrd="0" parTransId="{1426009C-CFF2-4740-86EB-D4887AD048E4}" sibTransId="{F03902B4-B21D-445D-AC34-5AD08445ACB4}"/>
    <dgm:cxn modelId="{F0E80DDF-F644-46C0-B574-4D90A0E019D0}" type="presOf" srcId="{E76E75A2-B9D7-4C28-B92D-409BB35DA14E}" destId="{F2241BE7-512D-490C-A1A6-51A96E019F1E}" srcOrd="0" destOrd="0" presId="urn:microsoft.com/office/officeart/2005/8/layout/chevron2"/>
    <dgm:cxn modelId="{63CD2013-D667-4861-914A-A341D9E293DC}" srcId="{D535EEF5-FB67-40E8-808B-C31F87DE0EA6}" destId="{54518DC8-D1BF-47EA-92E0-DD0F19FE634A}" srcOrd="0" destOrd="0" parTransId="{4A63A0A0-5B85-454A-938D-9562ABC268E8}" sibTransId="{2F148745-227E-4C26-812D-D9644844745B}"/>
    <dgm:cxn modelId="{CE1D2A34-3743-4097-8EE9-AA3502541146}" srcId="{52BD2B4A-BCA9-42C8-8753-7B6879BAF2D4}" destId="{E8C59684-A5DA-4BFD-B245-810018E55D78}" srcOrd="0" destOrd="0" parTransId="{D3AB8E7C-029A-45B8-BA2A-DE348AB70AA8}" sibTransId="{97F84FA1-939F-468D-BABE-31D665340BDC}"/>
    <dgm:cxn modelId="{0BFCC0B3-4B76-4A1C-8393-ADC13246577A}" srcId="{D535EEF5-FB67-40E8-808B-C31F87DE0EA6}" destId="{3BF32554-1F9B-4294-97A0-A1F34812ACB3}" srcOrd="2" destOrd="0" parTransId="{C184EE56-4C84-42B3-91E4-8EF2941C5644}" sibTransId="{647DCB62-E6D6-4696-B5AF-21DBD988DCBA}"/>
    <dgm:cxn modelId="{7A02DE15-8FCB-4739-9CAC-13A79DC965E6}" type="presOf" srcId="{83CC5C30-88B9-472A-ABAC-3BE87F009E0F}" destId="{9DBCE2B9-9409-4633-ADB2-B050AF9380EE}" srcOrd="0" destOrd="0" presId="urn:microsoft.com/office/officeart/2005/8/layout/chevron2"/>
    <dgm:cxn modelId="{26914618-9CE3-40FB-B52E-76E95B4562B8}" type="presOf" srcId="{54518DC8-D1BF-47EA-92E0-DD0F19FE634A}" destId="{63951282-11D0-4E12-8194-058A51A7A440}" srcOrd="0" destOrd="0" presId="urn:microsoft.com/office/officeart/2005/8/layout/chevron2"/>
    <dgm:cxn modelId="{67B80FEC-B7DD-4AE3-9809-B96B65A18FA3}" type="presOf" srcId="{52BD2B4A-BCA9-42C8-8753-7B6879BAF2D4}" destId="{1CD270FC-0D0E-46C9-94C1-B006FD31B379}" srcOrd="0" destOrd="0" presId="urn:microsoft.com/office/officeart/2005/8/layout/chevron2"/>
    <dgm:cxn modelId="{C377674B-BD93-4CAC-9F6F-B4F243AD3ADE}" type="presOf" srcId="{3BF32554-1F9B-4294-97A0-A1F34812ACB3}" destId="{E5D87EB8-17FC-4F77-8FD0-41FCEF1A044E}" srcOrd="0" destOrd="0" presId="urn:microsoft.com/office/officeart/2005/8/layout/chevron2"/>
    <dgm:cxn modelId="{79A27447-0D09-4F2B-9704-9330B3BA7B7A}" srcId="{D535EEF5-FB67-40E8-808B-C31F87DE0EA6}" destId="{52BD2B4A-BCA9-42C8-8753-7B6879BAF2D4}" srcOrd="1" destOrd="0" parTransId="{4CA2C1A0-99DE-4E81-B4CB-455F5B30B2AC}" sibTransId="{70FBCB72-0E72-43F3-B225-F6CF5CADF21A}"/>
    <dgm:cxn modelId="{0D99E9D1-BFBF-452D-A77D-E162DB0CCAA8}" srcId="{D535EEF5-FB67-40E8-808B-C31F87DE0EA6}" destId="{C48078CA-4956-4AFD-B063-A0610F56A274}" srcOrd="3" destOrd="0" parTransId="{EC645BA1-0893-4DD8-86B7-467B469785AE}" sibTransId="{53C04421-DF0C-4B39-9D34-FC03810EBD94}"/>
    <dgm:cxn modelId="{F57A92A8-1CDF-4336-9199-5CD8F7B691D9}" type="presOf" srcId="{E8C59684-A5DA-4BFD-B245-810018E55D78}" destId="{E42D4482-0214-4877-9FE7-3ABBD9C091DC}" srcOrd="0" destOrd="0" presId="urn:microsoft.com/office/officeart/2005/8/layout/chevron2"/>
    <dgm:cxn modelId="{D202DE73-2DFA-482B-B895-9A0D1BFA90AE}" type="presParOf" srcId="{FBAA478D-33EF-487D-8D92-B8CE96E1F8C4}" destId="{6C2A016C-DA86-4740-BFEE-C7661E727C83}" srcOrd="0" destOrd="0" presId="urn:microsoft.com/office/officeart/2005/8/layout/chevron2"/>
    <dgm:cxn modelId="{C27B9134-79DF-4672-87BF-D76B252398B5}" type="presParOf" srcId="{6C2A016C-DA86-4740-BFEE-C7661E727C83}" destId="{63951282-11D0-4E12-8194-058A51A7A440}" srcOrd="0" destOrd="0" presId="urn:microsoft.com/office/officeart/2005/8/layout/chevron2"/>
    <dgm:cxn modelId="{FAE18116-955A-4231-A1C0-6EF89198F69B}" type="presParOf" srcId="{6C2A016C-DA86-4740-BFEE-C7661E727C83}" destId="{9DBCE2B9-9409-4633-ADB2-B050AF9380EE}" srcOrd="1" destOrd="0" presId="urn:microsoft.com/office/officeart/2005/8/layout/chevron2"/>
    <dgm:cxn modelId="{58E014B4-1EC4-4B69-BEF5-149A1B114573}" type="presParOf" srcId="{FBAA478D-33EF-487D-8D92-B8CE96E1F8C4}" destId="{7913C09D-94A8-4C30-B2A4-23B593CFA2D1}" srcOrd="1" destOrd="0" presId="urn:microsoft.com/office/officeart/2005/8/layout/chevron2"/>
    <dgm:cxn modelId="{A0EFA233-C7A5-44DF-8E9C-D9CD79803CE1}" type="presParOf" srcId="{FBAA478D-33EF-487D-8D92-B8CE96E1F8C4}" destId="{B3255170-5A77-4ADA-A13F-BA1155A5D205}" srcOrd="2" destOrd="0" presId="urn:microsoft.com/office/officeart/2005/8/layout/chevron2"/>
    <dgm:cxn modelId="{AA108F79-C2F1-4E77-85C4-F884D7BD8BC1}" type="presParOf" srcId="{B3255170-5A77-4ADA-A13F-BA1155A5D205}" destId="{1CD270FC-0D0E-46C9-94C1-B006FD31B379}" srcOrd="0" destOrd="0" presId="urn:microsoft.com/office/officeart/2005/8/layout/chevron2"/>
    <dgm:cxn modelId="{8594B85F-B12A-40F0-88AD-43A20EDDEA7D}" type="presParOf" srcId="{B3255170-5A77-4ADA-A13F-BA1155A5D205}" destId="{E42D4482-0214-4877-9FE7-3ABBD9C091DC}" srcOrd="1" destOrd="0" presId="urn:microsoft.com/office/officeart/2005/8/layout/chevron2"/>
    <dgm:cxn modelId="{8FC2DA71-EF26-4DB5-AFD2-4B18F23C1634}" type="presParOf" srcId="{FBAA478D-33EF-487D-8D92-B8CE96E1F8C4}" destId="{62EB5642-7CEE-4036-A6AA-ABEC76C07549}" srcOrd="3" destOrd="0" presId="urn:microsoft.com/office/officeart/2005/8/layout/chevron2"/>
    <dgm:cxn modelId="{D8AA23FC-FA68-4792-95BF-C0BA12E71BFA}" type="presParOf" srcId="{FBAA478D-33EF-487D-8D92-B8CE96E1F8C4}" destId="{0097630F-621A-4D90-8A2C-432ED5BA958E}" srcOrd="4" destOrd="0" presId="urn:microsoft.com/office/officeart/2005/8/layout/chevron2"/>
    <dgm:cxn modelId="{EF64AB2B-0222-41CF-98B9-549C0CAA0202}" type="presParOf" srcId="{0097630F-621A-4D90-8A2C-432ED5BA958E}" destId="{E5D87EB8-17FC-4F77-8FD0-41FCEF1A044E}" srcOrd="0" destOrd="0" presId="urn:microsoft.com/office/officeart/2005/8/layout/chevron2"/>
    <dgm:cxn modelId="{26CDD4B3-C974-48EE-9C1A-435889A604B4}" type="presParOf" srcId="{0097630F-621A-4D90-8A2C-432ED5BA958E}" destId="{F2241BE7-512D-490C-A1A6-51A96E019F1E}" srcOrd="1" destOrd="0" presId="urn:microsoft.com/office/officeart/2005/8/layout/chevron2"/>
    <dgm:cxn modelId="{1A051ACE-AA9E-4218-B7E8-79BFEBFB6938}" type="presParOf" srcId="{FBAA478D-33EF-487D-8D92-B8CE96E1F8C4}" destId="{E5A705DA-B14B-45DC-BA21-F5AA2A865E5E}" srcOrd="5" destOrd="0" presId="urn:microsoft.com/office/officeart/2005/8/layout/chevron2"/>
    <dgm:cxn modelId="{0474ADEC-9AEF-432D-8042-0A1BF8172794}" type="presParOf" srcId="{FBAA478D-33EF-487D-8D92-B8CE96E1F8C4}" destId="{EEF86A4E-E1F9-4065-B9AA-C7B9F4213405}" srcOrd="6" destOrd="0" presId="urn:microsoft.com/office/officeart/2005/8/layout/chevron2"/>
    <dgm:cxn modelId="{819AA8AE-C5B6-4056-AA22-BBAD2F9FDDF6}" type="presParOf" srcId="{EEF86A4E-E1F9-4065-B9AA-C7B9F4213405}" destId="{62AD4608-AD48-4F39-B0DB-DCA416D6216A}" srcOrd="0" destOrd="0" presId="urn:microsoft.com/office/officeart/2005/8/layout/chevron2"/>
    <dgm:cxn modelId="{76D445C4-D4FF-4180-9FC5-D2AAE871FB95}" type="presParOf" srcId="{EEF86A4E-E1F9-4065-B9AA-C7B9F4213405}" destId="{8F544113-9CDF-4EB5-8CE1-A8C848FEBD67}"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8170898-D155-4BD0-8F07-69A5C58FC577}" type="doc">
      <dgm:prSet loTypeId="urn:microsoft.com/office/officeart/2005/8/layout/arrow6" loCatId="relationship" qsTypeId="urn:microsoft.com/office/officeart/2005/8/quickstyle/simple1" qsCatId="simple" csTypeId="urn:microsoft.com/office/officeart/2005/8/colors/accent1_2" csCatId="accent1" phldr="1"/>
      <dgm:spPr/>
      <dgm:t>
        <a:bodyPr/>
        <a:lstStyle/>
        <a:p>
          <a:endParaRPr lang="zh-CN" altLang="en-US"/>
        </a:p>
      </dgm:t>
    </dgm:pt>
    <dgm:pt modelId="{2EE6ACBF-26D6-4001-82F8-EC98ECD7D1EC}">
      <dgm:prSet phldrT="[文本]" phldr="1"/>
      <dgm:spPr/>
      <dgm:t>
        <a:bodyPr/>
        <a:lstStyle/>
        <a:p>
          <a:endParaRPr lang="zh-CN" altLang="en-US" dirty="0"/>
        </a:p>
      </dgm:t>
    </dgm:pt>
    <dgm:pt modelId="{A6CDDAA9-79B8-4286-9B34-0AA29A33DAA2}" type="parTrans" cxnId="{FF51B617-5C66-4EA1-A027-D54B13CD4DF5}">
      <dgm:prSet/>
      <dgm:spPr/>
      <dgm:t>
        <a:bodyPr/>
        <a:lstStyle/>
        <a:p>
          <a:endParaRPr lang="zh-CN" altLang="en-US"/>
        </a:p>
      </dgm:t>
    </dgm:pt>
    <dgm:pt modelId="{0265C0A5-1605-4831-89A4-1EED6E12AD54}" type="sibTrans" cxnId="{FF51B617-5C66-4EA1-A027-D54B13CD4DF5}">
      <dgm:prSet/>
      <dgm:spPr/>
      <dgm:t>
        <a:bodyPr/>
        <a:lstStyle/>
        <a:p>
          <a:endParaRPr lang="zh-CN" altLang="en-US"/>
        </a:p>
      </dgm:t>
    </dgm:pt>
    <dgm:pt modelId="{562C284D-EC04-41AA-89FF-FD0C45B2CD63}">
      <dgm:prSet phldrT="[文本]" phldr="1"/>
      <dgm:spPr>
        <a:solidFill>
          <a:srgbClr val="00B050"/>
        </a:solidFill>
      </dgm:spPr>
      <dgm:t>
        <a:bodyPr/>
        <a:lstStyle/>
        <a:p>
          <a:endParaRPr lang="zh-CN" altLang="en-US" dirty="0"/>
        </a:p>
      </dgm:t>
    </dgm:pt>
    <dgm:pt modelId="{5F64AA5A-BE9C-414E-A826-CC17E8E450CD}" type="parTrans" cxnId="{1178572E-C38E-489B-A593-9E3B5E4C55AC}">
      <dgm:prSet/>
      <dgm:spPr/>
      <dgm:t>
        <a:bodyPr/>
        <a:lstStyle/>
        <a:p>
          <a:endParaRPr lang="zh-CN" altLang="en-US"/>
        </a:p>
      </dgm:t>
    </dgm:pt>
    <dgm:pt modelId="{2697A32E-427E-432E-8023-58127CEA775B}" type="sibTrans" cxnId="{1178572E-C38E-489B-A593-9E3B5E4C55AC}">
      <dgm:prSet/>
      <dgm:spPr/>
      <dgm:t>
        <a:bodyPr/>
        <a:lstStyle/>
        <a:p>
          <a:endParaRPr lang="zh-CN" altLang="en-US"/>
        </a:p>
      </dgm:t>
    </dgm:pt>
    <dgm:pt modelId="{68F11EA4-1960-484D-A0A8-1F8F5E508E5E}" type="pres">
      <dgm:prSet presAssocID="{58170898-D155-4BD0-8F07-69A5C58FC577}" presName="compositeShape" presStyleCnt="0">
        <dgm:presLayoutVars>
          <dgm:chMax val="2"/>
          <dgm:dir/>
          <dgm:resizeHandles val="exact"/>
        </dgm:presLayoutVars>
      </dgm:prSet>
      <dgm:spPr/>
      <dgm:t>
        <a:bodyPr/>
        <a:lstStyle/>
        <a:p>
          <a:endParaRPr lang="zh-CN" altLang="en-US"/>
        </a:p>
      </dgm:t>
    </dgm:pt>
    <dgm:pt modelId="{E3538205-072E-4F20-AB05-3F47AC3F662E}" type="pres">
      <dgm:prSet presAssocID="{58170898-D155-4BD0-8F07-69A5C58FC577}" presName="ribbon" presStyleLbl="node1" presStyleIdx="0" presStyleCnt="1" custLinFactNeighborX="-2326"/>
      <dgm:spPr>
        <a:gradFill rotWithShape="0">
          <a:gsLst>
            <a:gs pos="0">
              <a:srgbClr val="000082"/>
            </a:gs>
            <a:gs pos="13000">
              <a:srgbClr val="0047FF"/>
            </a:gs>
            <a:gs pos="28000">
              <a:srgbClr val="000082"/>
            </a:gs>
            <a:gs pos="42999">
              <a:srgbClr val="0047FF"/>
            </a:gs>
            <a:gs pos="58000">
              <a:srgbClr val="000082"/>
            </a:gs>
            <a:gs pos="72000">
              <a:srgbClr val="0047FF"/>
            </a:gs>
            <a:gs pos="87000">
              <a:srgbClr val="000082"/>
            </a:gs>
            <a:gs pos="100000">
              <a:srgbClr val="0047FF"/>
            </a:gs>
          </a:gsLst>
          <a:lin ang="5400000" scaled="0"/>
        </a:gradFill>
      </dgm:spPr>
    </dgm:pt>
    <dgm:pt modelId="{900746C9-E066-48DB-94AC-89F096EF92C1}" type="pres">
      <dgm:prSet presAssocID="{58170898-D155-4BD0-8F07-69A5C58FC577}" presName="leftArrowText" presStyleLbl="node1" presStyleIdx="0" presStyleCnt="1">
        <dgm:presLayoutVars>
          <dgm:chMax val="0"/>
          <dgm:bulletEnabled val="1"/>
        </dgm:presLayoutVars>
      </dgm:prSet>
      <dgm:spPr/>
      <dgm:t>
        <a:bodyPr/>
        <a:lstStyle/>
        <a:p>
          <a:endParaRPr lang="zh-CN" altLang="en-US"/>
        </a:p>
      </dgm:t>
    </dgm:pt>
    <dgm:pt modelId="{E3E0A4C9-45D8-4102-BE0C-4106DC048B96}" type="pres">
      <dgm:prSet presAssocID="{58170898-D155-4BD0-8F07-69A5C58FC577}" presName="rightArrowText" presStyleLbl="node1" presStyleIdx="0" presStyleCnt="1">
        <dgm:presLayoutVars>
          <dgm:chMax val="0"/>
          <dgm:bulletEnabled val="1"/>
        </dgm:presLayoutVars>
      </dgm:prSet>
      <dgm:spPr/>
      <dgm:t>
        <a:bodyPr/>
        <a:lstStyle/>
        <a:p>
          <a:endParaRPr lang="zh-CN" altLang="en-US"/>
        </a:p>
      </dgm:t>
    </dgm:pt>
  </dgm:ptLst>
  <dgm:cxnLst>
    <dgm:cxn modelId="{1178572E-C38E-489B-A593-9E3B5E4C55AC}" srcId="{58170898-D155-4BD0-8F07-69A5C58FC577}" destId="{562C284D-EC04-41AA-89FF-FD0C45B2CD63}" srcOrd="1" destOrd="0" parTransId="{5F64AA5A-BE9C-414E-A826-CC17E8E450CD}" sibTransId="{2697A32E-427E-432E-8023-58127CEA775B}"/>
    <dgm:cxn modelId="{8E431E7B-00AE-45BE-82FA-710A5B8EE2DA}" type="presOf" srcId="{2EE6ACBF-26D6-4001-82F8-EC98ECD7D1EC}" destId="{900746C9-E066-48DB-94AC-89F096EF92C1}" srcOrd="0" destOrd="0" presId="urn:microsoft.com/office/officeart/2005/8/layout/arrow6"/>
    <dgm:cxn modelId="{FF51B617-5C66-4EA1-A027-D54B13CD4DF5}" srcId="{58170898-D155-4BD0-8F07-69A5C58FC577}" destId="{2EE6ACBF-26D6-4001-82F8-EC98ECD7D1EC}" srcOrd="0" destOrd="0" parTransId="{A6CDDAA9-79B8-4286-9B34-0AA29A33DAA2}" sibTransId="{0265C0A5-1605-4831-89A4-1EED6E12AD54}"/>
    <dgm:cxn modelId="{F1ED7A1C-08E2-4618-9F06-CBE31A5D86C4}" type="presOf" srcId="{58170898-D155-4BD0-8F07-69A5C58FC577}" destId="{68F11EA4-1960-484D-A0A8-1F8F5E508E5E}" srcOrd="0" destOrd="0" presId="urn:microsoft.com/office/officeart/2005/8/layout/arrow6"/>
    <dgm:cxn modelId="{69262BDC-A885-4FDB-B44B-31E25C9968F3}" type="presOf" srcId="{562C284D-EC04-41AA-89FF-FD0C45B2CD63}" destId="{E3E0A4C9-45D8-4102-BE0C-4106DC048B96}" srcOrd="0" destOrd="0" presId="urn:microsoft.com/office/officeart/2005/8/layout/arrow6"/>
    <dgm:cxn modelId="{8AE742E6-12D4-48B2-B93A-8E6BBBFC47BD}" type="presParOf" srcId="{68F11EA4-1960-484D-A0A8-1F8F5E508E5E}" destId="{E3538205-072E-4F20-AB05-3F47AC3F662E}" srcOrd="0" destOrd="0" presId="urn:microsoft.com/office/officeart/2005/8/layout/arrow6"/>
    <dgm:cxn modelId="{84D9E625-DAB1-4946-BFBE-AC22B6278ABB}" type="presParOf" srcId="{68F11EA4-1960-484D-A0A8-1F8F5E508E5E}" destId="{900746C9-E066-48DB-94AC-89F096EF92C1}" srcOrd="1" destOrd="0" presId="urn:microsoft.com/office/officeart/2005/8/layout/arrow6"/>
    <dgm:cxn modelId="{D019C391-15D3-44BC-8D7C-15D8CB5A5C9A}" type="presParOf" srcId="{68F11EA4-1960-484D-A0A8-1F8F5E508E5E}" destId="{E3E0A4C9-45D8-4102-BE0C-4106DC048B96}" srcOrd="2" destOrd="0" presId="urn:microsoft.com/office/officeart/2005/8/layout/arrow6"/>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8C3821D-A597-4C66-9B15-19AB0C5C3234}" type="doc">
      <dgm:prSet loTypeId="urn:microsoft.com/office/officeart/2005/8/layout/vProcess5" loCatId="process" qsTypeId="urn:microsoft.com/office/officeart/2005/8/quickstyle/simple2" qsCatId="simple" csTypeId="urn:microsoft.com/office/officeart/2005/8/colors/accent6_1" csCatId="accent6" phldr="1"/>
      <dgm:spPr/>
      <dgm:t>
        <a:bodyPr/>
        <a:lstStyle/>
        <a:p>
          <a:endParaRPr lang="zh-CN" altLang="en-US"/>
        </a:p>
      </dgm:t>
    </dgm:pt>
    <dgm:pt modelId="{2FD08328-66B5-42A2-AE25-CA607BAFD9EA}">
      <dgm:prSet phldrT="[文本]" custT="1"/>
      <dgm:spPr/>
      <dgm:t>
        <a:bodyPr/>
        <a:lstStyle/>
        <a:p>
          <a:pPr>
            <a:lnSpc>
              <a:spcPct val="100000"/>
            </a:lnSpc>
          </a:pPr>
          <a:r>
            <a:rPr lang="zh-CN" altLang="en-US" sz="2800" b="1"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必须向目标对象发送消息</a:t>
          </a:r>
        </a:p>
      </dgm:t>
    </dgm:pt>
    <dgm:pt modelId="{E49E50AF-514B-4D44-9CAF-21ACD73445BF}" type="parTrans" cxnId="{BBE34C81-4C4E-4644-ABFD-B607B8D98FA3}">
      <dgm:prSet/>
      <dgm:spPr/>
      <dgm:t>
        <a:bodyPr/>
        <a:lstStyle/>
        <a:p>
          <a:endParaRPr lang="zh-CN" altLang="en-US"/>
        </a:p>
      </dgm:t>
    </dgm:pt>
    <dgm:pt modelId="{06F1FEC5-580F-4FE1-BEC3-9AD43A5DA03F}" type="sibTrans" cxnId="{BBE34C81-4C4E-4644-ABFD-B607B8D98FA3}">
      <dgm:prSet/>
      <dgm:spPr/>
      <dgm:t>
        <a:bodyPr/>
        <a:lstStyle/>
        <a:p>
          <a:endParaRPr lang="zh-CN" altLang="en-US"/>
        </a:p>
      </dgm:t>
    </dgm:pt>
    <dgm:pt modelId="{DE19D4CE-7EF4-4752-89B8-27A10FC69C28}">
      <dgm:prSet phldrT="[文本]" custT="1"/>
      <dgm:spPr/>
      <dgm:t>
        <a:bodyPr/>
        <a:lstStyle/>
        <a:p>
          <a:pPr>
            <a:lnSpc>
              <a:spcPct val="100000"/>
            </a:lnSpc>
          </a:pPr>
          <a:r>
            <a:rPr lang="zh-CN" altLang="en-US" sz="2800" b="1"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必须 基于具体类创建目标对象 或者</a:t>
          </a:r>
          <a:r>
            <a:rPr lang="en-US" altLang="zh-CN" sz="2800" b="1"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  </a:t>
          </a:r>
          <a:r>
            <a:rPr lang="zh-CN" altLang="en-US" sz="2800" b="1"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获取目标对象</a:t>
          </a:r>
        </a:p>
      </dgm:t>
    </dgm:pt>
    <dgm:pt modelId="{E2DA3A92-D558-40B2-AB73-489F804D501E}" type="parTrans" cxnId="{63B98A68-DAE2-457B-834C-B2202F7267C6}">
      <dgm:prSet/>
      <dgm:spPr/>
      <dgm:t>
        <a:bodyPr/>
        <a:lstStyle/>
        <a:p>
          <a:endParaRPr lang="zh-CN" altLang="en-US"/>
        </a:p>
      </dgm:t>
    </dgm:pt>
    <dgm:pt modelId="{D2059224-8EFF-47D6-901A-E22D6B67CAD1}" type="sibTrans" cxnId="{63B98A68-DAE2-457B-834C-B2202F7267C6}">
      <dgm:prSet/>
      <dgm:spPr/>
      <dgm:t>
        <a:bodyPr/>
        <a:lstStyle/>
        <a:p>
          <a:endParaRPr lang="zh-CN" altLang="en-US"/>
        </a:p>
      </dgm:t>
    </dgm:pt>
    <dgm:pt modelId="{17424E8D-779C-44AC-9FEC-5929DCD19ADC}">
      <dgm:prSet phldrT="[文本]" custT="1"/>
      <dgm:spPr/>
      <dgm:t>
        <a:bodyPr/>
        <a:lstStyle/>
        <a:p>
          <a:pPr>
            <a:lnSpc>
              <a:spcPct val="100000"/>
            </a:lnSpc>
          </a:pPr>
          <a:r>
            <a:rPr lang="zh-CN" altLang="en-US" sz="2800" b="1"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对象之间通过消息传递实现协作</a:t>
          </a:r>
        </a:p>
      </dgm:t>
    </dgm:pt>
    <dgm:pt modelId="{1B654C68-6605-40DA-B2D8-D36EEB2BB508}" type="sibTrans" cxnId="{BA8AAC7A-0B12-49E3-B995-B4BBB2CC0942}">
      <dgm:prSet/>
      <dgm:spPr/>
      <dgm:t>
        <a:bodyPr/>
        <a:lstStyle/>
        <a:p>
          <a:endParaRPr lang="zh-CN" altLang="en-US"/>
        </a:p>
      </dgm:t>
    </dgm:pt>
    <dgm:pt modelId="{209039B0-11EF-4D61-99E9-35AA3F9E50A3}" type="parTrans" cxnId="{BA8AAC7A-0B12-49E3-B995-B4BBB2CC0942}">
      <dgm:prSet/>
      <dgm:spPr/>
      <dgm:t>
        <a:bodyPr/>
        <a:lstStyle/>
        <a:p>
          <a:endParaRPr lang="zh-CN" altLang="en-US"/>
        </a:p>
      </dgm:t>
    </dgm:pt>
    <dgm:pt modelId="{607DF6AF-D36A-484E-99F9-59F77653986A}" type="pres">
      <dgm:prSet presAssocID="{48C3821D-A597-4C66-9B15-19AB0C5C3234}" presName="outerComposite" presStyleCnt="0">
        <dgm:presLayoutVars>
          <dgm:chMax val="5"/>
          <dgm:dir/>
          <dgm:resizeHandles val="exact"/>
        </dgm:presLayoutVars>
      </dgm:prSet>
      <dgm:spPr/>
      <dgm:t>
        <a:bodyPr/>
        <a:lstStyle/>
        <a:p>
          <a:endParaRPr lang="zh-CN" altLang="en-US"/>
        </a:p>
      </dgm:t>
    </dgm:pt>
    <dgm:pt modelId="{475DEC7F-CD25-483E-BD9B-9A82DC8859AD}" type="pres">
      <dgm:prSet presAssocID="{48C3821D-A597-4C66-9B15-19AB0C5C3234}" presName="dummyMaxCanvas" presStyleCnt="0">
        <dgm:presLayoutVars/>
      </dgm:prSet>
      <dgm:spPr/>
    </dgm:pt>
    <dgm:pt modelId="{AA6A44DA-DE6B-49CB-92A7-836A11042EDF}" type="pres">
      <dgm:prSet presAssocID="{48C3821D-A597-4C66-9B15-19AB0C5C3234}" presName="ThreeNodes_1" presStyleLbl="node1" presStyleIdx="0" presStyleCnt="3" custLinFactNeighborY="-6061">
        <dgm:presLayoutVars>
          <dgm:bulletEnabled val="1"/>
        </dgm:presLayoutVars>
      </dgm:prSet>
      <dgm:spPr/>
      <dgm:t>
        <a:bodyPr/>
        <a:lstStyle/>
        <a:p>
          <a:endParaRPr lang="zh-CN" altLang="en-US"/>
        </a:p>
      </dgm:t>
    </dgm:pt>
    <dgm:pt modelId="{93E7608A-A56F-4359-9EC2-DABB2CCF402C}" type="pres">
      <dgm:prSet presAssocID="{48C3821D-A597-4C66-9B15-19AB0C5C3234}" presName="ThreeNodes_2" presStyleLbl="node1" presStyleIdx="1" presStyleCnt="3">
        <dgm:presLayoutVars>
          <dgm:bulletEnabled val="1"/>
        </dgm:presLayoutVars>
      </dgm:prSet>
      <dgm:spPr/>
      <dgm:t>
        <a:bodyPr/>
        <a:lstStyle/>
        <a:p>
          <a:endParaRPr lang="zh-CN" altLang="en-US"/>
        </a:p>
      </dgm:t>
    </dgm:pt>
    <dgm:pt modelId="{21D16232-4E43-47C4-9404-E16197B07EC8}" type="pres">
      <dgm:prSet presAssocID="{48C3821D-A597-4C66-9B15-19AB0C5C3234}" presName="ThreeNodes_3" presStyleLbl="node1" presStyleIdx="2" presStyleCnt="3">
        <dgm:presLayoutVars>
          <dgm:bulletEnabled val="1"/>
        </dgm:presLayoutVars>
      </dgm:prSet>
      <dgm:spPr/>
      <dgm:t>
        <a:bodyPr/>
        <a:lstStyle/>
        <a:p>
          <a:endParaRPr lang="zh-CN" altLang="en-US"/>
        </a:p>
      </dgm:t>
    </dgm:pt>
    <dgm:pt modelId="{F22E8328-337B-4443-B500-39B0719C2F55}" type="pres">
      <dgm:prSet presAssocID="{48C3821D-A597-4C66-9B15-19AB0C5C3234}" presName="ThreeConn_1-2" presStyleLbl="fgAccFollowNode1" presStyleIdx="0" presStyleCnt="2">
        <dgm:presLayoutVars>
          <dgm:bulletEnabled val="1"/>
        </dgm:presLayoutVars>
      </dgm:prSet>
      <dgm:spPr/>
      <dgm:t>
        <a:bodyPr/>
        <a:lstStyle/>
        <a:p>
          <a:endParaRPr lang="zh-CN" altLang="en-US"/>
        </a:p>
      </dgm:t>
    </dgm:pt>
    <dgm:pt modelId="{F52976FE-5F58-442A-B51A-25A3BA08B17C}" type="pres">
      <dgm:prSet presAssocID="{48C3821D-A597-4C66-9B15-19AB0C5C3234}" presName="ThreeConn_2-3" presStyleLbl="fgAccFollowNode1" presStyleIdx="1" presStyleCnt="2">
        <dgm:presLayoutVars>
          <dgm:bulletEnabled val="1"/>
        </dgm:presLayoutVars>
      </dgm:prSet>
      <dgm:spPr/>
      <dgm:t>
        <a:bodyPr/>
        <a:lstStyle/>
        <a:p>
          <a:endParaRPr lang="zh-CN" altLang="en-US"/>
        </a:p>
      </dgm:t>
    </dgm:pt>
    <dgm:pt modelId="{F9FF9504-84CF-4324-92EC-BBF94317ECD9}" type="pres">
      <dgm:prSet presAssocID="{48C3821D-A597-4C66-9B15-19AB0C5C3234}" presName="ThreeNodes_1_text" presStyleLbl="node1" presStyleIdx="2" presStyleCnt="3">
        <dgm:presLayoutVars>
          <dgm:bulletEnabled val="1"/>
        </dgm:presLayoutVars>
      </dgm:prSet>
      <dgm:spPr/>
      <dgm:t>
        <a:bodyPr/>
        <a:lstStyle/>
        <a:p>
          <a:endParaRPr lang="zh-CN" altLang="en-US"/>
        </a:p>
      </dgm:t>
    </dgm:pt>
    <dgm:pt modelId="{D8F7094B-DCAD-461E-ABF7-AC58103E0F51}" type="pres">
      <dgm:prSet presAssocID="{48C3821D-A597-4C66-9B15-19AB0C5C3234}" presName="ThreeNodes_2_text" presStyleLbl="node1" presStyleIdx="2" presStyleCnt="3">
        <dgm:presLayoutVars>
          <dgm:bulletEnabled val="1"/>
        </dgm:presLayoutVars>
      </dgm:prSet>
      <dgm:spPr/>
      <dgm:t>
        <a:bodyPr/>
        <a:lstStyle/>
        <a:p>
          <a:endParaRPr lang="zh-CN" altLang="en-US"/>
        </a:p>
      </dgm:t>
    </dgm:pt>
    <dgm:pt modelId="{B4186A08-4D36-4E13-B114-32A8AB0E9E59}" type="pres">
      <dgm:prSet presAssocID="{48C3821D-A597-4C66-9B15-19AB0C5C3234}" presName="ThreeNodes_3_text" presStyleLbl="node1" presStyleIdx="2" presStyleCnt="3">
        <dgm:presLayoutVars>
          <dgm:bulletEnabled val="1"/>
        </dgm:presLayoutVars>
      </dgm:prSet>
      <dgm:spPr/>
      <dgm:t>
        <a:bodyPr/>
        <a:lstStyle/>
        <a:p>
          <a:endParaRPr lang="zh-CN" altLang="en-US"/>
        </a:p>
      </dgm:t>
    </dgm:pt>
  </dgm:ptLst>
  <dgm:cxnLst>
    <dgm:cxn modelId="{3DC70E79-F31B-4243-9A9F-DE7ED7945E67}" type="presOf" srcId="{17424E8D-779C-44AC-9FEC-5929DCD19ADC}" destId="{AA6A44DA-DE6B-49CB-92A7-836A11042EDF}" srcOrd="0" destOrd="0" presId="urn:microsoft.com/office/officeart/2005/8/layout/vProcess5"/>
    <dgm:cxn modelId="{A40D80C4-F37E-425C-8C99-14B7C48F4C9D}" type="presOf" srcId="{2FD08328-66B5-42A2-AE25-CA607BAFD9EA}" destId="{93E7608A-A56F-4359-9EC2-DABB2CCF402C}" srcOrd="0" destOrd="0" presId="urn:microsoft.com/office/officeart/2005/8/layout/vProcess5"/>
    <dgm:cxn modelId="{390A07D5-593E-437C-B1F5-6F2B9326DC0B}" type="presOf" srcId="{1B654C68-6605-40DA-B2D8-D36EEB2BB508}" destId="{F22E8328-337B-4443-B500-39B0719C2F55}" srcOrd="0" destOrd="0" presId="urn:microsoft.com/office/officeart/2005/8/layout/vProcess5"/>
    <dgm:cxn modelId="{EC5E0FA4-3EB4-4494-98DE-7DE73F91B43A}" type="presOf" srcId="{2FD08328-66B5-42A2-AE25-CA607BAFD9EA}" destId="{D8F7094B-DCAD-461E-ABF7-AC58103E0F51}" srcOrd="1" destOrd="0" presId="urn:microsoft.com/office/officeart/2005/8/layout/vProcess5"/>
    <dgm:cxn modelId="{C1F2C1C7-18DA-4307-A867-60B5A8789B47}" type="presOf" srcId="{DE19D4CE-7EF4-4752-89B8-27A10FC69C28}" destId="{B4186A08-4D36-4E13-B114-32A8AB0E9E59}" srcOrd="1" destOrd="0" presId="urn:microsoft.com/office/officeart/2005/8/layout/vProcess5"/>
    <dgm:cxn modelId="{5BEADC57-F340-4514-A3A0-5F1BB19D5CED}" type="presOf" srcId="{48C3821D-A597-4C66-9B15-19AB0C5C3234}" destId="{607DF6AF-D36A-484E-99F9-59F77653986A}" srcOrd="0" destOrd="0" presId="urn:microsoft.com/office/officeart/2005/8/layout/vProcess5"/>
    <dgm:cxn modelId="{F14589D2-CF67-49DC-93EB-4137AF44C794}" type="presOf" srcId="{17424E8D-779C-44AC-9FEC-5929DCD19ADC}" destId="{F9FF9504-84CF-4324-92EC-BBF94317ECD9}" srcOrd="1" destOrd="0" presId="urn:microsoft.com/office/officeart/2005/8/layout/vProcess5"/>
    <dgm:cxn modelId="{BBE34C81-4C4E-4644-ABFD-B607B8D98FA3}" srcId="{48C3821D-A597-4C66-9B15-19AB0C5C3234}" destId="{2FD08328-66B5-42A2-AE25-CA607BAFD9EA}" srcOrd="1" destOrd="0" parTransId="{E49E50AF-514B-4D44-9CAF-21ACD73445BF}" sibTransId="{06F1FEC5-580F-4FE1-BEC3-9AD43A5DA03F}"/>
    <dgm:cxn modelId="{6904F60C-A43B-412B-8CC1-4EB818A16E43}" type="presOf" srcId="{06F1FEC5-580F-4FE1-BEC3-9AD43A5DA03F}" destId="{F52976FE-5F58-442A-B51A-25A3BA08B17C}" srcOrd="0" destOrd="0" presId="urn:microsoft.com/office/officeart/2005/8/layout/vProcess5"/>
    <dgm:cxn modelId="{63B98A68-DAE2-457B-834C-B2202F7267C6}" srcId="{48C3821D-A597-4C66-9B15-19AB0C5C3234}" destId="{DE19D4CE-7EF4-4752-89B8-27A10FC69C28}" srcOrd="2" destOrd="0" parTransId="{E2DA3A92-D558-40B2-AB73-489F804D501E}" sibTransId="{D2059224-8EFF-47D6-901A-E22D6B67CAD1}"/>
    <dgm:cxn modelId="{BA8AAC7A-0B12-49E3-B995-B4BBB2CC0942}" srcId="{48C3821D-A597-4C66-9B15-19AB0C5C3234}" destId="{17424E8D-779C-44AC-9FEC-5929DCD19ADC}" srcOrd="0" destOrd="0" parTransId="{209039B0-11EF-4D61-99E9-35AA3F9E50A3}" sibTransId="{1B654C68-6605-40DA-B2D8-D36EEB2BB508}"/>
    <dgm:cxn modelId="{0C416F52-1F9F-402C-A181-EBBEF75385CC}" type="presOf" srcId="{DE19D4CE-7EF4-4752-89B8-27A10FC69C28}" destId="{21D16232-4E43-47C4-9404-E16197B07EC8}" srcOrd="0" destOrd="0" presId="urn:microsoft.com/office/officeart/2005/8/layout/vProcess5"/>
    <dgm:cxn modelId="{F89991CB-B7FA-4DD1-91D4-F5586EF69601}" type="presParOf" srcId="{607DF6AF-D36A-484E-99F9-59F77653986A}" destId="{475DEC7F-CD25-483E-BD9B-9A82DC8859AD}" srcOrd="0" destOrd="0" presId="urn:microsoft.com/office/officeart/2005/8/layout/vProcess5"/>
    <dgm:cxn modelId="{B2D26568-F009-4DFD-ACA9-205BEC199366}" type="presParOf" srcId="{607DF6AF-D36A-484E-99F9-59F77653986A}" destId="{AA6A44DA-DE6B-49CB-92A7-836A11042EDF}" srcOrd="1" destOrd="0" presId="urn:microsoft.com/office/officeart/2005/8/layout/vProcess5"/>
    <dgm:cxn modelId="{56A85845-F3F8-4F86-B8F3-626283DC63CD}" type="presParOf" srcId="{607DF6AF-D36A-484E-99F9-59F77653986A}" destId="{93E7608A-A56F-4359-9EC2-DABB2CCF402C}" srcOrd="2" destOrd="0" presId="urn:microsoft.com/office/officeart/2005/8/layout/vProcess5"/>
    <dgm:cxn modelId="{6411EA50-B178-453D-BED2-156FAA295623}" type="presParOf" srcId="{607DF6AF-D36A-484E-99F9-59F77653986A}" destId="{21D16232-4E43-47C4-9404-E16197B07EC8}" srcOrd="3" destOrd="0" presId="urn:microsoft.com/office/officeart/2005/8/layout/vProcess5"/>
    <dgm:cxn modelId="{E48276CD-3E8D-45BA-BBF3-DF4DFE081A9A}" type="presParOf" srcId="{607DF6AF-D36A-484E-99F9-59F77653986A}" destId="{F22E8328-337B-4443-B500-39B0719C2F55}" srcOrd="4" destOrd="0" presId="urn:microsoft.com/office/officeart/2005/8/layout/vProcess5"/>
    <dgm:cxn modelId="{AD6053EA-FF6F-447E-9147-35BDC832254F}" type="presParOf" srcId="{607DF6AF-D36A-484E-99F9-59F77653986A}" destId="{F52976FE-5F58-442A-B51A-25A3BA08B17C}" srcOrd="5" destOrd="0" presId="urn:microsoft.com/office/officeart/2005/8/layout/vProcess5"/>
    <dgm:cxn modelId="{E8C8A4EB-96A4-4D7A-B28D-5BD77A2CE51E}" type="presParOf" srcId="{607DF6AF-D36A-484E-99F9-59F77653986A}" destId="{F9FF9504-84CF-4324-92EC-BBF94317ECD9}" srcOrd="6" destOrd="0" presId="urn:microsoft.com/office/officeart/2005/8/layout/vProcess5"/>
    <dgm:cxn modelId="{A9AE6C26-3C52-45C9-8915-559957C699AB}" type="presParOf" srcId="{607DF6AF-D36A-484E-99F9-59F77653986A}" destId="{D8F7094B-DCAD-461E-ABF7-AC58103E0F51}" srcOrd="7" destOrd="0" presId="urn:microsoft.com/office/officeart/2005/8/layout/vProcess5"/>
    <dgm:cxn modelId="{8D804962-AA2D-4211-86E9-CD667F80D572}" type="presParOf" srcId="{607DF6AF-D36A-484E-99F9-59F77653986A}" destId="{B4186A08-4D36-4E13-B114-32A8AB0E9E59}" srcOrd="8"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535EEF5-FB67-40E8-808B-C31F87DE0EA6}" type="doc">
      <dgm:prSet loTypeId="urn:microsoft.com/office/officeart/2005/8/layout/chevron2" loCatId="process" qsTypeId="urn:microsoft.com/office/officeart/2005/8/quickstyle/simple1" qsCatId="simple" csTypeId="urn:microsoft.com/office/officeart/2005/8/colors/accent2_2" csCatId="accent2" phldr="1"/>
      <dgm:spPr/>
      <dgm:t>
        <a:bodyPr/>
        <a:lstStyle/>
        <a:p>
          <a:endParaRPr lang="zh-CN" altLang="en-US"/>
        </a:p>
      </dgm:t>
    </dgm:pt>
    <dgm:pt modelId="{54518DC8-D1BF-47EA-92E0-DD0F19FE634A}">
      <dgm:prSet phldrT="[文本]" custT="1"/>
      <dgm:spPr/>
      <dgm:t>
        <a:bodyPr/>
        <a:lstStyle/>
        <a:p>
          <a:r>
            <a:rPr lang="en-US" altLang="zh-CN" sz="3200" b="1" dirty="0">
              <a:solidFill>
                <a:schemeClr val="bg1"/>
              </a:solidFill>
              <a:latin typeface="Bookman Old Style" pitchFamily="18" charset="0"/>
            </a:rPr>
            <a:t>1.</a:t>
          </a:r>
          <a:endParaRPr lang="zh-CN" altLang="en-US" sz="3200" b="1" dirty="0">
            <a:solidFill>
              <a:schemeClr val="bg1"/>
            </a:solidFill>
            <a:latin typeface="Bookman Old Style" pitchFamily="18" charset="0"/>
          </a:endParaRPr>
        </a:p>
      </dgm:t>
    </dgm:pt>
    <dgm:pt modelId="{4A63A0A0-5B85-454A-938D-9562ABC268E8}" type="parTrans" cxnId="{63CD2013-D667-4861-914A-A341D9E293DC}">
      <dgm:prSet/>
      <dgm:spPr/>
      <dgm:t>
        <a:bodyPr/>
        <a:lstStyle/>
        <a:p>
          <a:endParaRPr lang="zh-CN" altLang="en-US" sz="3200">
            <a:solidFill>
              <a:srgbClr val="000000"/>
            </a:solidFill>
          </a:endParaRPr>
        </a:p>
      </dgm:t>
    </dgm:pt>
    <dgm:pt modelId="{2F148745-227E-4C26-812D-D9644844745B}" type="sibTrans" cxnId="{63CD2013-D667-4861-914A-A341D9E293DC}">
      <dgm:prSet/>
      <dgm:spPr/>
      <dgm:t>
        <a:bodyPr/>
        <a:lstStyle/>
        <a:p>
          <a:endParaRPr lang="zh-CN" altLang="en-US" sz="3200">
            <a:solidFill>
              <a:srgbClr val="000000"/>
            </a:solidFill>
          </a:endParaRPr>
        </a:p>
      </dgm:t>
    </dgm:pt>
    <dgm:pt modelId="{83CC5C30-88B9-472A-ABAC-3BE87F009E0F}">
      <dgm:prSet phldrT="[文本]" custT="1"/>
      <dgm:spPr>
        <a:ln>
          <a:solidFill>
            <a:srgbClr val="000000"/>
          </a:solidFill>
        </a:ln>
      </dgm:spPr>
      <dgm:t>
        <a:bodyPr/>
        <a:lstStyle/>
        <a:p>
          <a:pPr>
            <a:lnSpc>
              <a:spcPct val="100000"/>
            </a:lnSpc>
          </a:pPr>
          <a:r>
            <a:rPr lang="zh-CN" altLang="en-US" sz="2800" b="1"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早期的</a:t>
          </a:r>
          <a:r>
            <a:rPr lang="en-US" altLang="zh-CN" sz="2800" b="1"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Java GUI</a:t>
          </a:r>
          <a:r>
            <a:rPr lang="zh-CN" altLang="en-US" sz="2800" b="1"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事件模型</a:t>
          </a:r>
        </a:p>
      </dgm:t>
    </dgm:pt>
    <dgm:pt modelId="{1426009C-CFF2-4740-86EB-D4887AD048E4}" type="parTrans" cxnId="{481BA8B4-3AF7-4BD0-AB89-1D6D9A0760C3}">
      <dgm:prSet/>
      <dgm:spPr/>
      <dgm:t>
        <a:bodyPr/>
        <a:lstStyle/>
        <a:p>
          <a:endParaRPr lang="zh-CN" altLang="en-US" sz="3200">
            <a:solidFill>
              <a:srgbClr val="000000"/>
            </a:solidFill>
          </a:endParaRPr>
        </a:p>
      </dgm:t>
    </dgm:pt>
    <dgm:pt modelId="{F03902B4-B21D-445D-AC34-5AD08445ACB4}" type="sibTrans" cxnId="{481BA8B4-3AF7-4BD0-AB89-1D6D9A0760C3}">
      <dgm:prSet/>
      <dgm:spPr/>
      <dgm:t>
        <a:bodyPr/>
        <a:lstStyle/>
        <a:p>
          <a:endParaRPr lang="zh-CN" altLang="en-US" sz="3200">
            <a:solidFill>
              <a:srgbClr val="000000"/>
            </a:solidFill>
          </a:endParaRPr>
        </a:p>
      </dgm:t>
    </dgm:pt>
    <dgm:pt modelId="{52BD2B4A-BCA9-42C8-8753-7B6879BAF2D4}">
      <dgm:prSet phldrT="[文本]" custT="1"/>
      <dgm:spPr/>
      <dgm:t>
        <a:bodyPr/>
        <a:lstStyle/>
        <a:p>
          <a:r>
            <a:rPr lang="en-US" altLang="zh-CN" sz="3200" b="1" dirty="0">
              <a:solidFill>
                <a:schemeClr val="bg1"/>
              </a:solidFill>
              <a:latin typeface="Bookman Old Style" pitchFamily="18" charset="0"/>
            </a:rPr>
            <a:t>2.</a:t>
          </a:r>
          <a:endParaRPr lang="zh-CN" altLang="en-US" sz="3200" b="1" dirty="0">
            <a:solidFill>
              <a:schemeClr val="bg1"/>
            </a:solidFill>
          </a:endParaRPr>
        </a:p>
      </dgm:t>
    </dgm:pt>
    <dgm:pt modelId="{4CA2C1A0-99DE-4E81-B4CB-455F5B30B2AC}" type="parTrans" cxnId="{79A27447-0D09-4F2B-9704-9330B3BA7B7A}">
      <dgm:prSet/>
      <dgm:spPr/>
      <dgm:t>
        <a:bodyPr/>
        <a:lstStyle/>
        <a:p>
          <a:endParaRPr lang="zh-CN" altLang="en-US" sz="3200">
            <a:solidFill>
              <a:srgbClr val="000000"/>
            </a:solidFill>
          </a:endParaRPr>
        </a:p>
      </dgm:t>
    </dgm:pt>
    <dgm:pt modelId="{70FBCB72-0E72-43F3-B225-F6CF5CADF21A}" type="sibTrans" cxnId="{79A27447-0D09-4F2B-9704-9330B3BA7B7A}">
      <dgm:prSet/>
      <dgm:spPr/>
      <dgm:t>
        <a:bodyPr/>
        <a:lstStyle/>
        <a:p>
          <a:endParaRPr lang="zh-CN" altLang="en-US" sz="3200">
            <a:solidFill>
              <a:srgbClr val="000000"/>
            </a:solidFill>
          </a:endParaRPr>
        </a:p>
      </dgm:t>
    </dgm:pt>
    <dgm:pt modelId="{E8C59684-A5DA-4BFD-B245-810018E55D78}">
      <dgm:prSet phldrT="[文本]" custT="1"/>
      <dgm:spPr>
        <a:ln>
          <a:solidFill>
            <a:schemeClr val="accent4"/>
          </a:solidFill>
        </a:ln>
      </dgm:spPr>
      <dgm:t>
        <a:bodyPr/>
        <a:lstStyle/>
        <a:p>
          <a:r>
            <a:rPr lang="zh-CN" altLang="en-US" sz="2800" b="1"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问题何在？</a:t>
          </a:r>
        </a:p>
      </dgm:t>
    </dgm:pt>
    <dgm:pt modelId="{D3AB8E7C-029A-45B8-BA2A-DE348AB70AA8}" type="parTrans" cxnId="{CE1D2A34-3743-4097-8EE9-AA3502541146}">
      <dgm:prSet/>
      <dgm:spPr/>
      <dgm:t>
        <a:bodyPr/>
        <a:lstStyle/>
        <a:p>
          <a:endParaRPr lang="zh-CN" altLang="en-US" sz="3200">
            <a:solidFill>
              <a:srgbClr val="000000"/>
            </a:solidFill>
          </a:endParaRPr>
        </a:p>
      </dgm:t>
    </dgm:pt>
    <dgm:pt modelId="{97F84FA1-939F-468D-BABE-31D665340BDC}" type="sibTrans" cxnId="{CE1D2A34-3743-4097-8EE9-AA3502541146}">
      <dgm:prSet/>
      <dgm:spPr/>
      <dgm:t>
        <a:bodyPr/>
        <a:lstStyle/>
        <a:p>
          <a:endParaRPr lang="zh-CN" altLang="en-US" sz="3200">
            <a:solidFill>
              <a:srgbClr val="000000"/>
            </a:solidFill>
          </a:endParaRPr>
        </a:p>
      </dgm:t>
    </dgm:pt>
    <dgm:pt modelId="{3BF32554-1F9B-4294-97A0-A1F34812ACB3}">
      <dgm:prSet phldrT="[文本]" custT="1"/>
      <dgm:spPr/>
      <dgm:t>
        <a:bodyPr/>
        <a:lstStyle/>
        <a:p>
          <a:r>
            <a:rPr lang="en-US" altLang="zh-CN" sz="3200" b="1" dirty="0">
              <a:solidFill>
                <a:schemeClr val="bg1"/>
              </a:solidFill>
              <a:latin typeface="Bookman Old Style" pitchFamily="18" charset="0"/>
            </a:rPr>
            <a:t>3.</a:t>
          </a:r>
          <a:endParaRPr lang="zh-CN" altLang="en-US" sz="3200" b="1" dirty="0">
            <a:solidFill>
              <a:schemeClr val="bg1"/>
            </a:solidFill>
          </a:endParaRPr>
        </a:p>
      </dgm:t>
    </dgm:pt>
    <dgm:pt modelId="{C184EE56-4C84-42B3-91E4-8EF2941C5644}" type="parTrans" cxnId="{0BFCC0B3-4B76-4A1C-8393-ADC13246577A}">
      <dgm:prSet/>
      <dgm:spPr/>
      <dgm:t>
        <a:bodyPr/>
        <a:lstStyle/>
        <a:p>
          <a:endParaRPr lang="zh-CN" altLang="en-US">
            <a:solidFill>
              <a:srgbClr val="000000"/>
            </a:solidFill>
          </a:endParaRPr>
        </a:p>
      </dgm:t>
    </dgm:pt>
    <dgm:pt modelId="{647DCB62-E6D6-4696-B5AF-21DBD988DCBA}" type="sibTrans" cxnId="{0BFCC0B3-4B76-4A1C-8393-ADC13246577A}">
      <dgm:prSet/>
      <dgm:spPr/>
      <dgm:t>
        <a:bodyPr/>
        <a:lstStyle/>
        <a:p>
          <a:endParaRPr lang="zh-CN" altLang="en-US">
            <a:solidFill>
              <a:srgbClr val="000000"/>
            </a:solidFill>
          </a:endParaRPr>
        </a:p>
      </dgm:t>
    </dgm:pt>
    <dgm:pt modelId="{E76E75A2-B9D7-4C28-B92D-409BB35DA14E}">
      <dgm:prSet custT="1"/>
      <dgm:spPr>
        <a:ln>
          <a:solidFill>
            <a:schemeClr val="tx1"/>
          </a:solidFill>
        </a:ln>
      </dgm:spPr>
      <dgm:t>
        <a:bodyPr/>
        <a:lstStyle/>
        <a:p>
          <a:r>
            <a:rPr lang="zh-CN" altLang="en-US" sz="2800" b="1"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改进方案</a:t>
          </a:r>
        </a:p>
      </dgm:t>
    </dgm:pt>
    <dgm:pt modelId="{8A7519E1-B77F-4722-9AE7-49EEBDB331A5}" type="parTrans" cxnId="{131D9635-ECD6-4A89-B3BB-EDDC9E9D117D}">
      <dgm:prSet/>
      <dgm:spPr/>
      <dgm:t>
        <a:bodyPr/>
        <a:lstStyle/>
        <a:p>
          <a:endParaRPr lang="zh-CN" altLang="en-US">
            <a:solidFill>
              <a:srgbClr val="000000"/>
            </a:solidFill>
          </a:endParaRPr>
        </a:p>
      </dgm:t>
    </dgm:pt>
    <dgm:pt modelId="{E81EB838-1AA0-4935-BF2E-CD289548E10F}" type="sibTrans" cxnId="{131D9635-ECD6-4A89-B3BB-EDDC9E9D117D}">
      <dgm:prSet/>
      <dgm:spPr/>
      <dgm:t>
        <a:bodyPr/>
        <a:lstStyle/>
        <a:p>
          <a:endParaRPr lang="zh-CN" altLang="en-US">
            <a:solidFill>
              <a:srgbClr val="000000"/>
            </a:solidFill>
          </a:endParaRPr>
        </a:p>
      </dgm:t>
    </dgm:pt>
    <dgm:pt modelId="{73A1C673-C023-45EA-841C-382DB45F2E74}">
      <dgm:prSet phldrT="[文本]" custT="1"/>
      <dgm:spPr/>
      <dgm:t>
        <a:bodyPr/>
        <a:lstStyle/>
        <a:p>
          <a:r>
            <a:rPr lang="en-US" altLang="zh-CN" sz="3200" b="1" dirty="0">
              <a:solidFill>
                <a:schemeClr val="bg1"/>
              </a:solidFill>
              <a:latin typeface="Bookman Old Style" pitchFamily="18" charset="0"/>
            </a:rPr>
            <a:t>4.</a:t>
          </a:r>
          <a:endParaRPr lang="zh-CN" altLang="en-US" sz="3200" b="1" dirty="0">
            <a:solidFill>
              <a:schemeClr val="bg1"/>
            </a:solidFill>
          </a:endParaRPr>
        </a:p>
      </dgm:t>
    </dgm:pt>
    <dgm:pt modelId="{0DA107AD-19B3-4502-8F99-9BE5CFF88B5A}" type="parTrans" cxnId="{2C499AF6-774F-4626-B048-05CA56446B05}">
      <dgm:prSet/>
      <dgm:spPr/>
      <dgm:t>
        <a:bodyPr/>
        <a:lstStyle/>
        <a:p>
          <a:endParaRPr lang="zh-CN" altLang="en-US"/>
        </a:p>
      </dgm:t>
    </dgm:pt>
    <dgm:pt modelId="{DFC9F99B-6E5A-47CB-B22C-816057A1FCF1}" type="sibTrans" cxnId="{2C499AF6-774F-4626-B048-05CA56446B05}">
      <dgm:prSet/>
      <dgm:spPr/>
      <dgm:t>
        <a:bodyPr/>
        <a:lstStyle/>
        <a:p>
          <a:endParaRPr lang="zh-CN" altLang="en-US"/>
        </a:p>
      </dgm:t>
    </dgm:pt>
    <dgm:pt modelId="{D7BA6582-3D00-48EE-ACF0-0F14AE8091A0}">
      <dgm:prSet custT="1"/>
      <dgm:spPr>
        <a:ln>
          <a:solidFill>
            <a:srgbClr val="000000"/>
          </a:solidFill>
        </a:ln>
      </dgm:spPr>
      <dgm:t>
        <a:bodyPr/>
        <a:lstStyle/>
        <a:p>
          <a:r>
            <a:rPr lang="zh-CN" altLang="en-US" sz="2600" b="1"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扩充方案：简单而且优雅的松耦合的交互机制</a:t>
          </a:r>
        </a:p>
      </dgm:t>
    </dgm:pt>
    <dgm:pt modelId="{646F0C72-1FB2-4087-B949-5109A05800BE}" type="parTrans" cxnId="{91304C09-18F9-4F13-9C33-786A585FFB77}">
      <dgm:prSet/>
      <dgm:spPr/>
      <dgm:t>
        <a:bodyPr/>
        <a:lstStyle/>
        <a:p>
          <a:endParaRPr lang="zh-CN" altLang="en-US"/>
        </a:p>
      </dgm:t>
    </dgm:pt>
    <dgm:pt modelId="{BC53B9EE-0296-4749-A0F4-C73288015297}" type="sibTrans" cxnId="{91304C09-18F9-4F13-9C33-786A585FFB77}">
      <dgm:prSet/>
      <dgm:spPr/>
      <dgm:t>
        <a:bodyPr/>
        <a:lstStyle/>
        <a:p>
          <a:endParaRPr lang="zh-CN" altLang="en-US"/>
        </a:p>
      </dgm:t>
    </dgm:pt>
    <dgm:pt modelId="{FBAA478D-33EF-487D-8D92-B8CE96E1F8C4}" type="pres">
      <dgm:prSet presAssocID="{D535EEF5-FB67-40E8-808B-C31F87DE0EA6}" presName="linearFlow" presStyleCnt="0">
        <dgm:presLayoutVars>
          <dgm:dir/>
          <dgm:animLvl val="lvl"/>
          <dgm:resizeHandles val="exact"/>
        </dgm:presLayoutVars>
      </dgm:prSet>
      <dgm:spPr/>
      <dgm:t>
        <a:bodyPr/>
        <a:lstStyle/>
        <a:p>
          <a:endParaRPr lang="zh-CN" altLang="en-US"/>
        </a:p>
      </dgm:t>
    </dgm:pt>
    <dgm:pt modelId="{6C2A016C-DA86-4740-BFEE-C7661E727C83}" type="pres">
      <dgm:prSet presAssocID="{54518DC8-D1BF-47EA-92E0-DD0F19FE634A}" presName="composite" presStyleCnt="0"/>
      <dgm:spPr/>
    </dgm:pt>
    <dgm:pt modelId="{63951282-11D0-4E12-8194-058A51A7A440}" type="pres">
      <dgm:prSet presAssocID="{54518DC8-D1BF-47EA-92E0-DD0F19FE634A}" presName="parentText" presStyleLbl="alignNode1" presStyleIdx="0" presStyleCnt="4">
        <dgm:presLayoutVars>
          <dgm:chMax val="1"/>
          <dgm:bulletEnabled val="1"/>
        </dgm:presLayoutVars>
      </dgm:prSet>
      <dgm:spPr/>
      <dgm:t>
        <a:bodyPr/>
        <a:lstStyle/>
        <a:p>
          <a:endParaRPr lang="zh-CN" altLang="en-US"/>
        </a:p>
      </dgm:t>
    </dgm:pt>
    <dgm:pt modelId="{9DBCE2B9-9409-4633-ADB2-B050AF9380EE}" type="pres">
      <dgm:prSet presAssocID="{54518DC8-D1BF-47EA-92E0-DD0F19FE634A}" presName="descendantText" presStyleLbl="alignAcc1" presStyleIdx="0" presStyleCnt="4" custLinFactY="-100000" custLinFactNeighborX="28897" custLinFactNeighborY="-129659">
        <dgm:presLayoutVars>
          <dgm:bulletEnabled val="1"/>
        </dgm:presLayoutVars>
      </dgm:prSet>
      <dgm:spPr/>
      <dgm:t>
        <a:bodyPr/>
        <a:lstStyle/>
        <a:p>
          <a:endParaRPr lang="zh-CN" altLang="en-US"/>
        </a:p>
      </dgm:t>
    </dgm:pt>
    <dgm:pt modelId="{7913C09D-94A8-4C30-B2A4-23B593CFA2D1}" type="pres">
      <dgm:prSet presAssocID="{2F148745-227E-4C26-812D-D9644844745B}" presName="sp" presStyleCnt="0"/>
      <dgm:spPr/>
    </dgm:pt>
    <dgm:pt modelId="{B3255170-5A77-4ADA-A13F-BA1155A5D205}" type="pres">
      <dgm:prSet presAssocID="{52BD2B4A-BCA9-42C8-8753-7B6879BAF2D4}" presName="composite" presStyleCnt="0"/>
      <dgm:spPr/>
    </dgm:pt>
    <dgm:pt modelId="{1CD270FC-0D0E-46C9-94C1-B006FD31B379}" type="pres">
      <dgm:prSet presAssocID="{52BD2B4A-BCA9-42C8-8753-7B6879BAF2D4}" presName="parentText" presStyleLbl="alignNode1" presStyleIdx="1" presStyleCnt="4">
        <dgm:presLayoutVars>
          <dgm:chMax val="1"/>
          <dgm:bulletEnabled val="1"/>
        </dgm:presLayoutVars>
      </dgm:prSet>
      <dgm:spPr/>
      <dgm:t>
        <a:bodyPr/>
        <a:lstStyle/>
        <a:p>
          <a:endParaRPr lang="zh-CN" altLang="en-US"/>
        </a:p>
      </dgm:t>
    </dgm:pt>
    <dgm:pt modelId="{E42D4482-0214-4877-9FE7-3ABBD9C091DC}" type="pres">
      <dgm:prSet presAssocID="{52BD2B4A-BCA9-42C8-8753-7B6879BAF2D4}" presName="descendantText" presStyleLbl="alignAcc1" presStyleIdx="1" presStyleCnt="4">
        <dgm:presLayoutVars>
          <dgm:bulletEnabled val="1"/>
        </dgm:presLayoutVars>
      </dgm:prSet>
      <dgm:spPr/>
      <dgm:t>
        <a:bodyPr/>
        <a:lstStyle/>
        <a:p>
          <a:endParaRPr lang="zh-CN" altLang="en-US"/>
        </a:p>
      </dgm:t>
    </dgm:pt>
    <dgm:pt modelId="{62EB5642-7CEE-4036-A6AA-ABEC76C07549}" type="pres">
      <dgm:prSet presAssocID="{70FBCB72-0E72-43F3-B225-F6CF5CADF21A}" presName="sp" presStyleCnt="0"/>
      <dgm:spPr/>
    </dgm:pt>
    <dgm:pt modelId="{0097630F-621A-4D90-8A2C-432ED5BA958E}" type="pres">
      <dgm:prSet presAssocID="{3BF32554-1F9B-4294-97A0-A1F34812ACB3}" presName="composite" presStyleCnt="0"/>
      <dgm:spPr/>
    </dgm:pt>
    <dgm:pt modelId="{E5D87EB8-17FC-4F77-8FD0-41FCEF1A044E}" type="pres">
      <dgm:prSet presAssocID="{3BF32554-1F9B-4294-97A0-A1F34812ACB3}" presName="parentText" presStyleLbl="alignNode1" presStyleIdx="2" presStyleCnt="4">
        <dgm:presLayoutVars>
          <dgm:chMax val="1"/>
          <dgm:bulletEnabled val="1"/>
        </dgm:presLayoutVars>
      </dgm:prSet>
      <dgm:spPr/>
      <dgm:t>
        <a:bodyPr/>
        <a:lstStyle/>
        <a:p>
          <a:endParaRPr lang="zh-CN" altLang="en-US"/>
        </a:p>
      </dgm:t>
    </dgm:pt>
    <dgm:pt modelId="{F2241BE7-512D-490C-A1A6-51A96E019F1E}" type="pres">
      <dgm:prSet presAssocID="{3BF32554-1F9B-4294-97A0-A1F34812ACB3}" presName="descendantText" presStyleLbl="alignAcc1" presStyleIdx="2" presStyleCnt="4">
        <dgm:presLayoutVars>
          <dgm:bulletEnabled val="1"/>
        </dgm:presLayoutVars>
      </dgm:prSet>
      <dgm:spPr/>
      <dgm:t>
        <a:bodyPr/>
        <a:lstStyle/>
        <a:p>
          <a:endParaRPr lang="zh-CN" altLang="en-US"/>
        </a:p>
      </dgm:t>
    </dgm:pt>
    <dgm:pt modelId="{D27B01AC-6817-4732-922A-5439A7E176D8}" type="pres">
      <dgm:prSet presAssocID="{647DCB62-E6D6-4696-B5AF-21DBD988DCBA}" presName="sp" presStyleCnt="0"/>
      <dgm:spPr/>
    </dgm:pt>
    <dgm:pt modelId="{1CC7B334-CD38-4A21-A62C-50987CDD31C2}" type="pres">
      <dgm:prSet presAssocID="{73A1C673-C023-45EA-841C-382DB45F2E74}" presName="composite" presStyleCnt="0"/>
      <dgm:spPr/>
    </dgm:pt>
    <dgm:pt modelId="{5129D863-9DC5-4BB4-B3BF-6F7B813F7351}" type="pres">
      <dgm:prSet presAssocID="{73A1C673-C023-45EA-841C-382DB45F2E74}" presName="parentText" presStyleLbl="alignNode1" presStyleIdx="3" presStyleCnt="4">
        <dgm:presLayoutVars>
          <dgm:chMax val="1"/>
          <dgm:bulletEnabled val="1"/>
        </dgm:presLayoutVars>
      </dgm:prSet>
      <dgm:spPr/>
      <dgm:t>
        <a:bodyPr/>
        <a:lstStyle/>
        <a:p>
          <a:endParaRPr lang="zh-CN" altLang="en-US"/>
        </a:p>
      </dgm:t>
    </dgm:pt>
    <dgm:pt modelId="{2EF121AA-95B3-4CA9-9730-C5CB31DF8A99}" type="pres">
      <dgm:prSet presAssocID="{73A1C673-C023-45EA-841C-382DB45F2E74}" presName="descendantText" presStyleLbl="alignAcc1" presStyleIdx="3" presStyleCnt="4">
        <dgm:presLayoutVars>
          <dgm:bulletEnabled val="1"/>
        </dgm:presLayoutVars>
      </dgm:prSet>
      <dgm:spPr/>
      <dgm:t>
        <a:bodyPr/>
        <a:lstStyle/>
        <a:p>
          <a:endParaRPr lang="zh-CN" altLang="en-US"/>
        </a:p>
      </dgm:t>
    </dgm:pt>
  </dgm:ptLst>
  <dgm:cxnLst>
    <dgm:cxn modelId="{B5F76F27-4C90-4143-A887-59394FBBD80A}" type="presOf" srcId="{52BD2B4A-BCA9-42C8-8753-7B6879BAF2D4}" destId="{1CD270FC-0D0E-46C9-94C1-B006FD31B379}" srcOrd="0" destOrd="0" presId="urn:microsoft.com/office/officeart/2005/8/layout/chevron2"/>
    <dgm:cxn modelId="{2C499AF6-774F-4626-B048-05CA56446B05}" srcId="{D535EEF5-FB67-40E8-808B-C31F87DE0EA6}" destId="{73A1C673-C023-45EA-841C-382DB45F2E74}" srcOrd="3" destOrd="0" parTransId="{0DA107AD-19B3-4502-8F99-9BE5CFF88B5A}" sibTransId="{DFC9F99B-6E5A-47CB-B22C-816057A1FCF1}"/>
    <dgm:cxn modelId="{91304C09-18F9-4F13-9C33-786A585FFB77}" srcId="{73A1C673-C023-45EA-841C-382DB45F2E74}" destId="{D7BA6582-3D00-48EE-ACF0-0F14AE8091A0}" srcOrd="0" destOrd="0" parTransId="{646F0C72-1FB2-4087-B949-5109A05800BE}" sibTransId="{BC53B9EE-0296-4749-A0F4-C73288015297}"/>
    <dgm:cxn modelId="{9CF8D7BB-6B2F-4DD7-AE14-FE5BE6CA003C}" type="presOf" srcId="{D7BA6582-3D00-48EE-ACF0-0F14AE8091A0}" destId="{2EF121AA-95B3-4CA9-9730-C5CB31DF8A99}" srcOrd="0" destOrd="0" presId="urn:microsoft.com/office/officeart/2005/8/layout/chevron2"/>
    <dgm:cxn modelId="{131D9635-ECD6-4A89-B3BB-EDDC9E9D117D}" srcId="{3BF32554-1F9B-4294-97A0-A1F34812ACB3}" destId="{E76E75A2-B9D7-4C28-B92D-409BB35DA14E}" srcOrd="0" destOrd="0" parTransId="{8A7519E1-B77F-4722-9AE7-49EEBDB331A5}" sibTransId="{E81EB838-1AA0-4935-BF2E-CD289548E10F}"/>
    <dgm:cxn modelId="{C5EE4B68-4FCA-463C-9B70-7CDBA2A773EA}" type="presOf" srcId="{83CC5C30-88B9-472A-ABAC-3BE87F009E0F}" destId="{9DBCE2B9-9409-4633-ADB2-B050AF9380EE}" srcOrd="0" destOrd="0" presId="urn:microsoft.com/office/officeart/2005/8/layout/chevron2"/>
    <dgm:cxn modelId="{CF886020-F58A-4E3E-BC17-6F3C567D5A13}" type="presOf" srcId="{73A1C673-C023-45EA-841C-382DB45F2E74}" destId="{5129D863-9DC5-4BB4-B3BF-6F7B813F7351}" srcOrd="0" destOrd="0" presId="urn:microsoft.com/office/officeart/2005/8/layout/chevron2"/>
    <dgm:cxn modelId="{43FFCE78-5D42-480B-AB5C-2EDBEA62FAA7}" type="presOf" srcId="{3BF32554-1F9B-4294-97A0-A1F34812ACB3}" destId="{E5D87EB8-17FC-4F77-8FD0-41FCEF1A044E}" srcOrd="0" destOrd="0" presId="urn:microsoft.com/office/officeart/2005/8/layout/chevron2"/>
    <dgm:cxn modelId="{481BA8B4-3AF7-4BD0-AB89-1D6D9A0760C3}" srcId="{54518DC8-D1BF-47EA-92E0-DD0F19FE634A}" destId="{83CC5C30-88B9-472A-ABAC-3BE87F009E0F}" srcOrd="0" destOrd="0" parTransId="{1426009C-CFF2-4740-86EB-D4887AD048E4}" sibTransId="{F03902B4-B21D-445D-AC34-5AD08445ACB4}"/>
    <dgm:cxn modelId="{8D5847FF-5755-4A89-B833-DC86047124E6}" type="presOf" srcId="{E8C59684-A5DA-4BFD-B245-810018E55D78}" destId="{E42D4482-0214-4877-9FE7-3ABBD9C091DC}" srcOrd="0" destOrd="0" presId="urn:microsoft.com/office/officeart/2005/8/layout/chevron2"/>
    <dgm:cxn modelId="{63CD2013-D667-4861-914A-A341D9E293DC}" srcId="{D535EEF5-FB67-40E8-808B-C31F87DE0EA6}" destId="{54518DC8-D1BF-47EA-92E0-DD0F19FE634A}" srcOrd="0" destOrd="0" parTransId="{4A63A0A0-5B85-454A-938D-9562ABC268E8}" sibTransId="{2F148745-227E-4C26-812D-D9644844745B}"/>
    <dgm:cxn modelId="{AFF8D705-DF9E-44EF-822D-DCD618D679F4}" type="presOf" srcId="{54518DC8-D1BF-47EA-92E0-DD0F19FE634A}" destId="{63951282-11D0-4E12-8194-058A51A7A440}" srcOrd="0" destOrd="0" presId="urn:microsoft.com/office/officeart/2005/8/layout/chevron2"/>
    <dgm:cxn modelId="{0BFCC0B3-4B76-4A1C-8393-ADC13246577A}" srcId="{D535EEF5-FB67-40E8-808B-C31F87DE0EA6}" destId="{3BF32554-1F9B-4294-97A0-A1F34812ACB3}" srcOrd="2" destOrd="0" parTransId="{C184EE56-4C84-42B3-91E4-8EF2941C5644}" sibTransId="{647DCB62-E6D6-4696-B5AF-21DBD988DCBA}"/>
    <dgm:cxn modelId="{CE1D2A34-3743-4097-8EE9-AA3502541146}" srcId="{52BD2B4A-BCA9-42C8-8753-7B6879BAF2D4}" destId="{E8C59684-A5DA-4BFD-B245-810018E55D78}" srcOrd="0" destOrd="0" parTransId="{D3AB8E7C-029A-45B8-BA2A-DE348AB70AA8}" sibTransId="{97F84FA1-939F-468D-BABE-31D665340BDC}"/>
    <dgm:cxn modelId="{79A27447-0D09-4F2B-9704-9330B3BA7B7A}" srcId="{D535EEF5-FB67-40E8-808B-C31F87DE0EA6}" destId="{52BD2B4A-BCA9-42C8-8753-7B6879BAF2D4}" srcOrd="1" destOrd="0" parTransId="{4CA2C1A0-99DE-4E81-B4CB-455F5B30B2AC}" sibTransId="{70FBCB72-0E72-43F3-B225-F6CF5CADF21A}"/>
    <dgm:cxn modelId="{5D01E145-CEC2-4940-8DA0-4D6F0D291134}" type="presOf" srcId="{D535EEF5-FB67-40E8-808B-C31F87DE0EA6}" destId="{FBAA478D-33EF-487D-8D92-B8CE96E1F8C4}" srcOrd="0" destOrd="0" presId="urn:microsoft.com/office/officeart/2005/8/layout/chevron2"/>
    <dgm:cxn modelId="{F09DA87A-5F62-4035-A3C8-069D80CE3C7A}" type="presOf" srcId="{E76E75A2-B9D7-4C28-B92D-409BB35DA14E}" destId="{F2241BE7-512D-490C-A1A6-51A96E019F1E}" srcOrd="0" destOrd="0" presId="urn:microsoft.com/office/officeart/2005/8/layout/chevron2"/>
    <dgm:cxn modelId="{F33102E2-D6EB-400F-A3F7-AFC4A370BD4C}" type="presParOf" srcId="{FBAA478D-33EF-487D-8D92-B8CE96E1F8C4}" destId="{6C2A016C-DA86-4740-BFEE-C7661E727C83}" srcOrd="0" destOrd="0" presId="urn:microsoft.com/office/officeart/2005/8/layout/chevron2"/>
    <dgm:cxn modelId="{D57B749D-1B5E-4E1C-AFE4-65995470EA91}" type="presParOf" srcId="{6C2A016C-DA86-4740-BFEE-C7661E727C83}" destId="{63951282-11D0-4E12-8194-058A51A7A440}" srcOrd="0" destOrd="0" presId="urn:microsoft.com/office/officeart/2005/8/layout/chevron2"/>
    <dgm:cxn modelId="{BF69C1E9-AC8F-451B-913B-A3DCE480D364}" type="presParOf" srcId="{6C2A016C-DA86-4740-BFEE-C7661E727C83}" destId="{9DBCE2B9-9409-4633-ADB2-B050AF9380EE}" srcOrd="1" destOrd="0" presId="urn:microsoft.com/office/officeart/2005/8/layout/chevron2"/>
    <dgm:cxn modelId="{02E91B5C-FD38-4817-B147-5DC2E355FFA2}" type="presParOf" srcId="{FBAA478D-33EF-487D-8D92-B8CE96E1F8C4}" destId="{7913C09D-94A8-4C30-B2A4-23B593CFA2D1}" srcOrd="1" destOrd="0" presId="urn:microsoft.com/office/officeart/2005/8/layout/chevron2"/>
    <dgm:cxn modelId="{E69FB56C-EAEF-4848-89E5-A87F1338A458}" type="presParOf" srcId="{FBAA478D-33EF-487D-8D92-B8CE96E1F8C4}" destId="{B3255170-5A77-4ADA-A13F-BA1155A5D205}" srcOrd="2" destOrd="0" presId="urn:microsoft.com/office/officeart/2005/8/layout/chevron2"/>
    <dgm:cxn modelId="{32071F92-E3BB-414F-835D-F1645791E844}" type="presParOf" srcId="{B3255170-5A77-4ADA-A13F-BA1155A5D205}" destId="{1CD270FC-0D0E-46C9-94C1-B006FD31B379}" srcOrd="0" destOrd="0" presId="urn:microsoft.com/office/officeart/2005/8/layout/chevron2"/>
    <dgm:cxn modelId="{55E21DC9-02A6-4484-BF3C-1815FB2FC4D4}" type="presParOf" srcId="{B3255170-5A77-4ADA-A13F-BA1155A5D205}" destId="{E42D4482-0214-4877-9FE7-3ABBD9C091DC}" srcOrd="1" destOrd="0" presId="urn:microsoft.com/office/officeart/2005/8/layout/chevron2"/>
    <dgm:cxn modelId="{9C7DC674-F0BB-48C6-9762-8589FE5F6C87}" type="presParOf" srcId="{FBAA478D-33EF-487D-8D92-B8CE96E1F8C4}" destId="{62EB5642-7CEE-4036-A6AA-ABEC76C07549}" srcOrd="3" destOrd="0" presId="urn:microsoft.com/office/officeart/2005/8/layout/chevron2"/>
    <dgm:cxn modelId="{EFC4D9C9-6A76-43E9-A063-EB70C67FF092}" type="presParOf" srcId="{FBAA478D-33EF-487D-8D92-B8CE96E1F8C4}" destId="{0097630F-621A-4D90-8A2C-432ED5BA958E}" srcOrd="4" destOrd="0" presId="urn:microsoft.com/office/officeart/2005/8/layout/chevron2"/>
    <dgm:cxn modelId="{FF32A140-EC8E-4226-830E-A9B78255C138}" type="presParOf" srcId="{0097630F-621A-4D90-8A2C-432ED5BA958E}" destId="{E5D87EB8-17FC-4F77-8FD0-41FCEF1A044E}" srcOrd="0" destOrd="0" presId="urn:microsoft.com/office/officeart/2005/8/layout/chevron2"/>
    <dgm:cxn modelId="{CEC5D82C-EBF7-4CB9-BDE3-625E1AAE5905}" type="presParOf" srcId="{0097630F-621A-4D90-8A2C-432ED5BA958E}" destId="{F2241BE7-512D-490C-A1A6-51A96E019F1E}" srcOrd="1" destOrd="0" presId="urn:microsoft.com/office/officeart/2005/8/layout/chevron2"/>
    <dgm:cxn modelId="{F7864194-1552-4632-87A6-570FDE917761}" type="presParOf" srcId="{FBAA478D-33EF-487D-8D92-B8CE96E1F8C4}" destId="{D27B01AC-6817-4732-922A-5439A7E176D8}" srcOrd="5" destOrd="0" presId="urn:microsoft.com/office/officeart/2005/8/layout/chevron2"/>
    <dgm:cxn modelId="{21A91489-ED7A-40A1-889D-2F561A32224A}" type="presParOf" srcId="{FBAA478D-33EF-487D-8D92-B8CE96E1F8C4}" destId="{1CC7B334-CD38-4A21-A62C-50987CDD31C2}" srcOrd="6" destOrd="0" presId="urn:microsoft.com/office/officeart/2005/8/layout/chevron2"/>
    <dgm:cxn modelId="{226D2C3C-21B1-4271-AF8C-AA862BA3F32B}" type="presParOf" srcId="{1CC7B334-CD38-4A21-A62C-50987CDD31C2}" destId="{5129D863-9DC5-4BB4-B3BF-6F7B813F7351}" srcOrd="0" destOrd="0" presId="urn:microsoft.com/office/officeart/2005/8/layout/chevron2"/>
    <dgm:cxn modelId="{CFFC6120-9A4D-4F9E-846C-0F8D9C8CCBDC}" type="presParOf" srcId="{1CC7B334-CD38-4A21-A62C-50987CDD31C2}" destId="{2EF121AA-95B3-4CA9-9730-C5CB31DF8A99}"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535EEF5-FB67-40E8-808B-C31F87DE0EA6}" type="doc">
      <dgm:prSet loTypeId="urn:microsoft.com/office/officeart/2005/8/layout/chevron2" loCatId="process" qsTypeId="urn:microsoft.com/office/officeart/2005/8/quickstyle/simple1" qsCatId="simple" csTypeId="urn:microsoft.com/office/officeart/2005/8/colors/accent2_2" csCatId="accent2" phldr="1"/>
      <dgm:spPr/>
      <dgm:t>
        <a:bodyPr/>
        <a:lstStyle/>
        <a:p>
          <a:endParaRPr lang="zh-CN" altLang="en-US"/>
        </a:p>
      </dgm:t>
    </dgm:pt>
    <dgm:pt modelId="{54518DC8-D1BF-47EA-92E0-DD0F19FE634A}">
      <dgm:prSet phldrT="[文本]" custT="1"/>
      <dgm:spPr/>
      <dgm:t>
        <a:bodyPr/>
        <a:lstStyle/>
        <a:p>
          <a:r>
            <a:rPr lang="en-US" altLang="zh-CN" sz="3200" b="1" dirty="0">
              <a:solidFill>
                <a:schemeClr val="bg1"/>
              </a:solidFill>
              <a:latin typeface="Bookman Old Style" pitchFamily="18" charset="0"/>
            </a:rPr>
            <a:t>1.</a:t>
          </a:r>
          <a:endParaRPr lang="zh-CN" altLang="en-US" sz="3200" b="1" dirty="0">
            <a:solidFill>
              <a:schemeClr val="bg1"/>
            </a:solidFill>
            <a:latin typeface="Bookman Old Style" pitchFamily="18" charset="0"/>
          </a:endParaRPr>
        </a:p>
      </dgm:t>
    </dgm:pt>
    <dgm:pt modelId="{4A63A0A0-5B85-454A-938D-9562ABC268E8}" type="parTrans" cxnId="{63CD2013-D667-4861-914A-A341D9E293DC}">
      <dgm:prSet/>
      <dgm:spPr/>
      <dgm:t>
        <a:bodyPr/>
        <a:lstStyle/>
        <a:p>
          <a:endParaRPr lang="zh-CN" altLang="en-US" sz="3200">
            <a:solidFill>
              <a:srgbClr val="000000"/>
            </a:solidFill>
          </a:endParaRPr>
        </a:p>
      </dgm:t>
    </dgm:pt>
    <dgm:pt modelId="{2F148745-227E-4C26-812D-D9644844745B}" type="sibTrans" cxnId="{63CD2013-D667-4861-914A-A341D9E293DC}">
      <dgm:prSet/>
      <dgm:spPr/>
      <dgm:t>
        <a:bodyPr/>
        <a:lstStyle/>
        <a:p>
          <a:endParaRPr lang="zh-CN" altLang="en-US" sz="3200">
            <a:solidFill>
              <a:srgbClr val="000000"/>
            </a:solidFill>
          </a:endParaRPr>
        </a:p>
      </dgm:t>
    </dgm:pt>
    <dgm:pt modelId="{83CC5C30-88B9-472A-ABAC-3BE87F009E0F}">
      <dgm:prSet phldrT="[文本]" custT="1"/>
      <dgm:spPr>
        <a:ln>
          <a:solidFill>
            <a:srgbClr val="000000"/>
          </a:solidFill>
        </a:ln>
      </dgm:spPr>
      <dgm:t>
        <a:bodyPr/>
        <a:lstStyle/>
        <a:p>
          <a:pPr>
            <a:lnSpc>
              <a:spcPct val="100000"/>
            </a:lnSpc>
          </a:pPr>
          <a:r>
            <a:rPr lang="zh-CN" altLang="en-US" sz="2800" b="1"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早期的</a:t>
          </a:r>
          <a:r>
            <a:rPr lang="en-US" altLang="zh-CN" sz="2800" b="1"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Java GUI</a:t>
          </a:r>
          <a:r>
            <a:rPr lang="zh-CN" altLang="en-US" sz="2800" b="1"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事件模型</a:t>
          </a:r>
        </a:p>
      </dgm:t>
    </dgm:pt>
    <dgm:pt modelId="{1426009C-CFF2-4740-86EB-D4887AD048E4}" type="parTrans" cxnId="{481BA8B4-3AF7-4BD0-AB89-1D6D9A0760C3}">
      <dgm:prSet/>
      <dgm:spPr/>
      <dgm:t>
        <a:bodyPr/>
        <a:lstStyle/>
        <a:p>
          <a:endParaRPr lang="zh-CN" altLang="en-US" sz="3200">
            <a:solidFill>
              <a:srgbClr val="000000"/>
            </a:solidFill>
          </a:endParaRPr>
        </a:p>
      </dgm:t>
    </dgm:pt>
    <dgm:pt modelId="{F03902B4-B21D-445D-AC34-5AD08445ACB4}" type="sibTrans" cxnId="{481BA8B4-3AF7-4BD0-AB89-1D6D9A0760C3}">
      <dgm:prSet/>
      <dgm:spPr/>
      <dgm:t>
        <a:bodyPr/>
        <a:lstStyle/>
        <a:p>
          <a:endParaRPr lang="zh-CN" altLang="en-US" sz="3200">
            <a:solidFill>
              <a:srgbClr val="000000"/>
            </a:solidFill>
          </a:endParaRPr>
        </a:p>
      </dgm:t>
    </dgm:pt>
    <dgm:pt modelId="{52BD2B4A-BCA9-42C8-8753-7B6879BAF2D4}">
      <dgm:prSet phldrT="[文本]" custT="1"/>
      <dgm:spPr/>
      <dgm:t>
        <a:bodyPr/>
        <a:lstStyle/>
        <a:p>
          <a:r>
            <a:rPr lang="en-US" altLang="zh-CN" sz="3200" b="1" dirty="0">
              <a:solidFill>
                <a:schemeClr val="bg1"/>
              </a:solidFill>
              <a:latin typeface="Bookman Old Style" pitchFamily="18" charset="0"/>
            </a:rPr>
            <a:t>2.</a:t>
          </a:r>
          <a:endParaRPr lang="zh-CN" altLang="en-US" sz="3200" b="1" dirty="0">
            <a:solidFill>
              <a:schemeClr val="bg1"/>
            </a:solidFill>
          </a:endParaRPr>
        </a:p>
      </dgm:t>
    </dgm:pt>
    <dgm:pt modelId="{4CA2C1A0-99DE-4E81-B4CB-455F5B30B2AC}" type="parTrans" cxnId="{79A27447-0D09-4F2B-9704-9330B3BA7B7A}">
      <dgm:prSet/>
      <dgm:spPr/>
      <dgm:t>
        <a:bodyPr/>
        <a:lstStyle/>
        <a:p>
          <a:endParaRPr lang="zh-CN" altLang="en-US" sz="3200">
            <a:solidFill>
              <a:srgbClr val="000000"/>
            </a:solidFill>
          </a:endParaRPr>
        </a:p>
      </dgm:t>
    </dgm:pt>
    <dgm:pt modelId="{70FBCB72-0E72-43F3-B225-F6CF5CADF21A}" type="sibTrans" cxnId="{79A27447-0D09-4F2B-9704-9330B3BA7B7A}">
      <dgm:prSet/>
      <dgm:spPr/>
      <dgm:t>
        <a:bodyPr/>
        <a:lstStyle/>
        <a:p>
          <a:endParaRPr lang="zh-CN" altLang="en-US" sz="3200">
            <a:solidFill>
              <a:srgbClr val="000000"/>
            </a:solidFill>
          </a:endParaRPr>
        </a:p>
      </dgm:t>
    </dgm:pt>
    <dgm:pt modelId="{E8C59684-A5DA-4BFD-B245-810018E55D78}">
      <dgm:prSet phldrT="[文本]" custT="1"/>
      <dgm:spPr>
        <a:ln>
          <a:solidFill>
            <a:schemeClr val="accent4"/>
          </a:solidFill>
        </a:ln>
      </dgm:spPr>
      <dgm:t>
        <a:bodyPr/>
        <a:lstStyle/>
        <a:p>
          <a:r>
            <a:rPr lang="zh-CN" altLang="en-US" sz="2800" b="1"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问题何在？</a:t>
          </a:r>
        </a:p>
      </dgm:t>
    </dgm:pt>
    <dgm:pt modelId="{D3AB8E7C-029A-45B8-BA2A-DE348AB70AA8}" type="parTrans" cxnId="{CE1D2A34-3743-4097-8EE9-AA3502541146}">
      <dgm:prSet/>
      <dgm:spPr/>
      <dgm:t>
        <a:bodyPr/>
        <a:lstStyle/>
        <a:p>
          <a:endParaRPr lang="zh-CN" altLang="en-US" sz="3200">
            <a:solidFill>
              <a:srgbClr val="000000"/>
            </a:solidFill>
          </a:endParaRPr>
        </a:p>
      </dgm:t>
    </dgm:pt>
    <dgm:pt modelId="{97F84FA1-939F-468D-BABE-31D665340BDC}" type="sibTrans" cxnId="{CE1D2A34-3743-4097-8EE9-AA3502541146}">
      <dgm:prSet/>
      <dgm:spPr/>
      <dgm:t>
        <a:bodyPr/>
        <a:lstStyle/>
        <a:p>
          <a:endParaRPr lang="zh-CN" altLang="en-US" sz="3200">
            <a:solidFill>
              <a:srgbClr val="000000"/>
            </a:solidFill>
          </a:endParaRPr>
        </a:p>
      </dgm:t>
    </dgm:pt>
    <dgm:pt modelId="{3BF32554-1F9B-4294-97A0-A1F34812ACB3}">
      <dgm:prSet phldrT="[文本]" custT="1"/>
      <dgm:spPr/>
      <dgm:t>
        <a:bodyPr/>
        <a:lstStyle/>
        <a:p>
          <a:r>
            <a:rPr lang="en-US" altLang="zh-CN" sz="3200" b="1" dirty="0">
              <a:solidFill>
                <a:schemeClr val="bg1"/>
              </a:solidFill>
              <a:latin typeface="Bookman Old Style" pitchFamily="18" charset="0"/>
            </a:rPr>
            <a:t>3.</a:t>
          </a:r>
          <a:endParaRPr lang="zh-CN" altLang="en-US" sz="3200" b="1" dirty="0">
            <a:solidFill>
              <a:schemeClr val="bg1"/>
            </a:solidFill>
          </a:endParaRPr>
        </a:p>
      </dgm:t>
    </dgm:pt>
    <dgm:pt modelId="{C184EE56-4C84-42B3-91E4-8EF2941C5644}" type="parTrans" cxnId="{0BFCC0B3-4B76-4A1C-8393-ADC13246577A}">
      <dgm:prSet/>
      <dgm:spPr/>
      <dgm:t>
        <a:bodyPr/>
        <a:lstStyle/>
        <a:p>
          <a:endParaRPr lang="zh-CN" altLang="en-US">
            <a:solidFill>
              <a:srgbClr val="000000"/>
            </a:solidFill>
          </a:endParaRPr>
        </a:p>
      </dgm:t>
    </dgm:pt>
    <dgm:pt modelId="{647DCB62-E6D6-4696-B5AF-21DBD988DCBA}" type="sibTrans" cxnId="{0BFCC0B3-4B76-4A1C-8393-ADC13246577A}">
      <dgm:prSet/>
      <dgm:spPr/>
      <dgm:t>
        <a:bodyPr/>
        <a:lstStyle/>
        <a:p>
          <a:endParaRPr lang="zh-CN" altLang="en-US">
            <a:solidFill>
              <a:srgbClr val="000000"/>
            </a:solidFill>
          </a:endParaRPr>
        </a:p>
      </dgm:t>
    </dgm:pt>
    <dgm:pt modelId="{E76E75A2-B9D7-4C28-B92D-409BB35DA14E}">
      <dgm:prSet custT="1"/>
      <dgm:spPr>
        <a:ln w="50800">
          <a:solidFill>
            <a:srgbClr val="FF0000"/>
          </a:solidFill>
        </a:ln>
      </dgm:spPr>
      <dgm:t>
        <a:bodyPr/>
        <a:lstStyle/>
        <a:p>
          <a:r>
            <a:rPr lang="zh-CN" altLang="en-US" sz="2800" b="1"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改进方案</a:t>
          </a:r>
        </a:p>
      </dgm:t>
    </dgm:pt>
    <dgm:pt modelId="{8A7519E1-B77F-4722-9AE7-49EEBDB331A5}" type="parTrans" cxnId="{131D9635-ECD6-4A89-B3BB-EDDC9E9D117D}">
      <dgm:prSet/>
      <dgm:spPr/>
      <dgm:t>
        <a:bodyPr/>
        <a:lstStyle/>
        <a:p>
          <a:endParaRPr lang="zh-CN" altLang="en-US">
            <a:solidFill>
              <a:srgbClr val="000000"/>
            </a:solidFill>
          </a:endParaRPr>
        </a:p>
      </dgm:t>
    </dgm:pt>
    <dgm:pt modelId="{E81EB838-1AA0-4935-BF2E-CD289548E10F}" type="sibTrans" cxnId="{131D9635-ECD6-4A89-B3BB-EDDC9E9D117D}">
      <dgm:prSet/>
      <dgm:spPr/>
      <dgm:t>
        <a:bodyPr/>
        <a:lstStyle/>
        <a:p>
          <a:endParaRPr lang="zh-CN" altLang="en-US">
            <a:solidFill>
              <a:srgbClr val="000000"/>
            </a:solidFill>
          </a:endParaRPr>
        </a:p>
      </dgm:t>
    </dgm:pt>
    <dgm:pt modelId="{73A1C673-C023-45EA-841C-382DB45F2E74}">
      <dgm:prSet phldrT="[文本]" custT="1"/>
      <dgm:spPr/>
      <dgm:t>
        <a:bodyPr/>
        <a:lstStyle/>
        <a:p>
          <a:r>
            <a:rPr lang="en-US" altLang="zh-CN" sz="3200" b="1" dirty="0">
              <a:solidFill>
                <a:schemeClr val="bg1"/>
              </a:solidFill>
              <a:latin typeface="Bookman Old Style" pitchFamily="18" charset="0"/>
            </a:rPr>
            <a:t>4.</a:t>
          </a:r>
          <a:endParaRPr lang="zh-CN" altLang="en-US" sz="3200" b="1" dirty="0">
            <a:solidFill>
              <a:schemeClr val="bg1"/>
            </a:solidFill>
          </a:endParaRPr>
        </a:p>
      </dgm:t>
    </dgm:pt>
    <dgm:pt modelId="{0DA107AD-19B3-4502-8F99-9BE5CFF88B5A}" type="parTrans" cxnId="{2C499AF6-774F-4626-B048-05CA56446B05}">
      <dgm:prSet/>
      <dgm:spPr/>
      <dgm:t>
        <a:bodyPr/>
        <a:lstStyle/>
        <a:p>
          <a:endParaRPr lang="zh-CN" altLang="en-US"/>
        </a:p>
      </dgm:t>
    </dgm:pt>
    <dgm:pt modelId="{DFC9F99B-6E5A-47CB-B22C-816057A1FCF1}" type="sibTrans" cxnId="{2C499AF6-774F-4626-B048-05CA56446B05}">
      <dgm:prSet/>
      <dgm:spPr/>
      <dgm:t>
        <a:bodyPr/>
        <a:lstStyle/>
        <a:p>
          <a:endParaRPr lang="zh-CN" altLang="en-US"/>
        </a:p>
      </dgm:t>
    </dgm:pt>
    <dgm:pt modelId="{D7BA6582-3D00-48EE-ACF0-0F14AE8091A0}">
      <dgm:prSet custT="1"/>
      <dgm:spPr>
        <a:ln>
          <a:solidFill>
            <a:srgbClr val="000000"/>
          </a:solidFill>
        </a:ln>
      </dgm:spPr>
      <dgm:t>
        <a:bodyPr/>
        <a:lstStyle/>
        <a:p>
          <a:r>
            <a:rPr lang="zh-CN" altLang="en-US" sz="2600" b="1"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扩充方案：简单而且优雅的松耦合的交互机制</a:t>
          </a:r>
        </a:p>
      </dgm:t>
    </dgm:pt>
    <dgm:pt modelId="{646F0C72-1FB2-4087-B949-5109A05800BE}" type="parTrans" cxnId="{91304C09-18F9-4F13-9C33-786A585FFB77}">
      <dgm:prSet/>
      <dgm:spPr/>
      <dgm:t>
        <a:bodyPr/>
        <a:lstStyle/>
        <a:p>
          <a:endParaRPr lang="zh-CN" altLang="en-US"/>
        </a:p>
      </dgm:t>
    </dgm:pt>
    <dgm:pt modelId="{BC53B9EE-0296-4749-A0F4-C73288015297}" type="sibTrans" cxnId="{91304C09-18F9-4F13-9C33-786A585FFB77}">
      <dgm:prSet/>
      <dgm:spPr/>
      <dgm:t>
        <a:bodyPr/>
        <a:lstStyle/>
        <a:p>
          <a:endParaRPr lang="zh-CN" altLang="en-US"/>
        </a:p>
      </dgm:t>
    </dgm:pt>
    <dgm:pt modelId="{FBAA478D-33EF-487D-8D92-B8CE96E1F8C4}" type="pres">
      <dgm:prSet presAssocID="{D535EEF5-FB67-40E8-808B-C31F87DE0EA6}" presName="linearFlow" presStyleCnt="0">
        <dgm:presLayoutVars>
          <dgm:dir/>
          <dgm:animLvl val="lvl"/>
          <dgm:resizeHandles val="exact"/>
        </dgm:presLayoutVars>
      </dgm:prSet>
      <dgm:spPr/>
      <dgm:t>
        <a:bodyPr/>
        <a:lstStyle/>
        <a:p>
          <a:endParaRPr lang="zh-CN" altLang="en-US"/>
        </a:p>
      </dgm:t>
    </dgm:pt>
    <dgm:pt modelId="{6C2A016C-DA86-4740-BFEE-C7661E727C83}" type="pres">
      <dgm:prSet presAssocID="{54518DC8-D1BF-47EA-92E0-DD0F19FE634A}" presName="composite" presStyleCnt="0"/>
      <dgm:spPr/>
    </dgm:pt>
    <dgm:pt modelId="{63951282-11D0-4E12-8194-058A51A7A440}" type="pres">
      <dgm:prSet presAssocID="{54518DC8-D1BF-47EA-92E0-DD0F19FE634A}" presName="parentText" presStyleLbl="alignNode1" presStyleIdx="0" presStyleCnt="4">
        <dgm:presLayoutVars>
          <dgm:chMax val="1"/>
          <dgm:bulletEnabled val="1"/>
        </dgm:presLayoutVars>
      </dgm:prSet>
      <dgm:spPr/>
      <dgm:t>
        <a:bodyPr/>
        <a:lstStyle/>
        <a:p>
          <a:endParaRPr lang="zh-CN" altLang="en-US"/>
        </a:p>
      </dgm:t>
    </dgm:pt>
    <dgm:pt modelId="{9DBCE2B9-9409-4633-ADB2-B050AF9380EE}" type="pres">
      <dgm:prSet presAssocID="{54518DC8-D1BF-47EA-92E0-DD0F19FE634A}" presName="descendantText" presStyleLbl="alignAcc1" presStyleIdx="0" presStyleCnt="4" custLinFactY="-100000" custLinFactNeighborX="28897" custLinFactNeighborY="-129659">
        <dgm:presLayoutVars>
          <dgm:bulletEnabled val="1"/>
        </dgm:presLayoutVars>
      </dgm:prSet>
      <dgm:spPr/>
      <dgm:t>
        <a:bodyPr/>
        <a:lstStyle/>
        <a:p>
          <a:endParaRPr lang="zh-CN" altLang="en-US"/>
        </a:p>
      </dgm:t>
    </dgm:pt>
    <dgm:pt modelId="{7913C09D-94A8-4C30-B2A4-23B593CFA2D1}" type="pres">
      <dgm:prSet presAssocID="{2F148745-227E-4C26-812D-D9644844745B}" presName="sp" presStyleCnt="0"/>
      <dgm:spPr/>
    </dgm:pt>
    <dgm:pt modelId="{B3255170-5A77-4ADA-A13F-BA1155A5D205}" type="pres">
      <dgm:prSet presAssocID="{52BD2B4A-BCA9-42C8-8753-7B6879BAF2D4}" presName="composite" presStyleCnt="0"/>
      <dgm:spPr/>
    </dgm:pt>
    <dgm:pt modelId="{1CD270FC-0D0E-46C9-94C1-B006FD31B379}" type="pres">
      <dgm:prSet presAssocID="{52BD2B4A-BCA9-42C8-8753-7B6879BAF2D4}" presName="parentText" presStyleLbl="alignNode1" presStyleIdx="1" presStyleCnt="4">
        <dgm:presLayoutVars>
          <dgm:chMax val="1"/>
          <dgm:bulletEnabled val="1"/>
        </dgm:presLayoutVars>
      </dgm:prSet>
      <dgm:spPr/>
      <dgm:t>
        <a:bodyPr/>
        <a:lstStyle/>
        <a:p>
          <a:endParaRPr lang="zh-CN" altLang="en-US"/>
        </a:p>
      </dgm:t>
    </dgm:pt>
    <dgm:pt modelId="{E42D4482-0214-4877-9FE7-3ABBD9C091DC}" type="pres">
      <dgm:prSet presAssocID="{52BD2B4A-BCA9-42C8-8753-7B6879BAF2D4}" presName="descendantText" presStyleLbl="alignAcc1" presStyleIdx="1" presStyleCnt="4">
        <dgm:presLayoutVars>
          <dgm:bulletEnabled val="1"/>
        </dgm:presLayoutVars>
      </dgm:prSet>
      <dgm:spPr/>
      <dgm:t>
        <a:bodyPr/>
        <a:lstStyle/>
        <a:p>
          <a:endParaRPr lang="zh-CN" altLang="en-US"/>
        </a:p>
      </dgm:t>
    </dgm:pt>
    <dgm:pt modelId="{62EB5642-7CEE-4036-A6AA-ABEC76C07549}" type="pres">
      <dgm:prSet presAssocID="{70FBCB72-0E72-43F3-B225-F6CF5CADF21A}" presName="sp" presStyleCnt="0"/>
      <dgm:spPr/>
    </dgm:pt>
    <dgm:pt modelId="{0097630F-621A-4D90-8A2C-432ED5BA958E}" type="pres">
      <dgm:prSet presAssocID="{3BF32554-1F9B-4294-97A0-A1F34812ACB3}" presName="composite" presStyleCnt="0"/>
      <dgm:spPr/>
    </dgm:pt>
    <dgm:pt modelId="{E5D87EB8-17FC-4F77-8FD0-41FCEF1A044E}" type="pres">
      <dgm:prSet presAssocID="{3BF32554-1F9B-4294-97A0-A1F34812ACB3}" presName="parentText" presStyleLbl="alignNode1" presStyleIdx="2" presStyleCnt="4">
        <dgm:presLayoutVars>
          <dgm:chMax val="1"/>
          <dgm:bulletEnabled val="1"/>
        </dgm:presLayoutVars>
      </dgm:prSet>
      <dgm:spPr/>
      <dgm:t>
        <a:bodyPr/>
        <a:lstStyle/>
        <a:p>
          <a:endParaRPr lang="zh-CN" altLang="en-US"/>
        </a:p>
      </dgm:t>
    </dgm:pt>
    <dgm:pt modelId="{F2241BE7-512D-490C-A1A6-51A96E019F1E}" type="pres">
      <dgm:prSet presAssocID="{3BF32554-1F9B-4294-97A0-A1F34812ACB3}" presName="descendantText" presStyleLbl="alignAcc1" presStyleIdx="2" presStyleCnt="4">
        <dgm:presLayoutVars>
          <dgm:bulletEnabled val="1"/>
        </dgm:presLayoutVars>
      </dgm:prSet>
      <dgm:spPr/>
      <dgm:t>
        <a:bodyPr/>
        <a:lstStyle/>
        <a:p>
          <a:endParaRPr lang="zh-CN" altLang="en-US"/>
        </a:p>
      </dgm:t>
    </dgm:pt>
    <dgm:pt modelId="{D27B01AC-6817-4732-922A-5439A7E176D8}" type="pres">
      <dgm:prSet presAssocID="{647DCB62-E6D6-4696-B5AF-21DBD988DCBA}" presName="sp" presStyleCnt="0"/>
      <dgm:spPr/>
    </dgm:pt>
    <dgm:pt modelId="{1CC7B334-CD38-4A21-A62C-50987CDD31C2}" type="pres">
      <dgm:prSet presAssocID="{73A1C673-C023-45EA-841C-382DB45F2E74}" presName="composite" presStyleCnt="0"/>
      <dgm:spPr/>
    </dgm:pt>
    <dgm:pt modelId="{5129D863-9DC5-4BB4-B3BF-6F7B813F7351}" type="pres">
      <dgm:prSet presAssocID="{73A1C673-C023-45EA-841C-382DB45F2E74}" presName="parentText" presStyleLbl="alignNode1" presStyleIdx="3" presStyleCnt="4">
        <dgm:presLayoutVars>
          <dgm:chMax val="1"/>
          <dgm:bulletEnabled val="1"/>
        </dgm:presLayoutVars>
      </dgm:prSet>
      <dgm:spPr/>
      <dgm:t>
        <a:bodyPr/>
        <a:lstStyle/>
        <a:p>
          <a:endParaRPr lang="zh-CN" altLang="en-US"/>
        </a:p>
      </dgm:t>
    </dgm:pt>
    <dgm:pt modelId="{2EF121AA-95B3-4CA9-9730-C5CB31DF8A99}" type="pres">
      <dgm:prSet presAssocID="{73A1C673-C023-45EA-841C-382DB45F2E74}" presName="descendantText" presStyleLbl="alignAcc1" presStyleIdx="3" presStyleCnt="4">
        <dgm:presLayoutVars>
          <dgm:bulletEnabled val="1"/>
        </dgm:presLayoutVars>
      </dgm:prSet>
      <dgm:spPr/>
      <dgm:t>
        <a:bodyPr/>
        <a:lstStyle/>
        <a:p>
          <a:endParaRPr lang="zh-CN" altLang="en-US"/>
        </a:p>
      </dgm:t>
    </dgm:pt>
  </dgm:ptLst>
  <dgm:cxnLst>
    <dgm:cxn modelId="{2C499AF6-774F-4626-B048-05CA56446B05}" srcId="{D535EEF5-FB67-40E8-808B-C31F87DE0EA6}" destId="{73A1C673-C023-45EA-841C-382DB45F2E74}" srcOrd="3" destOrd="0" parTransId="{0DA107AD-19B3-4502-8F99-9BE5CFF88B5A}" sibTransId="{DFC9F99B-6E5A-47CB-B22C-816057A1FCF1}"/>
    <dgm:cxn modelId="{91304C09-18F9-4F13-9C33-786A585FFB77}" srcId="{73A1C673-C023-45EA-841C-382DB45F2E74}" destId="{D7BA6582-3D00-48EE-ACF0-0F14AE8091A0}" srcOrd="0" destOrd="0" parTransId="{646F0C72-1FB2-4087-B949-5109A05800BE}" sibTransId="{BC53B9EE-0296-4749-A0F4-C73288015297}"/>
    <dgm:cxn modelId="{54A34F3A-536E-480F-AD2D-642E035B59C7}" type="presOf" srcId="{E8C59684-A5DA-4BFD-B245-810018E55D78}" destId="{E42D4482-0214-4877-9FE7-3ABBD9C091DC}" srcOrd="0" destOrd="0" presId="urn:microsoft.com/office/officeart/2005/8/layout/chevron2"/>
    <dgm:cxn modelId="{7C155CF5-70E6-44F9-AB17-5DE357FC5753}" type="presOf" srcId="{83CC5C30-88B9-472A-ABAC-3BE87F009E0F}" destId="{9DBCE2B9-9409-4633-ADB2-B050AF9380EE}" srcOrd="0" destOrd="0" presId="urn:microsoft.com/office/officeart/2005/8/layout/chevron2"/>
    <dgm:cxn modelId="{3539D828-2140-408E-B86F-BC9B20F461CF}" type="presOf" srcId="{D535EEF5-FB67-40E8-808B-C31F87DE0EA6}" destId="{FBAA478D-33EF-487D-8D92-B8CE96E1F8C4}" srcOrd="0" destOrd="0" presId="urn:microsoft.com/office/officeart/2005/8/layout/chevron2"/>
    <dgm:cxn modelId="{131D9635-ECD6-4A89-B3BB-EDDC9E9D117D}" srcId="{3BF32554-1F9B-4294-97A0-A1F34812ACB3}" destId="{E76E75A2-B9D7-4C28-B92D-409BB35DA14E}" srcOrd="0" destOrd="0" parTransId="{8A7519E1-B77F-4722-9AE7-49EEBDB331A5}" sibTransId="{E81EB838-1AA0-4935-BF2E-CD289548E10F}"/>
    <dgm:cxn modelId="{481BA8B4-3AF7-4BD0-AB89-1D6D9A0760C3}" srcId="{54518DC8-D1BF-47EA-92E0-DD0F19FE634A}" destId="{83CC5C30-88B9-472A-ABAC-3BE87F009E0F}" srcOrd="0" destOrd="0" parTransId="{1426009C-CFF2-4740-86EB-D4887AD048E4}" sibTransId="{F03902B4-B21D-445D-AC34-5AD08445ACB4}"/>
    <dgm:cxn modelId="{D986DFA2-58E1-4E51-B7F2-8BAD2D9B497B}" type="presOf" srcId="{54518DC8-D1BF-47EA-92E0-DD0F19FE634A}" destId="{63951282-11D0-4E12-8194-058A51A7A440}" srcOrd="0" destOrd="0" presId="urn:microsoft.com/office/officeart/2005/8/layout/chevron2"/>
    <dgm:cxn modelId="{97779D50-0AA6-4C92-92E4-7038690B19DE}" type="presOf" srcId="{52BD2B4A-BCA9-42C8-8753-7B6879BAF2D4}" destId="{1CD270FC-0D0E-46C9-94C1-B006FD31B379}" srcOrd="0" destOrd="0" presId="urn:microsoft.com/office/officeart/2005/8/layout/chevron2"/>
    <dgm:cxn modelId="{63CD2013-D667-4861-914A-A341D9E293DC}" srcId="{D535EEF5-FB67-40E8-808B-C31F87DE0EA6}" destId="{54518DC8-D1BF-47EA-92E0-DD0F19FE634A}" srcOrd="0" destOrd="0" parTransId="{4A63A0A0-5B85-454A-938D-9562ABC268E8}" sibTransId="{2F148745-227E-4C26-812D-D9644844745B}"/>
    <dgm:cxn modelId="{CE1D2A34-3743-4097-8EE9-AA3502541146}" srcId="{52BD2B4A-BCA9-42C8-8753-7B6879BAF2D4}" destId="{E8C59684-A5DA-4BFD-B245-810018E55D78}" srcOrd="0" destOrd="0" parTransId="{D3AB8E7C-029A-45B8-BA2A-DE348AB70AA8}" sibTransId="{97F84FA1-939F-468D-BABE-31D665340BDC}"/>
    <dgm:cxn modelId="{0BFCC0B3-4B76-4A1C-8393-ADC13246577A}" srcId="{D535EEF5-FB67-40E8-808B-C31F87DE0EA6}" destId="{3BF32554-1F9B-4294-97A0-A1F34812ACB3}" srcOrd="2" destOrd="0" parTransId="{C184EE56-4C84-42B3-91E4-8EF2941C5644}" sibTransId="{647DCB62-E6D6-4696-B5AF-21DBD988DCBA}"/>
    <dgm:cxn modelId="{A79B7FB5-8A63-4869-84BD-0B4E14D92993}" type="presOf" srcId="{E76E75A2-B9D7-4C28-B92D-409BB35DA14E}" destId="{F2241BE7-512D-490C-A1A6-51A96E019F1E}" srcOrd="0" destOrd="0" presId="urn:microsoft.com/office/officeart/2005/8/layout/chevron2"/>
    <dgm:cxn modelId="{E5FC19AF-52B8-4D72-927D-EA05C4853D6D}" type="presOf" srcId="{73A1C673-C023-45EA-841C-382DB45F2E74}" destId="{5129D863-9DC5-4BB4-B3BF-6F7B813F7351}" srcOrd="0" destOrd="0" presId="urn:microsoft.com/office/officeart/2005/8/layout/chevron2"/>
    <dgm:cxn modelId="{79A27447-0D09-4F2B-9704-9330B3BA7B7A}" srcId="{D535EEF5-FB67-40E8-808B-C31F87DE0EA6}" destId="{52BD2B4A-BCA9-42C8-8753-7B6879BAF2D4}" srcOrd="1" destOrd="0" parTransId="{4CA2C1A0-99DE-4E81-B4CB-455F5B30B2AC}" sibTransId="{70FBCB72-0E72-43F3-B225-F6CF5CADF21A}"/>
    <dgm:cxn modelId="{26AC64C4-7678-4DEC-85A6-D0AA4F9AEF36}" type="presOf" srcId="{3BF32554-1F9B-4294-97A0-A1F34812ACB3}" destId="{E5D87EB8-17FC-4F77-8FD0-41FCEF1A044E}" srcOrd="0" destOrd="0" presId="urn:microsoft.com/office/officeart/2005/8/layout/chevron2"/>
    <dgm:cxn modelId="{2AC409FC-C6E5-413C-884F-D614749050CF}" type="presOf" srcId="{D7BA6582-3D00-48EE-ACF0-0F14AE8091A0}" destId="{2EF121AA-95B3-4CA9-9730-C5CB31DF8A99}" srcOrd="0" destOrd="0" presId="urn:microsoft.com/office/officeart/2005/8/layout/chevron2"/>
    <dgm:cxn modelId="{D077FBA0-0C9B-4590-91A9-4A27B93A6C75}" type="presParOf" srcId="{FBAA478D-33EF-487D-8D92-B8CE96E1F8C4}" destId="{6C2A016C-DA86-4740-BFEE-C7661E727C83}" srcOrd="0" destOrd="0" presId="urn:microsoft.com/office/officeart/2005/8/layout/chevron2"/>
    <dgm:cxn modelId="{AB3B8AE6-9E0F-4ADC-A128-5425C7EC4838}" type="presParOf" srcId="{6C2A016C-DA86-4740-BFEE-C7661E727C83}" destId="{63951282-11D0-4E12-8194-058A51A7A440}" srcOrd="0" destOrd="0" presId="urn:microsoft.com/office/officeart/2005/8/layout/chevron2"/>
    <dgm:cxn modelId="{AF3FB1D8-5042-4597-B13B-865891A8FA6D}" type="presParOf" srcId="{6C2A016C-DA86-4740-BFEE-C7661E727C83}" destId="{9DBCE2B9-9409-4633-ADB2-B050AF9380EE}" srcOrd="1" destOrd="0" presId="urn:microsoft.com/office/officeart/2005/8/layout/chevron2"/>
    <dgm:cxn modelId="{FAA42812-6C7D-4F44-BEBA-A4E809885D08}" type="presParOf" srcId="{FBAA478D-33EF-487D-8D92-B8CE96E1F8C4}" destId="{7913C09D-94A8-4C30-B2A4-23B593CFA2D1}" srcOrd="1" destOrd="0" presId="urn:microsoft.com/office/officeart/2005/8/layout/chevron2"/>
    <dgm:cxn modelId="{9F2EC5A5-79EB-4BFE-98BD-58023F62BD0A}" type="presParOf" srcId="{FBAA478D-33EF-487D-8D92-B8CE96E1F8C4}" destId="{B3255170-5A77-4ADA-A13F-BA1155A5D205}" srcOrd="2" destOrd="0" presId="urn:microsoft.com/office/officeart/2005/8/layout/chevron2"/>
    <dgm:cxn modelId="{C9D43A92-D413-4A34-842B-CBAAB8332E50}" type="presParOf" srcId="{B3255170-5A77-4ADA-A13F-BA1155A5D205}" destId="{1CD270FC-0D0E-46C9-94C1-B006FD31B379}" srcOrd="0" destOrd="0" presId="urn:microsoft.com/office/officeart/2005/8/layout/chevron2"/>
    <dgm:cxn modelId="{ED6D4642-16EE-4956-AE26-4DA610EDE62D}" type="presParOf" srcId="{B3255170-5A77-4ADA-A13F-BA1155A5D205}" destId="{E42D4482-0214-4877-9FE7-3ABBD9C091DC}" srcOrd="1" destOrd="0" presId="urn:microsoft.com/office/officeart/2005/8/layout/chevron2"/>
    <dgm:cxn modelId="{80FB9FB6-507B-4301-B827-3DBA6CAE97C1}" type="presParOf" srcId="{FBAA478D-33EF-487D-8D92-B8CE96E1F8C4}" destId="{62EB5642-7CEE-4036-A6AA-ABEC76C07549}" srcOrd="3" destOrd="0" presId="urn:microsoft.com/office/officeart/2005/8/layout/chevron2"/>
    <dgm:cxn modelId="{06925946-2DE0-4CA7-AE35-E644CC4B83D3}" type="presParOf" srcId="{FBAA478D-33EF-487D-8D92-B8CE96E1F8C4}" destId="{0097630F-621A-4D90-8A2C-432ED5BA958E}" srcOrd="4" destOrd="0" presId="urn:microsoft.com/office/officeart/2005/8/layout/chevron2"/>
    <dgm:cxn modelId="{F00ABD91-4E1C-4D0E-857E-D57F8B2691DB}" type="presParOf" srcId="{0097630F-621A-4D90-8A2C-432ED5BA958E}" destId="{E5D87EB8-17FC-4F77-8FD0-41FCEF1A044E}" srcOrd="0" destOrd="0" presId="urn:microsoft.com/office/officeart/2005/8/layout/chevron2"/>
    <dgm:cxn modelId="{1FEFDD1B-92DF-4006-B986-2F91713461F8}" type="presParOf" srcId="{0097630F-621A-4D90-8A2C-432ED5BA958E}" destId="{F2241BE7-512D-490C-A1A6-51A96E019F1E}" srcOrd="1" destOrd="0" presId="urn:microsoft.com/office/officeart/2005/8/layout/chevron2"/>
    <dgm:cxn modelId="{D9FE40E5-FBBE-4039-A495-560D34F6D09C}" type="presParOf" srcId="{FBAA478D-33EF-487D-8D92-B8CE96E1F8C4}" destId="{D27B01AC-6817-4732-922A-5439A7E176D8}" srcOrd="5" destOrd="0" presId="urn:microsoft.com/office/officeart/2005/8/layout/chevron2"/>
    <dgm:cxn modelId="{57F55CFE-209C-4121-B271-863CE3AE3EF8}" type="presParOf" srcId="{FBAA478D-33EF-487D-8D92-B8CE96E1F8C4}" destId="{1CC7B334-CD38-4A21-A62C-50987CDD31C2}" srcOrd="6" destOrd="0" presId="urn:microsoft.com/office/officeart/2005/8/layout/chevron2"/>
    <dgm:cxn modelId="{A5CD9AF1-7ECB-4BFF-8E42-B6E7CC662B5D}" type="presParOf" srcId="{1CC7B334-CD38-4A21-A62C-50987CDD31C2}" destId="{5129D863-9DC5-4BB4-B3BF-6F7B813F7351}" srcOrd="0" destOrd="0" presId="urn:microsoft.com/office/officeart/2005/8/layout/chevron2"/>
    <dgm:cxn modelId="{5191F473-321B-47ED-8535-121750F629B7}" type="presParOf" srcId="{1CC7B334-CD38-4A21-A62C-50987CDD31C2}" destId="{2EF121AA-95B3-4CA9-9730-C5CB31DF8A99}"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CAEC88D-4B56-4359-8BBE-228F04BEC5E7}" type="doc">
      <dgm:prSet loTypeId="urn:microsoft.com/office/officeart/2005/8/layout/process4" loCatId="process" qsTypeId="urn:microsoft.com/office/officeart/2005/8/quickstyle/simple1" qsCatId="simple" csTypeId="urn:microsoft.com/office/officeart/2005/8/colors/accent1_2" csCatId="accent1" phldr="1"/>
      <dgm:spPr/>
      <dgm:t>
        <a:bodyPr/>
        <a:lstStyle/>
        <a:p>
          <a:endParaRPr lang="zh-CN" altLang="en-US"/>
        </a:p>
      </dgm:t>
    </dgm:pt>
    <dgm:pt modelId="{D34CC4A8-F23C-4F87-831E-C50665C7703D}">
      <dgm:prSet phldrT="[文本]" custT="1"/>
      <dgm:spPr>
        <a:solidFill>
          <a:schemeClr val="tx1">
            <a:lumMod val="75000"/>
          </a:schemeClr>
        </a:solidFill>
      </dgm:spPr>
      <dgm:t>
        <a:bodyPr/>
        <a:lstStyle/>
        <a:p>
          <a:pPr algn="l"/>
          <a:r>
            <a:rPr kumimoji="1" lang="en-US" altLang="zh-CN" sz="2600" b="1" dirty="0">
              <a:solidFill>
                <a:schemeClr val="bg1"/>
              </a:solidFill>
              <a:latin typeface="微软雅黑" pitchFamily="34" charset="-122"/>
              <a:ea typeface="微软雅黑" pitchFamily="34" charset="-122"/>
              <a:cs typeface="+mn-cs"/>
            </a:rPr>
            <a:t>1. </a:t>
          </a:r>
          <a:r>
            <a:rPr kumimoji="1" lang="zh-CN" altLang="en-US" sz="2600" b="1" dirty="0">
              <a:solidFill>
                <a:schemeClr val="bg1"/>
              </a:solidFill>
              <a:latin typeface="微软雅黑" pitchFamily="34" charset="-122"/>
              <a:ea typeface="微软雅黑" pitchFamily="34" charset="-122"/>
              <a:cs typeface="+mn-cs"/>
            </a:rPr>
            <a:t>注册</a:t>
          </a:r>
        </a:p>
      </dgm:t>
    </dgm:pt>
    <dgm:pt modelId="{03C065F6-4318-4099-ADB4-D8D78A6C1A4D}" type="parTrans" cxnId="{DA8A04E8-42DE-4BB9-A0E9-19071811C171}">
      <dgm:prSet/>
      <dgm:spPr/>
      <dgm:t>
        <a:bodyPr/>
        <a:lstStyle/>
        <a:p>
          <a:endParaRPr lang="zh-CN" altLang="en-US"/>
        </a:p>
      </dgm:t>
    </dgm:pt>
    <dgm:pt modelId="{9324D5C1-D2E2-4B6E-A249-0A58DB5BED47}" type="sibTrans" cxnId="{DA8A04E8-42DE-4BB9-A0E9-19071811C171}">
      <dgm:prSet/>
      <dgm:spPr/>
      <dgm:t>
        <a:bodyPr/>
        <a:lstStyle/>
        <a:p>
          <a:endParaRPr lang="zh-CN" altLang="en-US"/>
        </a:p>
      </dgm:t>
    </dgm:pt>
    <dgm:pt modelId="{68BD7134-EFFE-4B43-8BC6-31A1CEBF3FE8}">
      <dgm:prSet phldrT="[文本]" custT="1"/>
      <dgm:spPr>
        <a:solidFill>
          <a:schemeClr val="tx1">
            <a:lumMod val="75000"/>
          </a:schemeClr>
        </a:solidFill>
      </dgm:spPr>
      <dgm:t>
        <a:bodyPr/>
        <a:lstStyle/>
        <a:p>
          <a:pPr algn="l"/>
          <a:r>
            <a:rPr kumimoji="1" lang="en-US" altLang="zh-CN" sz="2400" b="1" dirty="0">
              <a:solidFill>
                <a:schemeClr val="bg1"/>
              </a:solidFill>
              <a:latin typeface="Bookman Old Style" pitchFamily="18" charset="0"/>
              <a:ea typeface="楷体_GB2312" pitchFamily="49" charset="-122"/>
              <a:cs typeface="+mn-cs"/>
            </a:rPr>
            <a:t>2. </a:t>
          </a:r>
          <a:r>
            <a:rPr kumimoji="1" lang="zh-CN" altLang="en-US" sz="2400" b="1" dirty="0">
              <a:solidFill>
                <a:schemeClr val="bg1"/>
              </a:solidFill>
              <a:latin typeface="微软雅黑" pitchFamily="34" charset="-122"/>
              <a:ea typeface="微软雅黑" pitchFamily="34" charset="-122"/>
              <a:cs typeface="+mn-cs"/>
            </a:rPr>
            <a:t>实现</a:t>
          </a:r>
          <a:r>
            <a:rPr kumimoji="1" lang="en-US" altLang="zh-CN" sz="2400" b="1" dirty="0" err="1">
              <a:solidFill>
                <a:schemeClr val="bg1"/>
              </a:solidFill>
              <a:latin typeface="Bookman Old Style" pitchFamily="18" charset="0"/>
              <a:ea typeface="楷体_GB2312" pitchFamily="49" charset="-122"/>
              <a:cs typeface="+mn-cs"/>
            </a:rPr>
            <a:t>EventListener</a:t>
          </a:r>
          <a:r>
            <a:rPr kumimoji="1" lang="zh-CN" altLang="en-US" sz="2400" b="1" dirty="0">
              <a:solidFill>
                <a:schemeClr val="bg1"/>
              </a:solidFill>
              <a:latin typeface="微软雅黑" pitchFamily="34" charset="-122"/>
              <a:ea typeface="微软雅黑" pitchFamily="34" charset="-122"/>
              <a:cs typeface="+mn-cs"/>
            </a:rPr>
            <a:t>接口</a:t>
          </a:r>
        </a:p>
      </dgm:t>
    </dgm:pt>
    <dgm:pt modelId="{8BAB61EA-4DA3-4786-B85C-4B23FF7FD1E4}" type="parTrans" cxnId="{FE4C1F3A-F17E-44DA-9226-DA3F631140E9}">
      <dgm:prSet/>
      <dgm:spPr/>
      <dgm:t>
        <a:bodyPr/>
        <a:lstStyle/>
        <a:p>
          <a:endParaRPr lang="zh-CN" altLang="en-US"/>
        </a:p>
      </dgm:t>
    </dgm:pt>
    <dgm:pt modelId="{FD0C80C7-2EC3-46DB-A2EA-F8F73D7F0222}" type="sibTrans" cxnId="{FE4C1F3A-F17E-44DA-9226-DA3F631140E9}">
      <dgm:prSet/>
      <dgm:spPr/>
      <dgm:t>
        <a:bodyPr/>
        <a:lstStyle/>
        <a:p>
          <a:endParaRPr lang="zh-CN" altLang="en-US"/>
        </a:p>
      </dgm:t>
    </dgm:pt>
    <dgm:pt modelId="{762CC9E9-B8E4-4563-B036-1FEFCF726F21}">
      <dgm:prSet phldrT="[文本]" custT="1"/>
      <dgm:spPr>
        <a:solidFill>
          <a:schemeClr val="tx1">
            <a:lumMod val="75000"/>
          </a:schemeClr>
        </a:solidFill>
      </dgm:spPr>
      <dgm:t>
        <a:bodyPr/>
        <a:lstStyle/>
        <a:p>
          <a:pPr algn="l"/>
          <a:r>
            <a:rPr kumimoji="1" lang="en-US" altLang="zh-CN" sz="2600" b="1" dirty="0">
              <a:solidFill>
                <a:schemeClr val="bg1"/>
              </a:solidFill>
              <a:latin typeface="Bookman Old Style" pitchFamily="18" charset="0"/>
              <a:ea typeface="楷体_GB2312" pitchFamily="49" charset="-122"/>
              <a:cs typeface="+mn-cs"/>
            </a:rPr>
            <a:t>3. </a:t>
          </a:r>
          <a:r>
            <a:rPr kumimoji="1" lang="zh-CN" altLang="en-US" sz="2600" b="1" dirty="0">
              <a:solidFill>
                <a:schemeClr val="bg1"/>
              </a:solidFill>
              <a:latin typeface="微软雅黑" pitchFamily="34" charset="-122"/>
              <a:ea typeface="微软雅黑" pitchFamily="34" charset="-122"/>
              <a:cs typeface="+mn-cs"/>
            </a:rPr>
            <a:t>发送事件</a:t>
          </a:r>
        </a:p>
      </dgm:t>
    </dgm:pt>
    <dgm:pt modelId="{A541A5D6-25CD-41DA-8FDC-5A23FFE22C71}" type="parTrans" cxnId="{6F556421-ACC4-454C-B095-FAC15EF23FDF}">
      <dgm:prSet/>
      <dgm:spPr/>
      <dgm:t>
        <a:bodyPr/>
        <a:lstStyle/>
        <a:p>
          <a:endParaRPr lang="zh-CN" altLang="en-US"/>
        </a:p>
      </dgm:t>
    </dgm:pt>
    <dgm:pt modelId="{770E8881-2F83-4E0F-ACC0-39FE0F8CFD95}" type="sibTrans" cxnId="{6F556421-ACC4-454C-B095-FAC15EF23FDF}">
      <dgm:prSet/>
      <dgm:spPr/>
      <dgm:t>
        <a:bodyPr/>
        <a:lstStyle/>
        <a:p>
          <a:endParaRPr lang="zh-CN" altLang="en-US"/>
        </a:p>
      </dgm:t>
    </dgm:pt>
    <dgm:pt modelId="{819ADBD8-F311-43EE-B3EF-D6C1B1D5BC93}" type="pres">
      <dgm:prSet presAssocID="{0CAEC88D-4B56-4359-8BBE-228F04BEC5E7}" presName="Name0" presStyleCnt="0">
        <dgm:presLayoutVars>
          <dgm:dir/>
          <dgm:animLvl val="lvl"/>
          <dgm:resizeHandles val="exact"/>
        </dgm:presLayoutVars>
      </dgm:prSet>
      <dgm:spPr/>
      <dgm:t>
        <a:bodyPr/>
        <a:lstStyle/>
        <a:p>
          <a:endParaRPr lang="zh-CN" altLang="en-US"/>
        </a:p>
      </dgm:t>
    </dgm:pt>
    <dgm:pt modelId="{DD170056-C38B-4CBF-9E8E-C83187983235}" type="pres">
      <dgm:prSet presAssocID="{762CC9E9-B8E4-4563-B036-1FEFCF726F21}" presName="boxAndChildren" presStyleCnt="0"/>
      <dgm:spPr/>
    </dgm:pt>
    <dgm:pt modelId="{40CF6EF3-0DC0-4CBB-B3BA-6899F0835A24}" type="pres">
      <dgm:prSet presAssocID="{762CC9E9-B8E4-4563-B036-1FEFCF726F21}" presName="parentTextBox" presStyleLbl="node1" presStyleIdx="0" presStyleCnt="3"/>
      <dgm:spPr/>
      <dgm:t>
        <a:bodyPr/>
        <a:lstStyle/>
        <a:p>
          <a:endParaRPr lang="zh-CN" altLang="en-US"/>
        </a:p>
      </dgm:t>
    </dgm:pt>
    <dgm:pt modelId="{A64218AE-3718-4AB8-B63F-2510B2A67717}" type="pres">
      <dgm:prSet presAssocID="{FD0C80C7-2EC3-46DB-A2EA-F8F73D7F0222}" presName="sp" presStyleCnt="0"/>
      <dgm:spPr/>
    </dgm:pt>
    <dgm:pt modelId="{4B29664E-56CB-45DC-ADFB-3EF51F62C2CF}" type="pres">
      <dgm:prSet presAssocID="{68BD7134-EFFE-4B43-8BC6-31A1CEBF3FE8}" presName="arrowAndChildren" presStyleCnt="0"/>
      <dgm:spPr/>
    </dgm:pt>
    <dgm:pt modelId="{003463B4-F84A-446D-B655-60F4997BA54B}" type="pres">
      <dgm:prSet presAssocID="{68BD7134-EFFE-4B43-8BC6-31A1CEBF3FE8}" presName="parentTextArrow" presStyleLbl="node1" presStyleIdx="1" presStyleCnt="3"/>
      <dgm:spPr/>
      <dgm:t>
        <a:bodyPr/>
        <a:lstStyle/>
        <a:p>
          <a:endParaRPr lang="zh-CN" altLang="en-US"/>
        </a:p>
      </dgm:t>
    </dgm:pt>
    <dgm:pt modelId="{E50A4059-7F93-4CC8-8A1E-56FFB471AD40}" type="pres">
      <dgm:prSet presAssocID="{9324D5C1-D2E2-4B6E-A249-0A58DB5BED47}" presName="sp" presStyleCnt="0"/>
      <dgm:spPr/>
    </dgm:pt>
    <dgm:pt modelId="{36788434-3A97-4A3C-B6AB-6BCD9B1CC1CB}" type="pres">
      <dgm:prSet presAssocID="{D34CC4A8-F23C-4F87-831E-C50665C7703D}" presName="arrowAndChildren" presStyleCnt="0"/>
      <dgm:spPr/>
    </dgm:pt>
    <dgm:pt modelId="{5C90E3BC-A3B0-4B1F-8A4B-1CE06F0981CD}" type="pres">
      <dgm:prSet presAssocID="{D34CC4A8-F23C-4F87-831E-C50665C7703D}" presName="parentTextArrow" presStyleLbl="node1" presStyleIdx="2" presStyleCnt="3" custLinFactNeighborX="1389"/>
      <dgm:spPr/>
      <dgm:t>
        <a:bodyPr/>
        <a:lstStyle/>
        <a:p>
          <a:endParaRPr lang="zh-CN" altLang="en-US"/>
        </a:p>
      </dgm:t>
    </dgm:pt>
  </dgm:ptLst>
  <dgm:cxnLst>
    <dgm:cxn modelId="{82CAD2C1-547E-452A-A11D-4620D8E97B31}" type="presOf" srcId="{0CAEC88D-4B56-4359-8BBE-228F04BEC5E7}" destId="{819ADBD8-F311-43EE-B3EF-D6C1B1D5BC93}" srcOrd="0" destOrd="0" presId="urn:microsoft.com/office/officeart/2005/8/layout/process4"/>
    <dgm:cxn modelId="{C7B6E68C-7C57-49FE-8C9E-5B15116EC356}" type="presOf" srcId="{762CC9E9-B8E4-4563-B036-1FEFCF726F21}" destId="{40CF6EF3-0DC0-4CBB-B3BA-6899F0835A24}" srcOrd="0" destOrd="0" presId="urn:microsoft.com/office/officeart/2005/8/layout/process4"/>
    <dgm:cxn modelId="{FE4C1F3A-F17E-44DA-9226-DA3F631140E9}" srcId="{0CAEC88D-4B56-4359-8BBE-228F04BEC5E7}" destId="{68BD7134-EFFE-4B43-8BC6-31A1CEBF3FE8}" srcOrd="1" destOrd="0" parTransId="{8BAB61EA-4DA3-4786-B85C-4B23FF7FD1E4}" sibTransId="{FD0C80C7-2EC3-46DB-A2EA-F8F73D7F0222}"/>
    <dgm:cxn modelId="{24ACCA22-B1CC-4F18-BC24-D57D3EC0778F}" type="presOf" srcId="{68BD7134-EFFE-4B43-8BC6-31A1CEBF3FE8}" destId="{003463B4-F84A-446D-B655-60F4997BA54B}" srcOrd="0" destOrd="0" presId="urn:microsoft.com/office/officeart/2005/8/layout/process4"/>
    <dgm:cxn modelId="{877F8673-F44F-4643-8A75-FED677C9FD5C}" type="presOf" srcId="{D34CC4A8-F23C-4F87-831E-C50665C7703D}" destId="{5C90E3BC-A3B0-4B1F-8A4B-1CE06F0981CD}" srcOrd="0" destOrd="0" presId="urn:microsoft.com/office/officeart/2005/8/layout/process4"/>
    <dgm:cxn modelId="{DA8A04E8-42DE-4BB9-A0E9-19071811C171}" srcId="{0CAEC88D-4B56-4359-8BBE-228F04BEC5E7}" destId="{D34CC4A8-F23C-4F87-831E-C50665C7703D}" srcOrd="0" destOrd="0" parTransId="{03C065F6-4318-4099-ADB4-D8D78A6C1A4D}" sibTransId="{9324D5C1-D2E2-4B6E-A249-0A58DB5BED47}"/>
    <dgm:cxn modelId="{6F556421-ACC4-454C-B095-FAC15EF23FDF}" srcId="{0CAEC88D-4B56-4359-8BBE-228F04BEC5E7}" destId="{762CC9E9-B8E4-4563-B036-1FEFCF726F21}" srcOrd="2" destOrd="0" parTransId="{A541A5D6-25CD-41DA-8FDC-5A23FFE22C71}" sibTransId="{770E8881-2F83-4E0F-ACC0-39FE0F8CFD95}"/>
    <dgm:cxn modelId="{0B67280F-D4F2-49B9-8E5D-68279D752078}" type="presParOf" srcId="{819ADBD8-F311-43EE-B3EF-D6C1B1D5BC93}" destId="{DD170056-C38B-4CBF-9E8E-C83187983235}" srcOrd="0" destOrd="0" presId="urn:microsoft.com/office/officeart/2005/8/layout/process4"/>
    <dgm:cxn modelId="{4A2112B4-078F-49FA-A201-94056EEEC494}" type="presParOf" srcId="{DD170056-C38B-4CBF-9E8E-C83187983235}" destId="{40CF6EF3-0DC0-4CBB-B3BA-6899F0835A24}" srcOrd="0" destOrd="0" presId="urn:microsoft.com/office/officeart/2005/8/layout/process4"/>
    <dgm:cxn modelId="{BA62ECE3-DAFD-4FA7-8A46-7EB3C60C6842}" type="presParOf" srcId="{819ADBD8-F311-43EE-B3EF-D6C1B1D5BC93}" destId="{A64218AE-3718-4AB8-B63F-2510B2A67717}" srcOrd="1" destOrd="0" presId="urn:microsoft.com/office/officeart/2005/8/layout/process4"/>
    <dgm:cxn modelId="{3862A42B-C574-4F63-8D9B-1E927301FF4F}" type="presParOf" srcId="{819ADBD8-F311-43EE-B3EF-D6C1B1D5BC93}" destId="{4B29664E-56CB-45DC-ADFB-3EF51F62C2CF}" srcOrd="2" destOrd="0" presId="urn:microsoft.com/office/officeart/2005/8/layout/process4"/>
    <dgm:cxn modelId="{D0538FAF-23A2-49D6-9290-22BBD5D9BC48}" type="presParOf" srcId="{4B29664E-56CB-45DC-ADFB-3EF51F62C2CF}" destId="{003463B4-F84A-446D-B655-60F4997BA54B}" srcOrd="0" destOrd="0" presId="urn:microsoft.com/office/officeart/2005/8/layout/process4"/>
    <dgm:cxn modelId="{0FD8ADE9-ADFE-4910-91CE-5E4EBB9200DB}" type="presParOf" srcId="{819ADBD8-F311-43EE-B3EF-D6C1B1D5BC93}" destId="{E50A4059-7F93-4CC8-8A1E-56FFB471AD40}" srcOrd="3" destOrd="0" presId="urn:microsoft.com/office/officeart/2005/8/layout/process4"/>
    <dgm:cxn modelId="{3A1B9244-7E13-46AF-AD9F-2459EE6A0A06}" type="presParOf" srcId="{819ADBD8-F311-43EE-B3EF-D6C1B1D5BC93}" destId="{36788434-3A97-4A3C-B6AB-6BCD9B1CC1CB}" srcOrd="4" destOrd="0" presId="urn:microsoft.com/office/officeart/2005/8/layout/process4"/>
    <dgm:cxn modelId="{403BED28-EADE-4EFB-8F57-125BFE23FE63}" type="presParOf" srcId="{36788434-3A97-4A3C-B6AB-6BCD9B1CC1CB}" destId="{5C90E3BC-A3B0-4B1F-8A4B-1CE06F0981CD}" srcOrd="0" destOrd="0" presId="urn:microsoft.com/office/officeart/2005/8/layout/process4"/>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65EFD943-045F-4389-AE14-3F9BC535248D}" type="doc">
      <dgm:prSet loTypeId="urn:microsoft.com/office/officeart/2005/8/layout/chevron1" loCatId="process" qsTypeId="urn:microsoft.com/office/officeart/2005/8/quickstyle/3d2" qsCatId="3D" csTypeId="urn:microsoft.com/office/officeart/2005/8/colors/accent1_2" csCatId="accent1" phldr="1"/>
      <dgm:spPr/>
    </dgm:pt>
    <dgm:pt modelId="{93C4BC99-3CD7-4F27-A388-CF5E6AC2D033}">
      <dgm:prSet phldrT="[文本]" custT="1"/>
      <dgm:spPr>
        <a:solidFill>
          <a:schemeClr val="tx1">
            <a:lumMod val="75000"/>
          </a:schemeClr>
        </a:solidFill>
      </dgm:spPr>
      <dgm:t>
        <a:bodyPr/>
        <a:lstStyle/>
        <a:p>
          <a:r>
            <a:rPr kumimoji="1" lang="en-US" altLang="zh-CN" sz="2400" b="1" kern="0" dirty="0">
              <a:solidFill>
                <a:schemeClr val="bg1"/>
              </a:solidFill>
              <a:latin typeface="Bookman Old Style" pitchFamily="18" charset="0"/>
              <a:ea typeface="楷体_GB2312" pitchFamily="49" charset="-122"/>
              <a:cs typeface="+mn-cs"/>
            </a:rPr>
            <a:t>UI</a:t>
          </a:r>
          <a:r>
            <a:rPr lang="en-US" altLang="zh-CN" sz="2400" kern="1200" dirty="0">
              <a:solidFill>
                <a:schemeClr val="bg1"/>
              </a:solidFill>
            </a:rPr>
            <a:t> </a:t>
          </a:r>
          <a:r>
            <a:rPr kumimoji="1" lang="en-US" altLang="zh-CN" sz="2400" b="1" kern="0" dirty="0">
              <a:solidFill>
                <a:schemeClr val="bg1"/>
              </a:solidFill>
              <a:latin typeface="Bookman Old Style" pitchFamily="18" charset="0"/>
              <a:ea typeface="楷体_GB2312" pitchFamily="49" charset="-122"/>
              <a:cs typeface="+mn-cs"/>
            </a:rPr>
            <a:t>widgets</a:t>
          </a:r>
          <a:endParaRPr kumimoji="1" lang="zh-CN" altLang="en-US" sz="2400" b="1" kern="0" dirty="0">
            <a:solidFill>
              <a:schemeClr val="bg1"/>
            </a:solidFill>
            <a:latin typeface="Bookman Old Style" pitchFamily="18" charset="0"/>
            <a:ea typeface="楷体_GB2312" pitchFamily="49" charset="-122"/>
            <a:cs typeface="+mn-cs"/>
          </a:endParaRPr>
        </a:p>
      </dgm:t>
    </dgm:pt>
    <dgm:pt modelId="{3B8B2AA5-4CA6-4B68-805D-641C19874E05}" type="parTrans" cxnId="{83ED708B-53F2-4B6F-B739-F904E5D4F72C}">
      <dgm:prSet/>
      <dgm:spPr/>
      <dgm:t>
        <a:bodyPr/>
        <a:lstStyle/>
        <a:p>
          <a:endParaRPr lang="zh-CN" altLang="en-US"/>
        </a:p>
      </dgm:t>
    </dgm:pt>
    <dgm:pt modelId="{3D98033C-FD74-41E3-BCA6-C1FBC599E64C}" type="sibTrans" cxnId="{83ED708B-53F2-4B6F-B739-F904E5D4F72C}">
      <dgm:prSet/>
      <dgm:spPr/>
      <dgm:t>
        <a:bodyPr/>
        <a:lstStyle/>
        <a:p>
          <a:endParaRPr lang="zh-CN" altLang="en-US"/>
        </a:p>
      </dgm:t>
    </dgm:pt>
    <dgm:pt modelId="{3CFE5EE8-D772-4C77-B291-A532158659CF}">
      <dgm:prSet phldrT="[文本]" custT="1"/>
      <dgm:spPr>
        <a:solidFill>
          <a:schemeClr val="tx1">
            <a:lumMod val="75000"/>
          </a:schemeClr>
        </a:solidFill>
      </dgm:spPr>
      <dgm:t>
        <a:bodyPr/>
        <a:lstStyle/>
        <a:p>
          <a:r>
            <a:rPr kumimoji="1" lang="en-US" altLang="zh-CN" sz="2400" b="1" kern="0" dirty="0">
              <a:solidFill>
                <a:schemeClr val="bg1"/>
              </a:solidFill>
              <a:latin typeface="Bookman Old Style" pitchFamily="18" charset="0"/>
              <a:ea typeface="楷体_GB2312" pitchFamily="49" charset="-122"/>
              <a:cs typeface="+mn-cs"/>
            </a:rPr>
            <a:t>boundary objects</a:t>
          </a:r>
          <a:endParaRPr kumimoji="1" lang="zh-CN" altLang="en-US" sz="2400" b="1" kern="0" dirty="0">
            <a:solidFill>
              <a:schemeClr val="bg1"/>
            </a:solidFill>
            <a:latin typeface="Bookman Old Style" pitchFamily="18" charset="0"/>
            <a:ea typeface="楷体_GB2312" pitchFamily="49" charset="-122"/>
            <a:cs typeface="+mn-cs"/>
          </a:endParaRPr>
        </a:p>
      </dgm:t>
    </dgm:pt>
    <dgm:pt modelId="{4204787D-545F-46D1-BA30-30811FA60139}" type="parTrans" cxnId="{E5AE95AB-86E6-44C0-BAE2-7352A8E60E81}">
      <dgm:prSet/>
      <dgm:spPr/>
      <dgm:t>
        <a:bodyPr/>
        <a:lstStyle/>
        <a:p>
          <a:endParaRPr lang="zh-CN" altLang="en-US"/>
        </a:p>
      </dgm:t>
    </dgm:pt>
    <dgm:pt modelId="{0E712EB1-F2E4-419F-AA90-C3643D427014}" type="sibTrans" cxnId="{E5AE95AB-86E6-44C0-BAE2-7352A8E60E81}">
      <dgm:prSet/>
      <dgm:spPr/>
      <dgm:t>
        <a:bodyPr/>
        <a:lstStyle/>
        <a:p>
          <a:endParaRPr lang="zh-CN" altLang="en-US"/>
        </a:p>
      </dgm:t>
    </dgm:pt>
    <dgm:pt modelId="{E71EB0A4-3EDF-4411-A23F-5BDA5E5C874A}">
      <dgm:prSet phldrT="[文本]" custT="1"/>
      <dgm:spPr>
        <a:solidFill>
          <a:schemeClr val="tx1">
            <a:lumMod val="75000"/>
          </a:schemeClr>
        </a:solidFill>
      </dgm:spPr>
      <dgm:t>
        <a:bodyPr/>
        <a:lstStyle/>
        <a:p>
          <a:r>
            <a:rPr kumimoji="1" lang="en-US" altLang="zh-CN" sz="2400" b="1" kern="0" dirty="0">
              <a:solidFill>
                <a:schemeClr val="bg1"/>
              </a:solidFill>
              <a:latin typeface="Bookman Old Style" pitchFamily="18" charset="0"/>
              <a:ea typeface="楷体_GB2312" pitchFamily="49" charset="-122"/>
              <a:cs typeface="+mn-cs"/>
            </a:rPr>
            <a:t>business objects</a:t>
          </a:r>
          <a:endParaRPr kumimoji="1" lang="zh-CN" altLang="en-US" sz="2400" b="1" kern="0" dirty="0">
            <a:solidFill>
              <a:schemeClr val="bg1"/>
            </a:solidFill>
            <a:latin typeface="Bookman Old Style" pitchFamily="18" charset="0"/>
            <a:ea typeface="楷体_GB2312" pitchFamily="49" charset="-122"/>
            <a:cs typeface="+mn-cs"/>
          </a:endParaRPr>
        </a:p>
      </dgm:t>
    </dgm:pt>
    <dgm:pt modelId="{6FDE4C40-7D3B-4F65-B519-5786D722362B}" type="parTrans" cxnId="{D72D7042-1747-4671-987E-0242DBA3388B}">
      <dgm:prSet/>
      <dgm:spPr/>
      <dgm:t>
        <a:bodyPr/>
        <a:lstStyle/>
        <a:p>
          <a:endParaRPr lang="zh-CN" altLang="en-US"/>
        </a:p>
      </dgm:t>
    </dgm:pt>
    <dgm:pt modelId="{323F4659-8383-4D6A-8802-7776B046E363}" type="sibTrans" cxnId="{D72D7042-1747-4671-987E-0242DBA3388B}">
      <dgm:prSet/>
      <dgm:spPr/>
      <dgm:t>
        <a:bodyPr/>
        <a:lstStyle/>
        <a:p>
          <a:endParaRPr lang="zh-CN" altLang="en-US"/>
        </a:p>
      </dgm:t>
    </dgm:pt>
    <dgm:pt modelId="{65E2EDE2-4829-4EDC-87A9-10243D0B8579}" type="pres">
      <dgm:prSet presAssocID="{65EFD943-045F-4389-AE14-3F9BC535248D}" presName="Name0" presStyleCnt="0">
        <dgm:presLayoutVars>
          <dgm:dir/>
          <dgm:animLvl val="lvl"/>
          <dgm:resizeHandles val="exact"/>
        </dgm:presLayoutVars>
      </dgm:prSet>
      <dgm:spPr/>
    </dgm:pt>
    <dgm:pt modelId="{3D7E8E65-12B1-4E8F-A97B-6736EC0820E9}" type="pres">
      <dgm:prSet presAssocID="{93C4BC99-3CD7-4F27-A388-CF5E6AC2D033}" presName="parTxOnly" presStyleLbl="node1" presStyleIdx="0" presStyleCnt="3">
        <dgm:presLayoutVars>
          <dgm:chMax val="0"/>
          <dgm:chPref val="0"/>
          <dgm:bulletEnabled val="1"/>
        </dgm:presLayoutVars>
      </dgm:prSet>
      <dgm:spPr/>
      <dgm:t>
        <a:bodyPr/>
        <a:lstStyle/>
        <a:p>
          <a:endParaRPr lang="zh-CN" altLang="en-US"/>
        </a:p>
      </dgm:t>
    </dgm:pt>
    <dgm:pt modelId="{8D575B32-FD23-45DD-B763-F74BA193C445}" type="pres">
      <dgm:prSet presAssocID="{3D98033C-FD74-41E3-BCA6-C1FBC599E64C}" presName="parTxOnlySpace" presStyleCnt="0"/>
      <dgm:spPr/>
    </dgm:pt>
    <dgm:pt modelId="{D8B3D95D-7ABF-4304-B5F4-93814BF8084F}" type="pres">
      <dgm:prSet presAssocID="{3CFE5EE8-D772-4C77-B291-A532158659CF}" presName="parTxOnly" presStyleLbl="node1" presStyleIdx="1" presStyleCnt="3">
        <dgm:presLayoutVars>
          <dgm:chMax val="0"/>
          <dgm:chPref val="0"/>
          <dgm:bulletEnabled val="1"/>
        </dgm:presLayoutVars>
      </dgm:prSet>
      <dgm:spPr/>
      <dgm:t>
        <a:bodyPr/>
        <a:lstStyle/>
        <a:p>
          <a:endParaRPr lang="zh-CN" altLang="en-US"/>
        </a:p>
      </dgm:t>
    </dgm:pt>
    <dgm:pt modelId="{B9DEA4A6-A80F-40C0-8F32-3271B1B7686E}" type="pres">
      <dgm:prSet presAssocID="{0E712EB1-F2E4-419F-AA90-C3643D427014}" presName="parTxOnlySpace" presStyleCnt="0"/>
      <dgm:spPr/>
    </dgm:pt>
    <dgm:pt modelId="{C1A17705-23A0-48CC-B76F-3143178E8652}" type="pres">
      <dgm:prSet presAssocID="{E71EB0A4-3EDF-4411-A23F-5BDA5E5C874A}" presName="parTxOnly" presStyleLbl="node1" presStyleIdx="2" presStyleCnt="3" custLinFactNeighborX="33653">
        <dgm:presLayoutVars>
          <dgm:chMax val="0"/>
          <dgm:chPref val="0"/>
          <dgm:bulletEnabled val="1"/>
        </dgm:presLayoutVars>
      </dgm:prSet>
      <dgm:spPr/>
      <dgm:t>
        <a:bodyPr/>
        <a:lstStyle/>
        <a:p>
          <a:endParaRPr lang="zh-CN" altLang="en-US"/>
        </a:p>
      </dgm:t>
    </dgm:pt>
  </dgm:ptLst>
  <dgm:cxnLst>
    <dgm:cxn modelId="{4C5D3136-EFBB-4844-8007-11A13BBE69C3}" type="presOf" srcId="{93C4BC99-3CD7-4F27-A388-CF5E6AC2D033}" destId="{3D7E8E65-12B1-4E8F-A97B-6736EC0820E9}" srcOrd="0" destOrd="0" presId="urn:microsoft.com/office/officeart/2005/8/layout/chevron1"/>
    <dgm:cxn modelId="{D72D7042-1747-4671-987E-0242DBA3388B}" srcId="{65EFD943-045F-4389-AE14-3F9BC535248D}" destId="{E71EB0A4-3EDF-4411-A23F-5BDA5E5C874A}" srcOrd="2" destOrd="0" parTransId="{6FDE4C40-7D3B-4F65-B519-5786D722362B}" sibTransId="{323F4659-8383-4D6A-8802-7776B046E363}"/>
    <dgm:cxn modelId="{E5AE95AB-86E6-44C0-BAE2-7352A8E60E81}" srcId="{65EFD943-045F-4389-AE14-3F9BC535248D}" destId="{3CFE5EE8-D772-4C77-B291-A532158659CF}" srcOrd="1" destOrd="0" parTransId="{4204787D-545F-46D1-BA30-30811FA60139}" sibTransId="{0E712EB1-F2E4-419F-AA90-C3643D427014}"/>
    <dgm:cxn modelId="{83ED708B-53F2-4B6F-B739-F904E5D4F72C}" srcId="{65EFD943-045F-4389-AE14-3F9BC535248D}" destId="{93C4BC99-3CD7-4F27-A388-CF5E6AC2D033}" srcOrd="0" destOrd="0" parTransId="{3B8B2AA5-4CA6-4B68-805D-641C19874E05}" sibTransId="{3D98033C-FD74-41E3-BCA6-C1FBC599E64C}"/>
    <dgm:cxn modelId="{56147C7D-933D-41C3-A74E-665A8393CFC2}" type="presOf" srcId="{E71EB0A4-3EDF-4411-A23F-5BDA5E5C874A}" destId="{C1A17705-23A0-48CC-B76F-3143178E8652}" srcOrd="0" destOrd="0" presId="urn:microsoft.com/office/officeart/2005/8/layout/chevron1"/>
    <dgm:cxn modelId="{40CF9A81-BB53-42A2-B333-F73B851EEDE8}" type="presOf" srcId="{65EFD943-045F-4389-AE14-3F9BC535248D}" destId="{65E2EDE2-4829-4EDC-87A9-10243D0B8579}" srcOrd="0" destOrd="0" presId="urn:microsoft.com/office/officeart/2005/8/layout/chevron1"/>
    <dgm:cxn modelId="{D9A75A48-A077-48EB-8D39-0F3AF873CE57}" type="presOf" srcId="{3CFE5EE8-D772-4C77-B291-A532158659CF}" destId="{D8B3D95D-7ABF-4304-B5F4-93814BF8084F}" srcOrd="0" destOrd="0" presId="urn:microsoft.com/office/officeart/2005/8/layout/chevron1"/>
    <dgm:cxn modelId="{68A6B910-72E7-4F9C-8A67-4C89441D94D2}" type="presParOf" srcId="{65E2EDE2-4829-4EDC-87A9-10243D0B8579}" destId="{3D7E8E65-12B1-4E8F-A97B-6736EC0820E9}" srcOrd="0" destOrd="0" presId="urn:microsoft.com/office/officeart/2005/8/layout/chevron1"/>
    <dgm:cxn modelId="{AE92A4BE-2BB8-44AB-9DB5-D76A967A58E2}" type="presParOf" srcId="{65E2EDE2-4829-4EDC-87A9-10243D0B8579}" destId="{8D575B32-FD23-45DD-B763-F74BA193C445}" srcOrd="1" destOrd="0" presId="urn:microsoft.com/office/officeart/2005/8/layout/chevron1"/>
    <dgm:cxn modelId="{11DF1580-17A0-44F8-923D-D4FDE30066BF}" type="presParOf" srcId="{65E2EDE2-4829-4EDC-87A9-10243D0B8579}" destId="{D8B3D95D-7ABF-4304-B5F4-93814BF8084F}" srcOrd="2" destOrd="0" presId="urn:microsoft.com/office/officeart/2005/8/layout/chevron1"/>
    <dgm:cxn modelId="{F6F5295F-0592-4720-9E87-E00400176557}" type="presParOf" srcId="{65E2EDE2-4829-4EDC-87A9-10243D0B8579}" destId="{B9DEA4A6-A80F-40C0-8F32-3271B1B7686E}" srcOrd="3" destOrd="0" presId="urn:microsoft.com/office/officeart/2005/8/layout/chevron1"/>
    <dgm:cxn modelId="{D04C3FB5-5DBF-487A-97F8-9F0C076331D2}" type="presParOf" srcId="{65E2EDE2-4829-4EDC-87A9-10243D0B8579}" destId="{C1A17705-23A0-48CC-B76F-3143178E8652}" srcOrd="4" destOrd="0" presId="urn:microsoft.com/office/officeart/2005/8/layout/chevron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D535EEF5-FB67-40E8-808B-C31F87DE0EA6}" type="doc">
      <dgm:prSet loTypeId="urn:microsoft.com/office/officeart/2005/8/layout/chevron2" loCatId="process" qsTypeId="urn:microsoft.com/office/officeart/2005/8/quickstyle/simple1" qsCatId="simple" csTypeId="urn:microsoft.com/office/officeart/2005/8/colors/accent2_2" csCatId="accent2" phldr="1"/>
      <dgm:spPr/>
      <dgm:t>
        <a:bodyPr/>
        <a:lstStyle/>
        <a:p>
          <a:endParaRPr lang="zh-CN" altLang="en-US"/>
        </a:p>
      </dgm:t>
    </dgm:pt>
    <dgm:pt modelId="{54518DC8-D1BF-47EA-92E0-DD0F19FE634A}">
      <dgm:prSet phldrT="[文本]" custT="1"/>
      <dgm:spPr/>
      <dgm:t>
        <a:bodyPr/>
        <a:lstStyle/>
        <a:p>
          <a:r>
            <a:rPr lang="en-US" altLang="zh-CN" sz="3200" b="1" dirty="0">
              <a:solidFill>
                <a:schemeClr val="bg1"/>
              </a:solidFill>
              <a:latin typeface="Bookman Old Style" pitchFamily="18" charset="0"/>
            </a:rPr>
            <a:t>1.</a:t>
          </a:r>
          <a:endParaRPr lang="zh-CN" altLang="en-US" sz="3200" b="1" dirty="0">
            <a:solidFill>
              <a:schemeClr val="bg1"/>
            </a:solidFill>
            <a:latin typeface="Bookman Old Style" pitchFamily="18" charset="0"/>
          </a:endParaRPr>
        </a:p>
      </dgm:t>
    </dgm:pt>
    <dgm:pt modelId="{4A63A0A0-5B85-454A-938D-9562ABC268E8}" type="parTrans" cxnId="{63CD2013-D667-4861-914A-A341D9E293DC}">
      <dgm:prSet/>
      <dgm:spPr/>
      <dgm:t>
        <a:bodyPr/>
        <a:lstStyle/>
        <a:p>
          <a:endParaRPr lang="zh-CN" altLang="en-US" sz="3200">
            <a:solidFill>
              <a:srgbClr val="000000"/>
            </a:solidFill>
          </a:endParaRPr>
        </a:p>
      </dgm:t>
    </dgm:pt>
    <dgm:pt modelId="{2F148745-227E-4C26-812D-D9644844745B}" type="sibTrans" cxnId="{63CD2013-D667-4861-914A-A341D9E293DC}">
      <dgm:prSet/>
      <dgm:spPr/>
      <dgm:t>
        <a:bodyPr/>
        <a:lstStyle/>
        <a:p>
          <a:endParaRPr lang="zh-CN" altLang="en-US" sz="3200">
            <a:solidFill>
              <a:srgbClr val="000000"/>
            </a:solidFill>
          </a:endParaRPr>
        </a:p>
      </dgm:t>
    </dgm:pt>
    <dgm:pt modelId="{83CC5C30-88B9-472A-ABAC-3BE87F009E0F}">
      <dgm:prSet phldrT="[文本]" custT="1"/>
      <dgm:spPr>
        <a:ln>
          <a:solidFill>
            <a:srgbClr val="000000"/>
          </a:solidFill>
        </a:ln>
      </dgm:spPr>
      <dgm:t>
        <a:bodyPr/>
        <a:lstStyle/>
        <a:p>
          <a:pPr>
            <a:lnSpc>
              <a:spcPct val="100000"/>
            </a:lnSpc>
          </a:pPr>
          <a:r>
            <a:rPr lang="zh-CN" altLang="en-US" sz="2800" b="1"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早期的</a:t>
          </a:r>
          <a:r>
            <a:rPr lang="en-US" altLang="zh-CN" sz="2800" b="1"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Java GUI</a:t>
          </a:r>
          <a:r>
            <a:rPr lang="zh-CN" altLang="en-US" sz="2800" b="1"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事件模型</a:t>
          </a:r>
        </a:p>
      </dgm:t>
    </dgm:pt>
    <dgm:pt modelId="{1426009C-CFF2-4740-86EB-D4887AD048E4}" type="parTrans" cxnId="{481BA8B4-3AF7-4BD0-AB89-1D6D9A0760C3}">
      <dgm:prSet/>
      <dgm:spPr/>
      <dgm:t>
        <a:bodyPr/>
        <a:lstStyle/>
        <a:p>
          <a:endParaRPr lang="zh-CN" altLang="en-US" sz="3200">
            <a:solidFill>
              <a:srgbClr val="000000"/>
            </a:solidFill>
          </a:endParaRPr>
        </a:p>
      </dgm:t>
    </dgm:pt>
    <dgm:pt modelId="{F03902B4-B21D-445D-AC34-5AD08445ACB4}" type="sibTrans" cxnId="{481BA8B4-3AF7-4BD0-AB89-1D6D9A0760C3}">
      <dgm:prSet/>
      <dgm:spPr/>
      <dgm:t>
        <a:bodyPr/>
        <a:lstStyle/>
        <a:p>
          <a:endParaRPr lang="zh-CN" altLang="en-US" sz="3200">
            <a:solidFill>
              <a:srgbClr val="000000"/>
            </a:solidFill>
          </a:endParaRPr>
        </a:p>
      </dgm:t>
    </dgm:pt>
    <dgm:pt modelId="{52BD2B4A-BCA9-42C8-8753-7B6879BAF2D4}">
      <dgm:prSet phldrT="[文本]" custT="1"/>
      <dgm:spPr/>
      <dgm:t>
        <a:bodyPr/>
        <a:lstStyle/>
        <a:p>
          <a:r>
            <a:rPr lang="en-US" altLang="zh-CN" sz="3200" b="1" dirty="0">
              <a:solidFill>
                <a:schemeClr val="bg1"/>
              </a:solidFill>
              <a:latin typeface="Bookman Old Style" pitchFamily="18" charset="0"/>
            </a:rPr>
            <a:t>2.</a:t>
          </a:r>
          <a:endParaRPr lang="zh-CN" altLang="en-US" sz="3200" b="1" dirty="0">
            <a:solidFill>
              <a:schemeClr val="bg1"/>
            </a:solidFill>
          </a:endParaRPr>
        </a:p>
      </dgm:t>
    </dgm:pt>
    <dgm:pt modelId="{4CA2C1A0-99DE-4E81-B4CB-455F5B30B2AC}" type="parTrans" cxnId="{79A27447-0D09-4F2B-9704-9330B3BA7B7A}">
      <dgm:prSet/>
      <dgm:spPr/>
      <dgm:t>
        <a:bodyPr/>
        <a:lstStyle/>
        <a:p>
          <a:endParaRPr lang="zh-CN" altLang="en-US" sz="3200">
            <a:solidFill>
              <a:srgbClr val="000000"/>
            </a:solidFill>
          </a:endParaRPr>
        </a:p>
      </dgm:t>
    </dgm:pt>
    <dgm:pt modelId="{70FBCB72-0E72-43F3-B225-F6CF5CADF21A}" type="sibTrans" cxnId="{79A27447-0D09-4F2B-9704-9330B3BA7B7A}">
      <dgm:prSet/>
      <dgm:spPr/>
      <dgm:t>
        <a:bodyPr/>
        <a:lstStyle/>
        <a:p>
          <a:endParaRPr lang="zh-CN" altLang="en-US" sz="3200">
            <a:solidFill>
              <a:srgbClr val="000000"/>
            </a:solidFill>
          </a:endParaRPr>
        </a:p>
      </dgm:t>
    </dgm:pt>
    <dgm:pt modelId="{E8C59684-A5DA-4BFD-B245-810018E55D78}">
      <dgm:prSet phldrT="[文本]" custT="1"/>
      <dgm:spPr>
        <a:ln>
          <a:solidFill>
            <a:schemeClr val="accent4"/>
          </a:solidFill>
        </a:ln>
      </dgm:spPr>
      <dgm:t>
        <a:bodyPr/>
        <a:lstStyle/>
        <a:p>
          <a:r>
            <a:rPr lang="zh-CN" altLang="en-US" sz="2800" b="1"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问题何在？</a:t>
          </a:r>
        </a:p>
      </dgm:t>
    </dgm:pt>
    <dgm:pt modelId="{D3AB8E7C-029A-45B8-BA2A-DE348AB70AA8}" type="parTrans" cxnId="{CE1D2A34-3743-4097-8EE9-AA3502541146}">
      <dgm:prSet/>
      <dgm:spPr/>
      <dgm:t>
        <a:bodyPr/>
        <a:lstStyle/>
        <a:p>
          <a:endParaRPr lang="zh-CN" altLang="en-US" sz="3200">
            <a:solidFill>
              <a:srgbClr val="000000"/>
            </a:solidFill>
          </a:endParaRPr>
        </a:p>
      </dgm:t>
    </dgm:pt>
    <dgm:pt modelId="{97F84FA1-939F-468D-BABE-31D665340BDC}" type="sibTrans" cxnId="{CE1D2A34-3743-4097-8EE9-AA3502541146}">
      <dgm:prSet/>
      <dgm:spPr/>
      <dgm:t>
        <a:bodyPr/>
        <a:lstStyle/>
        <a:p>
          <a:endParaRPr lang="zh-CN" altLang="en-US" sz="3200">
            <a:solidFill>
              <a:srgbClr val="000000"/>
            </a:solidFill>
          </a:endParaRPr>
        </a:p>
      </dgm:t>
    </dgm:pt>
    <dgm:pt modelId="{3BF32554-1F9B-4294-97A0-A1F34812ACB3}">
      <dgm:prSet phldrT="[文本]" custT="1"/>
      <dgm:spPr/>
      <dgm:t>
        <a:bodyPr/>
        <a:lstStyle/>
        <a:p>
          <a:r>
            <a:rPr lang="en-US" altLang="zh-CN" sz="3200" b="1" dirty="0">
              <a:solidFill>
                <a:schemeClr val="bg1"/>
              </a:solidFill>
              <a:latin typeface="Bookman Old Style" pitchFamily="18" charset="0"/>
            </a:rPr>
            <a:t>3.</a:t>
          </a:r>
          <a:endParaRPr lang="zh-CN" altLang="en-US" sz="3200" b="1" dirty="0">
            <a:solidFill>
              <a:schemeClr val="bg1"/>
            </a:solidFill>
          </a:endParaRPr>
        </a:p>
      </dgm:t>
    </dgm:pt>
    <dgm:pt modelId="{C184EE56-4C84-42B3-91E4-8EF2941C5644}" type="parTrans" cxnId="{0BFCC0B3-4B76-4A1C-8393-ADC13246577A}">
      <dgm:prSet/>
      <dgm:spPr/>
      <dgm:t>
        <a:bodyPr/>
        <a:lstStyle/>
        <a:p>
          <a:endParaRPr lang="zh-CN" altLang="en-US">
            <a:solidFill>
              <a:srgbClr val="000000"/>
            </a:solidFill>
          </a:endParaRPr>
        </a:p>
      </dgm:t>
    </dgm:pt>
    <dgm:pt modelId="{647DCB62-E6D6-4696-B5AF-21DBD988DCBA}" type="sibTrans" cxnId="{0BFCC0B3-4B76-4A1C-8393-ADC13246577A}">
      <dgm:prSet/>
      <dgm:spPr/>
      <dgm:t>
        <a:bodyPr/>
        <a:lstStyle/>
        <a:p>
          <a:endParaRPr lang="zh-CN" altLang="en-US">
            <a:solidFill>
              <a:srgbClr val="000000"/>
            </a:solidFill>
          </a:endParaRPr>
        </a:p>
      </dgm:t>
    </dgm:pt>
    <dgm:pt modelId="{E76E75A2-B9D7-4C28-B92D-409BB35DA14E}">
      <dgm:prSet custT="1"/>
      <dgm:spPr>
        <a:ln w="25400">
          <a:solidFill>
            <a:srgbClr val="000000"/>
          </a:solidFill>
        </a:ln>
      </dgm:spPr>
      <dgm:t>
        <a:bodyPr/>
        <a:lstStyle/>
        <a:p>
          <a:r>
            <a:rPr lang="zh-CN" altLang="en-US" sz="2800" b="1"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改进方案</a:t>
          </a:r>
        </a:p>
      </dgm:t>
    </dgm:pt>
    <dgm:pt modelId="{8A7519E1-B77F-4722-9AE7-49EEBDB331A5}" type="parTrans" cxnId="{131D9635-ECD6-4A89-B3BB-EDDC9E9D117D}">
      <dgm:prSet/>
      <dgm:spPr/>
      <dgm:t>
        <a:bodyPr/>
        <a:lstStyle/>
        <a:p>
          <a:endParaRPr lang="zh-CN" altLang="en-US">
            <a:solidFill>
              <a:srgbClr val="000000"/>
            </a:solidFill>
          </a:endParaRPr>
        </a:p>
      </dgm:t>
    </dgm:pt>
    <dgm:pt modelId="{E81EB838-1AA0-4935-BF2E-CD289548E10F}" type="sibTrans" cxnId="{131D9635-ECD6-4A89-B3BB-EDDC9E9D117D}">
      <dgm:prSet/>
      <dgm:spPr/>
      <dgm:t>
        <a:bodyPr/>
        <a:lstStyle/>
        <a:p>
          <a:endParaRPr lang="zh-CN" altLang="en-US">
            <a:solidFill>
              <a:srgbClr val="000000"/>
            </a:solidFill>
          </a:endParaRPr>
        </a:p>
      </dgm:t>
    </dgm:pt>
    <dgm:pt modelId="{73A1C673-C023-45EA-841C-382DB45F2E74}">
      <dgm:prSet phldrT="[文本]" custT="1"/>
      <dgm:spPr/>
      <dgm:t>
        <a:bodyPr/>
        <a:lstStyle/>
        <a:p>
          <a:r>
            <a:rPr lang="en-US" altLang="zh-CN" sz="3200" b="1" dirty="0">
              <a:solidFill>
                <a:schemeClr val="bg1"/>
              </a:solidFill>
              <a:latin typeface="Bookman Old Style" pitchFamily="18" charset="0"/>
            </a:rPr>
            <a:t>4.</a:t>
          </a:r>
          <a:endParaRPr lang="zh-CN" altLang="en-US" sz="3200" b="1" dirty="0">
            <a:solidFill>
              <a:schemeClr val="bg1"/>
            </a:solidFill>
          </a:endParaRPr>
        </a:p>
      </dgm:t>
    </dgm:pt>
    <dgm:pt modelId="{0DA107AD-19B3-4502-8F99-9BE5CFF88B5A}" type="parTrans" cxnId="{2C499AF6-774F-4626-B048-05CA56446B05}">
      <dgm:prSet/>
      <dgm:spPr/>
      <dgm:t>
        <a:bodyPr/>
        <a:lstStyle/>
        <a:p>
          <a:endParaRPr lang="zh-CN" altLang="en-US"/>
        </a:p>
      </dgm:t>
    </dgm:pt>
    <dgm:pt modelId="{DFC9F99B-6E5A-47CB-B22C-816057A1FCF1}" type="sibTrans" cxnId="{2C499AF6-774F-4626-B048-05CA56446B05}">
      <dgm:prSet/>
      <dgm:spPr/>
      <dgm:t>
        <a:bodyPr/>
        <a:lstStyle/>
        <a:p>
          <a:endParaRPr lang="zh-CN" altLang="en-US"/>
        </a:p>
      </dgm:t>
    </dgm:pt>
    <dgm:pt modelId="{D7BA6582-3D00-48EE-ACF0-0F14AE8091A0}">
      <dgm:prSet custT="1"/>
      <dgm:spPr>
        <a:ln w="50800">
          <a:solidFill>
            <a:srgbClr val="FF0000"/>
          </a:solidFill>
        </a:ln>
      </dgm:spPr>
      <dgm:t>
        <a:bodyPr/>
        <a:lstStyle/>
        <a:p>
          <a:r>
            <a:rPr lang="zh-CN" altLang="en-US" sz="2600" b="1"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扩充方案：简单而且优雅的松耦合的交互机制</a:t>
          </a:r>
        </a:p>
      </dgm:t>
    </dgm:pt>
    <dgm:pt modelId="{646F0C72-1FB2-4087-B949-5109A05800BE}" type="parTrans" cxnId="{91304C09-18F9-4F13-9C33-786A585FFB77}">
      <dgm:prSet/>
      <dgm:spPr/>
      <dgm:t>
        <a:bodyPr/>
        <a:lstStyle/>
        <a:p>
          <a:endParaRPr lang="zh-CN" altLang="en-US"/>
        </a:p>
      </dgm:t>
    </dgm:pt>
    <dgm:pt modelId="{BC53B9EE-0296-4749-A0F4-C73288015297}" type="sibTrans" cxnId="{91304C09-18F9-4F13-9C33-786A585FFB77}">
      <dgm:prSet/>
      <dgm:spPr/>
      <dgm:t>
        <a:bodyPr/>
        <a:lstStyle/>
        <a:p>
          <a:endParaRPr lang="zh-CN" altLang="en-US"/>
        </a:p>
      </dgm:t>
    </dgm:pt>
    <dgm:pt modelId="{FBAA478D-33EF-487D-8D92-B8CE96E1F8C4}" type="pres">
      <dgm:prSet presAssocID="{D535EEF5-FB67-40E8-808B-C31F87DE0EA6}" presName="linearFlow" presStyleCnt="0">
        <dgm:presLayoutVars>
          <dgm:dir/>
          <dgm:animLvl val="lvl"/>
          <dgm:resizeHandles val="exact"/>
        </dgm:presLayoutVars>
      </dgm:prSet>
      <dgm:spPr/>
      <dgm:t>
        <a:bodyPr/>
        <a:lstStyle/>
        <a:p>
          <a:endParaRPr lang="zh-CN" altLang="en-US"/>
        </a:p>
      </dgm:t>
    </dgm:pt>
    <dgm:pt modelId="{6C2A016C-DA86-4740-BFEE-C7661E727C83}" type="pres">
      <dgm:prSet presAssocID="{54518DC8-D1BF-47EA-92E0-DD0F19FE634A}" presName="composite" presStyleCnt="0"/>
      <dgm:spPr/>
    </dgm:pt>
    <dgm:pt modelId="{63951282-11D0-4E12-8194-058A51A7A440}" type="pres">
      <dgm:prSet presAssocID="{54518DC8-D1BF-47EA-92E0-DD0F19FE634A}" presName="parentText" presStyleLbl="alignNode1" presStyleIdx="0" presStyleCnt="4">
        <dgm:presLayoutVars>
          <dgm:chMax val="1"/>
          <dgm:bulletEnabled val="1"/>
        </dgm:presLayoutVars>
      </dgm:prSet>
      <dgm:spPr/>
      <dgm:t>
        <a:bodyPr/>
        <a:lstStyle/>
        <a:p>
          <a:endParaRPr lang="zh-CN" altLang="en-US"/>
        </a:p>
      </dgm:t>
    </dgm:pt>
    <dgm:pt modelId="{9DBCE2B9-9409-4633-ADB2-B050AF9380EE}" type="pres">
      <dgm:prSet presAssocID="{54518DC8-D1BF-47EA-92E0-DD0F19FE634A}" presName="descendantText" presStyleLbl="alignAcc1" presStyleIdx="0" presStyleCnt="4" custLinFactY="-100000" custLinFactNeighborX="28897" custLinFactNeighborY="-129659">
        <dgm:presLayoutVars>
          <dgm:bulletEnabled val="1"/>
        </dgm:presLayoutVars>
      </dgm:prSet>
      <dgm:spPr/>
      <dgm:t>
        <a:bodyPr/>
        <a:lstStyle/>
        <a:p>
          <a:endParaRPr lang="zh-CN" altLang="en-US"/>
        </a:p>
      </dgm:t>
    </dgm:pt>
    <dgm:pt modelId="{7913C09D-94A8-4C30-B2A4-23B593CFA2D1}" type="pres">
      <dgm:prSet presAssocID="{2F148745-227E-4C26-812D-D9644844745B}" presName="sp" presStyleCnt="0"/>
      <dgm:spPr/>
    </dgm:pt>
    <dgm:pt modelId="{B3255170-5A77-4ADA-A13F-BA1155A5D205}" type="pres">
      <dgm:prSet presAssocID="{52BD2B4A-BCA9-42C8-8753-7B6879BAF2D4}" presName="composite" presStyleCnt="0"/>
      <dgm:spPr/>
    </dgm:pt>
    <dgm:pt modelId="{1CD270FC-0D0E-46C9-94C1-B006FD31B379}" type="pres">
      <dgm:prSet presAssocID="{52BD2B4A-BCA9-42C8-8753-7B6879BAF2D4}" presName="parentText" presStyleLbl="alignNode1" presStyleIdx="1" presStyleCnt="4">
        <dgm:presLayoutVars>
          <dgm:chMax val="1"/>
          <dgm:bulletEnabled val="1"/>
        </dgm:presLayoutVars>
      </dgm:prSet>
      <dgm:spPr/>
      <dgm:t>
        <a:bodyPr/>
        <a:lstStyle/>
        <a:p>
          <a:endParaRPr lang="zh-CN" altLang="en-US"/>
        </a:p>
      </dgm:t>
    </dgm:pt>
    <dgm:pt modelId="{E42D4482-0214-4877-9FE7-3ABBD9C091DC}" type="pres">
      <dgm:prSet presAssocID="{52BD2B4A-BCA9-42C8-8753-7B6879BAF2D4}" presName="descendantText" presStyleLbl="alignAcc1" presStyleIdx="1" presStyleCnt="4">
        <dgm:presLayoutVars>
          <dgm:bulletEnabled val="1"/>
        </dgm:presLayoutVars>
      </dgm:prSet>
      <dgm:spPr/>
      <dgm:t>
        <a:bodyPr/>
        <a:lstStyle/>
        <a:p>
          <a:endParaRPr lang="zh-CN" altLang="en-US"/>
        </a:p>
      </dgm:t>
    </dgm:pt>
    <dgm:pt modelId="{62EB5642-7CEE-4036-A6AA-ABEC76C07549}" type="pres">
      <dgm:prSet presAssocID="{70FBCB72-0E72-43F3-B225-F6CF5CADF21A}" presName="sp" presStyleCnt="0"/>
      <dgm:spPr/>
    </dgm:pt>
    <dgm:pt modelId="{0097630F-621A-4D90-8A2C-432ED5BA958E}" type="pres">
      <dgm:prSet presAssocID="{3BF32554-1F9B-4294-97A0-A1F34812ACB3}" presName="composite" presStyleCnt="0"/>
      <dgm:spPr/>
    </dgm:pt>
    <dgm:pt modelId="{E5D87EB8-17FC-4F77-8FD0-41FCEF1A044E}" type="pres">
      <dgm:prSet presAssocID="{3BF32554-1F9B-4294-97A0-A1F34812ACB3}" presName="parentText" presStyleLbl="alignNode1" presStyleIdx="2" presStyleCnt="4">
        <dgm:presLayoutVars>
          <dgm:chMax val="1"/>
          <dgm:bulletEnabled val="1"/>
        </dgm:presLayoutVars>
      </dgm:prSet>
      <dgm:spPr/>
      <dgm:t>
        <a:bodyPr/>
        <a:lstStyle/>
        <a:p>
          <a:endParaRPr lang="zh-CN" altLang="en-US"/>
        </a:p>
      </dgm:t>
    </dgm:pt>
    <dgm:pt modelId="{F2241BE7-512D-490C-A1A6-51A96E019F1E}" type="pres">
      <dgm:prSet presAssocID="{3BF32554-1F9B-4294-97A0-A1F34812ACB3}" presName="descendantText" presStyleLbl="alignAcc1" presStyleIdx="2" presStyleCnt="4">
        <dgm:presLayoutVars>
          <dgm:bulletEnabled val="1"/>
        </dgm:presLayoutVars>
      </dgm:prSet>
      <dgm:spPr/>
      <dgm:t>
        <a:bodyPr/>
        <a:lstStyle/>
        <a:p>
          <a:endParaRPr lang="zh-CN" altLang="en-US"/>
        </a:p>
      </dgm:t>
    </dgm:pt>
    <dgm:pt modelId="{D27B01AC-6817-4732-922A-5439A7E176D8}" type="pres">
      <dgm:prSet presAssocID="{647DCB62-E6D6-4696-B5AF-21DBD988DCBA}" presName="sp" presStyleCnt="0"/>
      <dgm:spPr/>
    </dgm:pt>
    <dgm:pt modelId="{1CC7B334-CD38-4A21-A62C-50987CDD31C2}" type="pres">
      <dgm:prSet presAssocID="{73A1C673-C023-45EA-841C-382DB45F2E74}" presName="composite" presStyleCnt="0"/>
      <dgm:spPr/>
    </dgm:pt>
    <dgm:pt modelId="{5129D863-9DC5-4BB4-B3BF-6F7B813F7351}" type="pres">
      <dgm:prSet presAssocID="{73A1C673-C023-45EA-841C-382DB45F2E74}" presName="parentText" presStyleLbl="alignNode1" presStyleIdx="3" presStyleCnt="4">
        <dgm:presLayoutVars>
          <dgm:chMax val="1"/>
          <dgm:bulletEnabled val="1"/>
        </dgm:presLayoutVars>
      </dgm:prSet>
      <dgm:spPr/>
      <dgm:t>
        <a:bodyPr/>
        <a:lstStyle/>
        <a:p>
          <a:endParaRPr lang="zh-CN" altLang="en-US"/>
        </a:p>
      </dgm:t>
    </dgm:pt>
    <dgm:pt modelId="{2EF121AA-95B3-4CA9-9730-C5CB31DF8A99}" type="pres">
      <dgm:prSet presAssocID="{73A1C673-C023-45EA-841C-382DB45F2E74}" presName="descendantText" presStyleLbl="alignAcc1" presStyleIdx="3" presStyleCnt="4">
        <dgm:presLayoutVars>
          <dgm:bulletEnabled val="1"/>
        </dgm:presLayoutVars>
      </dgm:prSet>
      <dgm:spPr/>
      <dgm:t>
        <a:bodyPr/>
        <a:lstStyle/>
        <a:p>
          <a:endParaRPr lang="zh-CN" altLang="en-US"/>
        </a:p>
      </dgm:t>
    </dgm:pt>
  </dgm:ptLst>
  <dgm:cxnLst>
    <dgm:cxn modelId="{F925B3E1-E90F-490C-B6FE-E5434DC5D99C}" type="presOf" srcId="{E76E75A2-B9D7-4C28-B92D-409BB35DA14E}" destId="{F2241BE7-512D-490C-A1A6-51A96E019F1E}" srcOrd="0" destOrd="0" presId="urn:microsoft.com/office/officeart/2005/8/layout/chevron2"/>
    <dgm:cxn modelId="{BB6DF7B7-AC11-463C-A515-282216F19E2D}" type="presOf" srcId="{83CC5C30-88B9-472A-ABAC-3BE87F009E0F}" destId="{9DBCE2B9-9409-4633-ADB2-B050AF9380EE}" srcOrd="0" destOrd="0" presId="urn:microsoft.com/office/officeart/2005/8/layout/chevron2"/>
    <dgm:cxn modelId="{2C499AF6-774F-4626-B048-05CA56446B05}" srcId="{D535EEF5-FB67-40E8-808B-C31F87DE0EA6}" destId="{73A1C673-C023-45EA-841C-382DB45F2E74}" srcOrd="3" destOrd="0" parTransId="{0DA107AD-19B3-4502-8F99-9BE5CFF88B5A}" sibTransId="{DFC9F99B-6E5A-47CB-B22C-816057A1FCF1}"/>
    <dgm:cxn modelId="{91304C09-18F9-4F13-9C33-786A585FFB77}" srcId="{73A1C673-C023-45EA-841C-382DB45F2E74}" destId="{D7BA6582-3D00-48EE-ACF0-0F14AE8091A0}" srcOrd="0" destOrd="0" parTransId="{646F0C72-1FB2-4087-B949-5109A05800BE}" sibTransId="{BC53B9EE-0296-4749-A0F4-C73288015297}"/>
    <dgm:cxn modelId="{131D9635-ECD6-4A89-B3BB-EDDC9E9D117D}" srcId="{3BF32554-1F9B-4294-97A0-A1F34812ACB3}" destId="{E76E75A2-B9D7-4C28-B92D-409BB35DA14E}" srcOrd="0" destOrd="0" parTransId="{8A7519E1-B77F-4722-9AE7-49EEBDB331A5}" sibTransId="{E81EB838-1AA0-4935-BF2E-CD289548E10F}"/>
    <dgm:cxn modelId="{4EAA45E6-9710-4089-9DD4-DCAB13AF4AFD}" type="presOf" srcId="{54518DC8-D1BF-47EA-92E0-DD0F19FE634A}" destId="{63951282-11D0-4E12-8194-058A51A7A440}" srcOrd="0" destOrd="0" presId="urn:microsoft.com/office/officeart/2005/8/layout/chevron2"/>
    <dgm:cxn modelId="{481BA8B4-3AF7-4BD0-AB89-1D6D9A0760C3}" srcId="{54518DC8-D1BF-47EA-92E0-DD0F19FE634A}" destId="{83CC5C30-88B9-472A-ABAC-3BE87F009E0F}" srcOrd="0" destOrd="0" parTransId="{1426009C-CFF2-4740-86EB-D4887AD048E4}" sibTransId="{F03902B4-B21D-445D-AC34-5AD08445ACB4}"/>
    <dgm:cxn modelId="{718D0821-D11D-4134-BBEE-DB6D1A13C802}" type="presOf" srcId="{52BD2B4A-BCA9-42C8-8753-7B6879BAF2D4}" destId="{1CD270FC-0D0E-46C9-94C1-B006FD31B379}" srcOrd="0" destOrd="0" presId="urn:microsoft.com/office/officeart/2005/8/layout/chevron2"/>
    <dgm:cxn modelId="{F50D2950-6824-4E4B-B271-71091E5B2D0E}" type="presOf" srcId="{3BF32554-1F9B-4294-97A0-A1F34812ACB3}" destId="{E5D87EB8-17FC-4F77-8FD0-41FCEF1A044E}" srcOrd="0" destOrd="0" presId="urn:microsoft.com/office/officeart/2005/8/layout/chevron2"/>
    <dgm:cxn modelId="{63CD2013-D667-4861-914A-A341D9E293DC}" srcId="{D535EEF5-FB67-40E8-808B-C31F87DE0EA6}" destId="{54518DC8-D1BF-47EA-92E0-DD0F19FE634A}" srcOrd="0" destOrd="0" parTransId="{4A63A0A0-5B85-454A-938D-9562ABC268E8}" sibTransId="{2F148745-227E-4C26-812D-D9644844745B}"/>
    <dgm:cxn modelId="{CE1D2A34-3743-4097-8EE9-AA3502541146}" srcId="{52BD2B4A-BCA9-42C8-8753-7B6879BAF2D4}" destId="{E8C59684-A5DA-4BFD-B245-810018E55D78}" srcOrd="0" destOrd="0" parTransId="{D3AB8E7C-029A-45B8-BA2A-DE348AB70AA8}" sibTransId="{97F84FA1-939F-468D-BABE-31D665340BDC}"/>
    <dgm:cxn modelId="{0BFCC0B3-4B76-4A1C-8393-ADC13246577A}" srcId="{D535EEF5-FB67-40E8-808B-C31F87DE0EA6}" destId="{3BF32554-1F9B-4294-97A0-A1F34812ACB3}" srcOrd="2" destOrd="0" parTransId="{C184EE56-4C84-42B3-91E4-8EF2941C5644}" sibTransId="{647DCB62-E6D6-4696-B5AF-21DBD988DCBA}"/>
    <dgm:cxn modelId="{36B22F3C-CB8E-4D2C-8705-1DE88DCA3771}" type="presOf" srcId="{73A1C673-C023-45EA-841C-382DB45F2E74}" destId="{5129D863-9DC5-4BB4-B3BF-6F7B813F7351}" srcOrd="0" destOrd="0" presId="urn:microsoft.com/office/officeart/2005/8/layout/chevron2"/>
    <dgm:cxn modelId="{E31ECA99-198C-4BF2-996E-16F29CD0F812}" type="presOf" srcId="{D535EEF5-FB67-40E8-808B-C31F87DE0EA6}" destId="{FBAA478D-33EF-487D-8D92-B8CE96E1F8C4}" srcOrd="0" destOrd="0" presId="urn:microsoft.com/office/officeart/2005/8/layout/chevron2"/>
    <dgm:cxn modelId="{79A27447-0D09-4F2B-9704-9330B3BA7B7A}" srcId="{D535EEF5-FB67-40E8-808B-C31F87DE0EA6}" destId="{52BD2B4A-BCA9-42C8-8753-7B6879BAF2D4}" srcOrd="1" destOrd="0" parTransId="{4CA2C1A0-99DE-4E81-B4CB-455F5B30B2AC}" sibTransId="{70FBCB72-0E72-43F3-B225-F6CF5CADF21A}"/>
    <dgm:cxn modelId="{3D3913F8-2037-4DDE-B2A7-216D9187AE32}" type="presOf" srcId="{D7BA6582-3D00-48EE-ACF0-0F14AE8091A0}" destId="{2EF121AA-95B3-4CA9-9730-C5CB31DF8A99}" srcOrd="0" destOrd="0" presId="urn:microsoft.com/office/officeart/2005/8/layout/chevron2"/>
    <dgm:cxn modelId="{1AB9A2AF-33ED-40AF-8316-21A8B67F0353}" type="presOf" srcId="{E8C59684-A5DA-4BFD-B245-810018E55D78}" destId="{E42D4482-0214-4877-9FE7-3ABBD9C091DC}" srcOrd="0" destOrd="0" presId="urn:microsoft.com/office/officeart/2005/8/layout/chevron2"/>
    <dgm:cxn modelId="{F7BAA2F6-A433-4C61-86FB-4FB350311706}" type="presParOf" srcId="{FBAA478D-33EF-487D-8D92-B8CE96E1F8C4}" destId="{6C2A016C-DA86-4740-BFEE-C7661E727C83}" srcOrd="0" destOrd="0" presId="urn:microsoft.com/office/officeart/2005/8/layout/chevron2"/>
    <dgm:cxn modelId="{A4F70CDD-F132-480B-82D4-CAAA22BA9E0D}" type="presParOf" srcId="{6C2A016C-DA86-4740-BFEE-C7661E727C83}" destId="{63951282-11D0-4E12-8194-058A51A7A440}" srcOrd="0" destOrd="0" presId="urn:microsoft.com/office/officeart/2005/8/layout/chevron2"/>
    <dgm:cxn modelId="{18B530E6-EC9A-4EE0-A880-C1FAB82256E8}" type="presParOf" srcId="{6C2A016C-DA86-4740-BFEE-C7661E727C83}" destId="{9DBCE2B9-9409-4633-ADB2-B050AF9380EE}" srcOrd="1" destOrd="0" presId="urn:microsoft.com/office/officeart/2005/8/layout/chevron2"/>
    <dgm:cxn modelId="{AEE66599-632B-4DC4-863B-E1557049A2E7}" type="presParOf" srcId="{FBAA478D-33EF-487D-8D92-B8CE96E1F8C4}" destId="{7913C09D-94A8-4C30-B2A4-23B593CFA2D1}" srcOrd="1" destOrd="0" presId="urn:microsoft.com/office/officeart/2005/8/layout/chevron2"/>
    <dgm:cxn modelId="{73CC12E4-906C-4886-B79A-7E6E131BF842}" type="presParOf" srcId="{FBAA478D-33EF-487D-8D92-B8CE96E1F8C4}" destId="{B3255170-5A77-4ADA-A13F-BA1155A5D205}" srcOrd="2" destOrd="0" presId="urn:microsoft.com/office/officeart/2005/8/layout/chevron2"/>
    <dgm:cxn modelId="{8681E12C-3922-42B6-90BC-69E868759A1E}" type="presParOf" srcId="{B3255170-5A77-4ADA-A13F-BA1155A5D205}" destId="{1CD270FC-0D0E-46C9-94C1-B006FD31B379}" srcOrd="0" destOrd="0" presId="urn:microsoft.com/office/officeart/2005/8/layout/chevron2"/>
    <dgm:cxn modelId="{D0877E76-35C0-4FA5-9F4E-FDD079260870}" type="presParOf" srcId="{B3255170-5A77-4ADA-A13F-BA1155A5D205}" destId="{E42D4482-0214-4877-9FE7-3ABBD9C091DC}" srcOrd="1" destOrd="0" presId="urn:microsoft.com/office/officeart/2005/8/layout/chevron2"/>
    <dgm:cxn modelId="{D2F55D0F-BA9D-4BE8-8F9E-8CE2F297D918}" type="presParOf" srcId="{FBAA478D-33EF-487D-8D92-B8CE96E1F8C4}" destId="{62EB5642-7CEE-4036-A6AA-ABEC76C07549}" srcOrd="3" destOrd="0" presId="urn:microsoft.com/office/officeart/2005/8/layout/chevron2"/>
    <dgm:cxn modelId="{23474DB9-870F-4FC5-982E-F12B826EA60E}" type="presParOf" srcId="{FBAA478D-33EF-487D-8D92-B8CE96E1F8C4}" destId="{0097630F-621A-4D90-8A2C-432ED5BA958E}" srcOrd="4" destOrd="0" presId="urn:microsoft.com/office/officeart/2005/8/layout/chevron2"/>
    <dgm:cxn modelId="{27DC31B4-B793-4EAD-A77A-F7A42BBBC3B8}" type="presParOf" srcId="{0097630F-621A-4D90-8A2C-432ED5BA958E}" destId="{E5D87EB8-17FC-4F77-8FD0-41FCEF1A044E}" srcOrd="0" destOrd="0" presId="urn:microsoft.com/office/officeart/2005/8/layout/chevron2"/>
    <dgm:cxn modelId="{2A7D7768-D1FA-4D9A-B2F2-F7DBDE8C0296}" type="presParOf" srcId="{0097630F-621A-4D90-8A2C-432ED5BA958E}" destId="{F2241BE7-512D-490C-A1A6-51A96E019F1E}" srcOrd="1" destOrd="0" presId="urn:microsoft.com/office/officeart/2005/8/layout/chevron2"/>
    <dgm:cxn modelId="{B28248B4-A0EC-4D5F-B497-2AA718950C21}" type="presParOf" srcId="{FBAA478D-33EF-487D-8D92-B8CE96E1F8C4}" destId="{D27B01AC-6817-4732-922A-5439A7E176D8}" srcOrd="5" destOrd="0" presId="urn:microsoft.com/office/officeart/2005/8/layout/chevron2"/>
    <dgm:cxn modelId="{832D6809-D849-424E-8C6D-36FF42309C22}" type="presParOf" srcId="{FBAA478D-33EF-487D-8D92-B8CE96E1F8C4}" destId="{1CC7B334-CD38-4A21-A62C-50987CDD31C2}" srcOrd="6" destOrd="0" presId="urn:microsoft.com/office/officeart/2005/8/layout/chevron2"/>
    <dgm:cxn modelId="{B17B926B-604C-4EF9-AFB5-9157FF44B05F}" type="presParOf" srcId="{1CC7B334-CD38-4A21-A62C-50987CDD31C2}" destId="{5129D863-9DC5-4BB4-B3BF-6F7B813F7351}" srcOrd="0" destOrd="0" presId="urn:microsoft.com/office/officeart/2005/8/layout/chevron2"/>
    <dgm:cxn modelId="{134EE0AB-D09A-4390-B008-59555668FE5A}" type="presParOf" srcId="{1CC7B334-CD38-4A21-A62C-50987CDD31C2}" destId="{2EF121AA-95B3-4CA9-9730-C5CB31DF8A99}"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48C3821D-A597-4C66-9B15-19AB0C5C3234}" type="doc">
      <dgm:prSet loTypeId="urn:microsoft.com/office/officeart/2005/8/layout/vProcess5" loCatId="process" qsTypeId="urn:microsoft.com/office/officeart/2005/8/quickstyle/simple2" qsCatId="simple" csTypeId="urn:microsoft.com/office/officeart/2005/8/colors/accent6_1" csCatId="accent6" phldr="1"/>
      <dgm:spPr/>
      <dgm:t>
        <a:bodyPr/>
        <a:lstStyle/>
        <a:p>
          <a:endParaRPr lang="zh-CN" altLang="en-US"/>
        </a:p>
      </dgm:t>
    </dgm:pt>
    <dgm:pt modelId="{2FD08328-66B5-42A2-AE25-CA607BAFD9EA}">
      <dgm:prSet phldrT="[文本]" custT="1"/>
      <dgm:spPr/>
      <dgm:t>
        <a:bodyPr/>
        <a:lstStyle/>
        <a:p>
          <a:pPr>
            <a:lnSpc>
              <a:spcPct val="100000"/>
            </a:lnSpc>
          </a:pPr>
          <a:r>
            <a:rPr lang="zh-CN" altLang="en-US" sz="2800" b="1" dirty="0">
              <a:solidFill>
                <a:srgbClr val="000000"/>
              </a:solidFill>
              <a:effectLst>
                <a:outerShdw blurRad="38100" dist="38100" dir="2700000" algn="tl">
                  <a:srgbClr val="000000">
                    <a:alpha val="43137"/>
                  </a:srgbClr>
                </a:outerShdw>
              </a:effectLst>
              <a:latin typeface="楷体" pitchFamily="49" charset="-122"/>
              <a:ea typeface="楷体" pitchFamily="49" charset="-122"/>
            </a:rPr>
            <a:t>在作为事件源的构件中定义注册方法和事件发送方法</a:t>
          </a:r>
        </a:p>
      </dgm:t>
    </dgm:pt>
    <dgm:pt modelId="{E49E50AF-514B-4D44-9CAF-21ACD73445BF}" type="parTrans" cxnId="{BBE34C81-4C4E-4644-ABFD-B607B8D98FA3}">
      <dgm:prSet/>
      <dgm:spPr/>
      <dgm:t>
        <a:bodyPr/>
        <a:lstStyle/>
        <a:p>
          <a:endParaRPr lang="zh-CN" altLang="en-US"/>
        </a:p>
      </dgm:t>
    </dgm:pt>
    <dgm:pt modelId="{06F1FEC5-580F-4FE1-BEC3-9AD43A5DA03F}" type="sibTrans" cxnId="{BBE34C81-4C4E-4644-ABFD-B607B8D98FA3}">
      <dgm:prSet/>
      <dgm:spPr/>
      <dgm:t>
        <a:bodyPr/>
        <a:lstStyle/>
        <a:p>
          <a:endParaRPr lang="zh-CN" altLang="en-US"/>
        </a:p>
      </dgm:t>
    </dgm:pt>
    <dgm:pt modelId="{DE19D4CE-7EF4-4752-89B8-27A10FC69C28}">
      <dgm:prSet phldrT="[文本]" custT="1"/>
      <dgm:spPr/>
      <dgm:t>
        <a:bodyPr/>
        <a:lstStyle/>
        <a:p>
          <a:pPr>
            <a:lnSpc>
              <a:spcPct val="100000"/>
            </a:lnSpc>
          </a:pPr>
          <a:r>
            <a:rPr lang="zh-CN" altLang="en-US" sz="2800" b="1" dirty="0">
              <a:solidFill>
                <a:srgbClr val="000000"/>
              </a:solidFill>
              <a:effectLst>
                <a:outerShdw blurRad="38100" dist="38100" dir="2700000" algn="tl">
                  <a:srgbClr val="000000">
                    <a:alpha val="43137"/>
                  </a:srgbClr>
                </a:outerShdw>
              </a:effectLst>
              <a:latin typeface="楷体" pitchFamily="49" charset="-122"/>
              <a:ea typeface="楷体" pitchFamily="49" charset="-122"/>
            </a:rPr>
            <a:t>在作为事件目标的构件中定义事件接收方法</a:t>
          </a:r>
        </a:p>
      </dgm:t>
    </dgm:pt>
    <dgm:pt modelId="{E2DA3A92-D558-40B2-AB73-489F804D501E}" type="parTrans" cxnId="{63B98A68-DAE2-457B-834C-B2202F7267C6}">
      <dgm:prSet/>
      <dgm:spPr/>
      <dgm:t>
        <a:bodyPr/>
        <a:lstStyle/>
        <a:p>
          <a:endParaRPr lang="zh-CN" altLang="en-US"/>
        </a:p>
      </dgm:t>
    </dgm:pt>
    <dgm:pt modelId="{D2059224-8EFF-47D6-901A-E22D6B67CAD1}" type="sibTrans" cxnId="{63B98A68-DAE2-457B-834C-B2202F7267C6}">
      <dgm:prSet/>
      <dgm:spPr/>
      <dgm:t>
        <a:bodyPr/>
        <a:lstStyle/>
        <a:p>
          <a:endParaRPr lang="zh-CN" altLang="en-US"/>
        </a:p>
      </dgm:t>
    </dgm:pt>
    <dgm:pt modelId="{17424E8D-779C-44AC-9FEC-5929DCD19ADC}">
      <dgm:prSet phldrT="[文本]" custT="1"/>
      <dgm:spPr/>
      <dgm:t>
        <a:bodyPr/>
        <a:lstStyle/>
        <a:p>
          <a:pPr>
            <a:lnSpc>
              <a:spcPct val="100000"/>
            </a:lnSpc>
          </a:pPr>
          <a:r>
            <a:rPr lang="zh-CN" altLang="en-US" sz="2800" b="1" dirty="0">
              <a:solidFill>
                <a:srgbClr val="000000"/>
              </a:solidFill>
              <a:effectLst>
                <a:outerShdw blurRad="38100" dist="38100" dir="2700000" algn="tl">
                  <a:srgbClr val="000000">
                    <a:alpha val="43137"/>
                  </a:srgbClr>
                </a:outerShdw>
              </a:effectLst>
              <a:latin typeface="楷体" pitchFamily="49" charset="-122"/>
              <a:ea typeface="楷体" pitchFamily="49" charset="-122"/>
            </a:rPr>
            <a:t>定义属性变化的事件类和监听接口</a:t>
          </a:r>
        </a:p>
      </dgm:t>
    </dgm:pt>
    <dgm:pt modelId="{1B654C68-6605-40DA-B2D8-D36EEB2BB508}" type="sibTrans" cxnId="{BA8AAC7A-0B12-49E3-B995-B4BBB2CC0942}">
      <dgm:prSet/>
      <dgm:spPr/>
      <dgm:t>
        <a:bodyPr/>
        <a:lstStyle/>
        <a:p>
          <a:endParaRPr lang="zh-CN" altLang="en-US"/>
        </a:p>
      </dgm:t>
    </dgm:pt>
    <dgm:pt modelId="{209039B0-11EF-4D61-99E9-35AA3F9E50A3}" type="parTrans" cxnId="{BA8AAC7A-0B12-49E3-B995-B4BBB2CC0942}">
      <dgm:prSet/>
      <dgm:spPr/>
      <dgm:t>
        <a:bodyPr/>
        <a:lstStyle/>
        <a:p>
          <a:endParaRPr lang="zh-CN" altLang="en-US"/>
        </a:p>
      </dgm:t>
    </dgm:pt>
    <dgm:pt modelId="{153017B2-6441-49F7-B881-7F37513A31A6}">
      <dgm:prSet phldrT="[文本]" custT="1"/>
      <dgm:spPr/>
      <dgm:t>
        <a:bodyPr/>
        <a:lstStyle/>
        <a:p>
          <a:r>
            <a:rPr lang="zh-CN" altLang="en-US" sz="2800" b="1" dirty="0">
              <a:solidFill>
                <a:srgbClr val="000000"/>
              </a:solidFill>
              <a:effectLst>
                <a:outerShdw blurRad="38100" dist="38100" dir="2700000" algn="tl">
                  <a:srgbClr val="000000">
                    <a:alpha val="43137"/>
                  </a:srgbClr>
                </a:outerShdw>
              </a:effectLst>
              <a:latin typeface="楷体" pitchFamily="49" charset="-122"/>
              <a:ea typeface="楷体" pitchFamily="49" charset="-122"/>
            </a:rPr>
            <a:t>将事件目标向事件源注册</a:t>
          </a:r>
        </a:p>
      </dgm:t>
    </dgm:pt>
    <dgm:pt modelId="{D38742F8-0C55-453B-898D-7C2A004941E2}" type="parTrans" cxnId="{CFB83C2E-E629-4332-B019-7E454F067B99}">
      <dgm:prSet/>
      <dgm:spPr/>
      <dgm:t>
        <a:bodyPr/>
        <a:lstStyle/>
        <a:p>
          <a:endParaRPr lang="zh-CN" altLang="en-US"/>
        </a:p>
      </dgm:t>
    </dgm:pt>
    <dgm:pt modelId="{095F8A0C-F82F-4A09-A91A-9FE3F81A54BF}" type="sibTrans" cxnId="{CFB83C2E-E629-4332-B019-7E454F067B99}">
      <dgm:prSet/>
      <dgm:spPr/>
      <dgm:t>
        <a:bodyPr/>
        <a:lstStyle/>
        <a:p>
          <a:endParaRPr lang="zh-CN" altLang="en-US"/>
        </a:p>
      </dgm:t>
    </dgm:pt>
    <dgm:pt modelId="{607DF6AF-D36A-484E-99F9-59F77653986A}" type="pres">
      <dgm:prSet presAssocID="{48C3821D-A597-4C66-9B15-19AB0C5C3234}" presName="outerComposite" presStyleCnt="0">
        <dgm:presLayoutVars>
          <dgm:chMax val="5"/>
          <dgm:dir/>
          <dgm:resizeHandles val="exact"/>
        </dgm:presLayoutVars>
      </dgm:prSet>
      <dgm:spPr/>
      <dgm:t>
        <a:bodyPr/>
        <a:lstStyle/>
        <a:p>
          <a:endParaRPr lang="zh-CN" altLang="en-US"/>
        </a:p>
      </dgm:t>
    </dgm:pt>
    <dgm:pt modelId="{475DEC7F-CD25-483E-BD9B-9A82DC8859AD}" type="pres">
      <dgm:prSet presAssocID="{48C3821D-A597-4C66-9B15-19AB0C5C3234}" presName="dummyMaxCanvas" presStyleCnt="0">
        <dgm:presLayoutVars/>
      </dgm:prSet>
      <dgm:spPr/>
    </dgm:pt>
    <dgm:pt modelId="{0C59D787-5683-406C-8E50-1C55AAEF0B19}" type="pres">
      <dgm:prSet presAssocID="{48C3821D-A597-4C66-9B15-19AB0C5C3234}" presName="FourNodes_1" presStyleLbl="node1" presStyleIdx="0" presStyleCnt="4" custScaleX="99562">
        <dgm:presLayoutVars>
          <dgm:bulletEnabled val="1"/>
        </dgm:presLayoutVars>
      </dgm:prSet>
      <dgm:spPr/>
      <dgm:t>
        <a:bodyPr/>
        <a:lstStyle/>
        <a:p>
          <a:endParaRPr lang="zh-CN" altLang="en-US"/>
        </a:p>
      </dgm:t>
    </dgm:pt>
    <dgm:pt modelId="{17B6ACF4-6E04-4466-9DB7-12DF1DA2F990}" type="pres">
      <dgm:prSet presAssocID="{48C3821D-A597-4C66-9B15-19AB0C5C3234}" presName="FourNodes_2" presStyleLbl="node1" presStyleIdx="1" presStyleCnt="4">
        <dgm:presLayoutVars>
          <dgm:bulletEnabled val="1"/>
        </dgm:presLayoutVars>
      </dgm:prSet>
      <dgm:spPr/>
      <dgm:t>
        <a:bodyPr/>
        <a:lstStyle/>
        <a:p>
          <a:endParaRPr lang="zh-CN" altLang="en-US"/>
        </a:p>
      </dgm:t>
    </dgm:pt>
    <dgm:pt modelId="{DAA2890C-FBA5-45A8-9631-A60A9F176491}" type="pres">
      <dgm:prSet presAssocID="{48C3821D-A597-4C66-9B15-19AB0C5C3234}" presName="FourNodes_3" presStyleLbl="node1" presStyleIdx="2" presStyleCnt="4">
        <dgm:presLayoutVars>
          <dgm:bulletEnabled val="1"/>
        </dgm:presLayoutVars>
      </dgm:prSet>
      <dgm:spPr/>
      <dgm:t>
        <a:bodyPr/>
        <a:lstStyle/>
        <a:p>
          <a:endParaRPr lang="zh-CN" altLang="en-US"/>
        </a:p>
      </dgm:t>
    </dgm:pt>
    <dgm:pt modelId="{87884F94-4A9E-4A78-915F-2D5F400C0BBD}" type="pres">
      <dgm:prSet presAssocID="{48C3821D-A597-4C66-9B15-19AB0C5C3234}" presName="FourNodes_4" presStyleLbl="node1" presStyleIdx="3" presStyleCnt="4">
        <dgm:presLayoutVars>
          <dgm:bulletEnabled val="1"/>
        </dgm:presLayoutVars>
      </dgm:prSet>
      <dgm:spPr/>
      <dgm:t>
        <a:bodyPr/>
        <a:lstStyle/>
        <a:p>
          <a:endParaRPr lang="zh-CN" altLang="en-US"/>
        </a:p>
      </dgm:t>
    </dgm:pt>
    <dgm:pt modelId="{85E89F3B-03FF-4AB2-B783-C3A74EAD71A3}" type="pres">
      <dgm:prSet presAssocID="{48C3821D-A597-4C66-9B15-19AB0C5C3234}" presName="FourConn_1-2" presStyleLbl="fgAccFollowNode1" presStyleIdx="0" presStyleCnt="3">
        <dgm:presLayoutVars>
          <dgm:bulletEnabled val="1"/>
        </dgm:presLayoutVars>
      </dgm:prSet>
      <dgm:spPr/>
      <dgm:t>
        <a:bodyPr/>
        <a:lstStyle/>
        <a:p>
          <a:endParaRPr lang="zh-CN" altLang="en-US"/>
        </a:p>
      </dgm:t>
    </dgm:pt>
    <dgm:pt modelId="{01E12AE9-A3EC-44DB-9F72-3E879508C86D}" type="pres">
      <dgm:prSet presAssocID="{48C3821D-A597-4C66-9B15-19AB0C5C3234}" presName="FourConn_2-3" presStyleLbl="fgAccFollowNode1" presStyleIdx="1" presStyleCnt="3">
        <dgm:presLayoutVars>
          <dgm:bulletEnabled val="1"/>
        </dgm:presLayoutVars>
      </dgm:prSet>
      <dgm:spPr/>
      <dgm:t>
        <a:bodyPr/>
        <a:lstStyle/>
        <a:p>
          <a:endParaRPr lang="zh-CN" altLang="en-US"/>
        </a:p>
      </dgm:t>
    </dgm:pt>
    <dgm:pt modelId="{017A2F73-D7C5-4BC2-83E6-37044BBAC4D9}" type="pres">
      <dgm:prSet presAssocID="{48C3821D-A597-4C66-9B15-19AB0C5C3234}" presName="FourConn_3-4" presStyleLbl="fgAccFollowNode1" presStyleIdx="2" presStyleCnt="3">
        <dgm:presLayoutVars>
          <dgm:bulletEnabled val="1"/>
        </dgm:presLayoutVars>
      </dgm:prSet>
      <dgm:spPr/>
      <dgm:t>
        <a:bodyPr/>
        <a:lstStyle/>
        <a:p>
          <a:endParaRPr lang="zh-CN" altLang="en-US"/>
        </a:p>
      </dgm:t>
    </dgm:pt>
    <dgm:pt modelId="{F543F343-33E0-4778-987E-ED0DA1BC5493}" type="pres">
      <dgm:prSet presAssocID="{48C3821D-A597-4C66-9B15-19AB0C5C3234}" presName="FourNodes_1_text" presStyleLbl="node1" presStyleIdx="3" presStyleCnt="4">
        <dgm:presLayoutVars>
          <dgm:bulletEnabled val="1"/>
        </dgm:presLayoutVars>
      </dgm:prSet>
      <dgm:spPr/>
      <dgm:t>
        <a:bodyPr/>
        <a:lstStyle/>
        <a:p>
          <a:endParaRPr lang="zh-CN" altLang="en-US"/>
        </a:p>
      </dgm:t>
    </dgm:pt>
    <dgm:pt modelId="{9F61B5E2-C20B-420D-8A7C-05D2FD15136D}" type="pres">
      <dgm:prSet presAssocID="{48C3821D-A597-4C66-9B15-19AB0C5C3234}" presName="FourNodes_2_text" presStyleLbl="node1" presStyleIdx="3" presStyleCnt="4">
        <dgm:presLayoutVars>
          <dgm:bulletEnabled val="1"/>
        </dgm:presLayoutVars>
      </dgm:prSet>
      <dgm:spPr/>
      <dgm:t>
        <a:bodyPr/>
        <a:lstStyle/>
        <a:p>
          <a:endParaRPr lang="zh-CN" altLang="en-US"/>
        </a:p>
      </dgm:t>
    </dgm:pt>
    <dgm:pt modelId="{19456049-EFFF-487B-B832-E5FC259DF6C5}" type="pres">
      <dgm:prSet presAssocID="{48C3821D-A597-4C66-9B15-19AB0C5C3234}" presName="FourNodes_3_text" presStyleLbl="node1" presStyleIdx="3" presStyleCnt="4">
        <dgm:presLayoutVars>
          <dgm:bulletEnabled val="1"/>
        </dgm:presLayoutVars>
      </dgm:prSet>
      <dgm:spPr/>
      <dgm:t>
        <a:bodyPr/>
        <a:lstStyle/>
        <a:p>
          <a:endParaRPr lang="zh-CN" altLang="en-US"/>
        </a:p>
      </dgm:t>
    </dgm:pt>
    <dgm:pt modelId="{86BB2807-4C2D-413D-8B0C-6AB4B0A01D9D}" type="pres">
      <dgm:prSet presAssocID="{48C3821D-A597-4C66-9B15-19AB0C5C3234}" presName="FourNodes_4_text" presStyleLbl="node1" presStyleIdx="3" presStyleCnt="4">
        <dgm:presLayoutVars>
          <dgm:bulletEnabled val="1"/>
        </dgm:presLayoutVars>
      </dgm:prSet>
      <dgm:spPr/>
      <dgm:t>
        <a:bodyPr/>
        <a:lstStyle/>
        <a:p>
          <a:endParaRPr lang="zh-CN" altLang="en-US"/>
        </a:p>
      </dgm:t>
    </dgm:pt>
  </dgm:ptLst>
  <dgm:cxnLst>
    <dgm:cxn modelId="{CCBF79A4-C118-40E9-AF24-DD0B741E7635}" type="presOf" srcId="{DE19D4CE-7EF4-4752-89B8-27A10FC69C28}" destId="{19456049-EFFF-487B-B832-E5FC259DF6C5}" srcOrd="1" destOrd="0" presId="urn:microsoft.com/office/officeart/2005/8/layout/vProcess5"/>
    <dgm:cxn modelId="{BA8AAC7A-0B12-49E3-B995-B4BBB2CC0942}" srcId="{48C3821D-A597-4C66-9B15-19AB0C5C3234}" destId="{17424E8D-779C-44AC-9FEC-5929DCD19ADC}" srcOrd="0" destOrd="0" parTransId="{209039B0-11EF-4D61-99E9-35AA3F9E50A3}" sibTransId="{1B654C68-6605-40DA-B2D8-D36EEB2BB508}"/>
    <dgm:cxn modelId="{044E4652-8F12-4864-B997-E694A8CBC523}" type="presOf" srcId="{48C3821D-A597-4C66-9B15-19AB0C5C3234}" destId="{607DF6AF-D36A-484E-99F9-59F77653986A}" srcOrd="0" destOrd="0" presId="urn:microsoft.com/office/officeart/2005/8/layout/vProcess5"/>
    <dgm:cxn modelId="{E4B64C35-F696-4DFA-A28C-CF00687589BE}" type="presOf" srcId="{DE19D4CE-7EF4-4752-89B8-27A10FC69C28}" destId="{DAA2890C-FBA5-45A8-9631-A60A9F176491}" srcOrd="0" destOrd="0" presId="urn:microsoft.com/office/officeart/2005/8/layout/vProcess5"/>
    <dgm:cxn modelId="{44EFF559-B355-4270-84CC-5BF929D261D8}" type="presOf" srcId="{1B654C68-6605-40DA-B2D8-D36EEB2BB508}" destId="{85E89F3B-03FF-4AB2-B783-C3A74EAD71A3}" srcOrd="0" destOrd="0" presId="urn:microsoft.com/office/officeart/2005/8/layout/vProcess5"/>
    <dgm:cxn modelId="{D94C68EC-D23A-47A6-8D54-B1ACE51EEF1A}" type="presOf" srcId="{06F1FEC5-580F-4FE1-BEC3-9AD43A5DA03F}" destId="{01E12AE9-A3EC-44DB-9F72-3E879508C86D}" srcOrd="0" destOrd="0" presId="urn:microsoft.com/office/officeart/2005/8/layout/vProcess5"/>
    <dgm:cxn modelId="{5CFADFC8-1315-40F9-8A17-C221E16337F5}" type="presOf" srcId="{2FD08328-66B5-42A2-AE25-CA607BAFD9EA}" destId="{9F61B5E2-C20B-420D-8A7C-05D2FD15136D}" srcOrd="1" destOrd="0" presId="urn:microsoft.com/office/officeart/2005/8/layout/vProcess5"/>
    <dgm:cxn modelId="{2A4250D1-3B27-4427-BB0B-D05A38BCB613}" type="presOf" srcId="{17424E8D-779C-44AC-9FEC-5929DCD19ADC}" destId="{F543F343-33E0-4778-987E-ED0DA1BC5493}" srcOrd="1" destOrd="0" presId="urn:microsoft.com/office/officeart/2005/8/layout/vProcess5"/>
    <dgm:cxn modelId="{D349B238-F9BF-4D02-9BA2-BDDAFABC251E}" type="presOf" srcId="{D2059224-8EFF-47D6-901A-E22D6B67CAD1}" destId="{017A2F73-D7C5-4BC2-83E6-37044BBAC4D9}" srcOrd="0" destOrd="0" presId="urn:microsoft.com/office/officeart/2005/8/layout/vProcess5"/>
    <dgm:cxn modelId="{C6ED1EAA-561A-4721-BACE-F9579E408F19}" type="presOf" srcId="{17424E8D-779C-44AC-9FEC-5929DCD19ADC}" destId="{0C59D787-5683-406C-8E50-1C55AAEF0B19}" srcOrd="0" destOrd="0" presId="urn:microsoft.com/office/officeart/2005/8/layout/vProcess5"/>
    <dgm:cxn modelId="{891C59F9-1ED0-45D1-8961-DE98B2A1C7BB}" type="presOf" srcId="{153017B2-6441-49F7-B881-7F37513A31A6}" destId="{86BB2807-4C2D-413D-8B0C-6AB4B0A01D9D}" srcOrd="1" destOrd="0" presId="urn:microsoft.com/office/officeart/2005/8/layout/vProcess5"/>
    <dgm:cxn modelId="{BBE34C81-4C4E-4644-ABFD-B607B8D98FA3}" srcId="{48C3821D-A597-4C66-9B15-19AB0C5C3234}" destId="{2FD08328-66B5-42A2-AE25-CA607BAFD9EA}" srcOrd="1" destOrd="0" parTransId="{E49E50AF-514B-4D44-9CAF-21ACD73445BF}" sibTransId="{06F1FEC5-580F-4FE1-BEC3-9AD43A5DA03F}"/>
    <dgm:cxn modelId="{63B98A68-DAE2-457B-834C-B2202F7267C6}" srcId="{48C3821D-A597-4C66-9B15-19AB0C5C3234}" destId="{DE19D4CE-7EF4-4752-89B8-27A10FC69C28}" srcOrd="2" destOrd="0" parTransId="{E2DA3A92-D558-40B2-AB73-489F804D501E}" sibTransId="{D2059224-8EFF-47D6-901A-E22D6B67CAD1}"/>
    <dgm:cxn modelId="{A431CD65-8070-4E53-9304-C396349CB42B}" type="presOf" srcId="{2FD08328-66B5-42A2-AE25-CA607BAFD9EA}" destId="{17B6ACF4-6E04-4466-9DB7-12DF1DA2F990}" srcOrd="0" destOrd="0" presId="urn:microsoft.com/office/officeart/2005/8/layout/vProcess5"/>
    <dgm:cxn modelId="{CFB83C2E-E629-4332-B019-7E454F067B99}" srcId="{48C3821D-A597-4C66-9B15-19AB0C5C3234}" destId="{153017B2-6441-49F7-B881-7F37513A31A6}" srcOrd="3" destOrd="0" parTransId="{D38742F8-0C55-453B-898D-7C2A004941E2}" sibTransId="{095F8A0C-F82F-4A09-A91A-9FE3F81A54BF}"/>
    <dgm:cxn modelId="{8F235737-6C21-4064-A63F-3E529BEBCDF0}" type="presOf" srcId="{153017B2-6441-49F7-B881-7F37513A31A6}" destId="{87884F94-4A9E-4A78-915F-2D5F400C0BBD}" srcOrd="0" destOrd="0" presId="urn:microsoft.com/office/officeart/2005/8/layout/vProcess5"/>
    <dgm:cxn modelId="{EEBB0B61-3601-49D0-8DA3-9DBF91ECF35A}" type="presParOf" srcId="{607DF6AF-D36A-484E-99F9-59F77653986A}" destId="{475DEC7F-CD25-483E-BD9B-9A82DC8859AD}" srcOrd="0" destOrd="0" presId="urn:microsoft.com/office/officeart/2005/8/layout/vProcess5"/>
    <dgm:cxn modelId="{2A23A00A-575A-4D65-A449-EE76B2A30DE1}" type="presParOf" srcId="{607DF6AF-D36A-484E-99F9-59F77653986A}" destId="{0C59D787-5683-406C-8E50-1C55AAEF0B19}" srcOrd="1" destOrd="0" presId="urn:microsoft.com/office/officeart/2005/8/layout/vProcess5"/>
    <dgm:cxn modelId="{8C3E9465-0378-44C1-80B9-C70282FBE6C3}" type="presParOf" srcId="{607DF6AF-D36A-484E-99F9-59F77653986A}" destId="{17B6ACF4-6E04-4466-9DB7-12DF1DA2F990}" srcOrd="2" destOrd="0" presId="urn:microsoft.com/office/officeart/2005/8/layout/vProcess5"/>
    <dgm:cxn modelId="{1C86AE8C-282C-4B72-9D09-3F27ADC7576F}" type="presParOf" srcId="{607DF6AF-D36A-484E-99F9-59F77653986A}" destId="{DAA2890C-FBA5-45A8-9631-A60A9F176491}" srcOrd="3" destOrd="0" presId="urn:microsoft.com/office/officeart/2005/8/layout/vProcess5"/>
    <dgm:cxn modelId="{DAFFF44B-DE0B-4F91-A302-257E437DCA51}" type="presParOf" srcId="{607DF6AF-D36A-484E-99F9-59F77653986A}" destId="{87884F94-4A9E-4A78-915F-2D5F400C0BBD}" srcOrd="4" destOrd="0" presId="urn:microsoft.com/office/officeart/2005/8/layout/vProcess5"/>
    <dgm:cxn modelId="{6DF0B565-6BCA-43AB-8033-32D0FCDAFE9D}" type="presParOf" srcId="{607DF6AF-D36A-484E-99F9-59F77653986A}" destId="{85E89F3B-03FF-4AB2-B783-C3A74EAD71A3}" srcOrd="5" destOrd="0" presId="urn:microsoft.com/office/officeart/2005/8/layout/vProcess5"/>
    <dgm:cxn modelId="{8295528D-3F7C-4BEE-9D37-026B931192BF}" type="presParOf" srcId="{607DF6AF-D36A-484E-99F9-59F77653986A}" destId="{01E12AE9-A3EC-44DB-9F72-3E879508C86D}" srcOrd="6" destOrd="0" presId="urn:microsoft.com/office/officeart/2005/8/layout/vProcess5"/>
    <dgm:cxn modelId="{40FDC0FB-B75C-4DB3-A12D-8C12B35234D5}" type="presParOf" srcId="{607DF6AF-D36A-484E-99F9-59F77653986A}" destId="{017A2F73-D7C5-4BC2-83E6-37044BBAC4D9}" srcOrd="7" destOrd="0" presId="urn:microsoft.com/office/officeart/2005/8/layout/vProcess5"/>
    <dgm:cxn modelId="{1D987F58-DABC-4278-B555-10EBDFE57507}" type="presParOf" srcId="{607DF6AF-D36A-484E-99F9-59F77653986A}" destId="{F543F343-33E0-4778-987E-ED0DA1BC5493}" srcOrd="8" destOrd="0" presId="urn:microsoft.com/office/officeart/2005/8/layout/vProcess5"/>
    <dgm:cxn modelId="{1B04EE8A-F655-4FF3-AC93-332398F7FAA2}" type="presParOf" srcId="{607DF6AF-D36A-484E-99F9-59F77653986A}" destId="{9F61B5E2-C20B-420D-8A7C-05D2FD15136D}" srcOrd="9" destOrd="0" presId="urn:microsoft.com/office/officeart/2005/8/layout/vProcess5"/>
    <dgm:cxn modelId="{C0364587-89A3-4CBD-9A86-C228ED23FFF8}" type="presParOf" srcId="{607DF6AF-D36A-484E-99F9-59F77653986A}" destId="{19456049-EFFF-487B-B832-E5FC259DF6C5}" srcOrd="10" destOrd="0" presId="urn:microsoft.com/office/officeart/2005/8/layout/vProcess5"/>
    <dgm:cxn modelId="{2681691C-BD31-4FF0-8071-65F65970C1C7}" type="presParOf" srcId="{607DF6AF-D36A-484E-99F9-59F77653986A}" destId="{86BB2807-4C2D-413D-8B0C-6AB4B0A01D9D}" srcOrd="11"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0CAEC88D-4B56-4359-8BBE-228F04BEC5E7}" type="doc">
      <dgm:prSet loTypeId="urn:microsoft.com/office/officeart/2005/8/layout/process4" loCatId="process" qsTypeId="urn:microsoft.com/office/officeart/2005/8/quickstyle/simple1" qsCatId="simple" csTypeId="urn:microsoft.com/office/officeart/2005/8/colors/accent1_2" csCatId="accent1" phldr="1"/>
      <dgm:spPr/>
      <dgm:t>
        <a:bodyPr/>
        <a:lstStyle/>
        <a:p>
          <a:endParaRPr lang="zh-CN" altLang="en-US"/>
        </a:p>
      </dgm:t>
    </dgm:pt>
    <dgm:pt modelId="{D34CC4A8-F23C-4F87-831E-C50665C7703D}">
      <dgm:prSet phldrT="[文本]" custT="1"/>
      <dgm:spPr>
        <a:solidFill>
          <a:schemeClr val="tx1">
            <a:lumMod val="75000"/>
          </a:schemeClr>
        </a:solidFill>
      </dgm:spPr>
      <dgm:t>
        <a:bodyPr/>
        <a:lstStyle/>
        <a:p>
          <a:pPr algn="l"/>
          <a:r>
            <a:rPr kumimoji="1" lang="en-US" altLang="zh-CN" sz="2800" b="1" dirty="0">
              <a:solidFill>
                <a:schemeClr val="bg1"/>
              </a:solidFill>
              <a:latin typeface="Bookman Old Style" pitchFamily="18" charset="0"/>
              <a:ea typeface="楷体_GB2312" pitchFamily="49" charset="-122"/>
              <a:cs typeface="+mn-cs"/>
            </a:rPr>
            <a:t>1. </a:t>
          </a:r>
          <a:r>
            <a:rPr kumimoji="1" lang="en-US" altLang="zh-CN" sz="2800" b="1" dirty="0" err="1">
              <a:solidFill>
                <a:schemeClr val="bg1"/>
              </a:solidFill>
              <a:latin typeface="Bookman Old Style" pitchFamily="18" charset="0"/>
              <a:ea typeface="楷体_GB2312" pitchFamily="49" charset="-122"/>
              <a:cs typeface="+mn-cs"/>
            </a:rPr>
            <a:t>setNuclearStatus</a:t>
          </a:r>
          <a:endParaRPr kumimoji="1" lang="zh-CN" altLang="en-US" sz="2800" b="1" dirty="0">
            <a:solidFill>
              <a:schemeClr val="bg1"/>
            </a:solidFill>
            <a:latin typeface="Bookman Old Style" pitchFamily="18" charset="0"/>
            <a:ea typeface="楷体_GB2312" pitchFamily="49" charset="-122"/>
            <a:cs typeface="+mn-cs"/>
          </a:endParaRPr>
        </a:p>
      </dgm:t>
    </dgm:pt>
    <dgm:pt modelId="{03C065F6-4318-4099-ADB4-D8D78A6C1A4D}" type="parTrans" cxnId="{DA8A04E8-42DE-4BB9-A0E9-19071811C171}">
      <dgm:prSet/>
      <dgm:spPr/>
      <dgm:t>
        <a:bodyPr/>
        <a:lstStyle/>
        <a:p>
          <a:endParaRPr lang="zh-CN" altLang="en-US" sz="2400"/>
        </a:p>
      </dgm:t>
    </dgm:pt>
    <dgm:pt modelId="{9324D5C1-D2E2-4B6E-A249-0A58DB5BED47}" type="sibTrans" cxnId="{DA8A04E8-42DE-4BB9-A0E9-19071811C171}">
      <dgm:prSet/>
      <dgm:spPr/>
      <dgm:t>
        <a:bodyPr/>
        <a:lstStyle/>
        <a:p>
          <a:endParaRPr lang="zh-CN" altLang="en-US" sz="2400"/>
        </a:p>
      </dgm:t>
    </dgm:pt>
    <dgm:pt modelId="{68BD7134-EFFE-4B43-8BC6-31A1CEBF3FE8}">
      <dgm:prSet phldrT="[文本]" custT="1"/>
      <dgm:spPr>
        <a:solidFill>
          <a:schemeClr val="tx1">
            <a:lumMod val="75000"/>
          </a:schemeClr>
        </a:solidFill>
      </dgm:spPr>
      <dgm:t>
        <a:bodyPr/>
        <a:lstStyle/>
        <a:p>
          <a:pPr algn="l"/>
          <a:r>
            <a:rPr kumimoji="1" lang="en-US" altLang="zh-CN" sz="2400" b="1" dirty="0">
              <a:solidFill>
                <a:schemeClr val="bg1"/>
              </a:solidFill>
              <a:latin typeface="Bookman Old Style" pitchFamily="18" charset="0"/>
              <a:ea typeface="楷体_GB2312" pitchFamily="49" charset="-122"/>
              <a:cs typeface="+mn-cs"/>
            </a:rPr>
            <a:t>2. </a:t>
          </a:r>
          <a:r>
            <a:rPr kumimoji="1" lang="en-US" altLang="zh-CN" sz="2400" b="1" dirty="0" err="1">
              <a:solidFill>
                <a:schemeClr val="bg1"/>
              </a:solidFill>
              <a:latin typeface="Bookman Old Style" pitchFamily="18" charset="0"/>
              <a:ea typeface="楷体_GB2312" pitchFamily="49" charset="-122"/>
              <a:cs typeface="+mn-cs"/>
            </a:rPr>
            <a:t>firePropertyChangeEvent</a:t>
          </a:r>
          <a:endParaRPr kumimoji="1" lang="zh-CN" altLang="en-US" sz="2400" b="1" dirty="0">
            <a:solidFill>
              <a:schemeClr val="bg1"/>
            </a:solidFill>
            <a:latin typeface="Bookman Old Style" pitchFamily="18" charset="0"/>
            <a:ea typeface="楷体_GB2312" pitchFamily="49" charset="-122"/>
            <a:cs typeface="+mn-cs"/>
          </a:endParaRPr>
        </a:p>
      </dgm:t>
    </dgm:pt>
    <dgm:pt modelId="{8BAB61EA-4DA3-4786-B85C-4B23FF7FD1E4}" type="parTrans" cxnId="{FE4C1F3A-F17E-44DA-9226-DA3F631140E9}">
      <dgm:prSet/>
      <dgm:spPr/>
      <dgm:t>
        <a:bodyPr/>
        <a:lstStyle/>
        <a:p>
          <a:endParaRPr lang="zh-CN" altLang="en-US" sz="2400"/>
        </a:p>
      </dgm:t>
    </dgm:pt>
    <dgm:pt modelId="{FD0C80C7-2EC3-46DB-A2EA-F8F73D7F0222}" type="sibTrans" cxnId="{FE4C1F3A-F17E-44DA-9226-DA3F631140E9}">
      <dgm:prSet/>
      <dgm:spPr/>
      <dgm:t>
        <a:bodyPr/>
        <a:lstStyle/>
        <a:p>
          <a:endParaRPr lang="zh-CN" altLang="en-US" sz="2400"/>
        </a:p>
      </dgm:t>
    </dgm:pt>
    <dgm:pt modelId="{762CC9E9-B8E4-4563-B036-1FEFCF726F21}">
      <dgm:prSet phldrT="[文本]" custT="1"/>
      <dgm:spPr>
        <a:solidFill>
          <a:schemeClr val="tx1">
            <a:lumMod val="75000"/>
          </a:schemeClr>
        </a:solidFill>
      </dgm:spPr>
      <dgm:t>
        <a:bodyPr/>
        <a:lstStyle/>
        <a:p>
          <a:pPr algn="l"/>
          <a:r>
            <a:rPr kumimoji="1" lang="en-US" altLang="zh-CN" sz="2600" b="1" dirty="0">
              <a:solidFill>
                <a:schemeClr val="bg1"/>
              </a:solidFill>
              <a:latin typeface="Bookman Old Style" pitchFamily="18" charset="0"/>
              <a:ea typeface="楷体_GB2312" pitchFamily="49" charset="-122"/>
              <a:cs typeface="+mn-cs"/>
            </a:rPr>
            <a:t>3. change </a:t>
          </a:r>
          <a:r>
            <a:rPr kumimoji="1" lang="en-US" altLang="zh-CN" sz="2600" b="1" dirty="0" err="1">
              <a:solidFill>
                <a:schemeClr val="bg1"/>
              </a:solidFill>
              <a:latin typeface="Bookman Old Style" pitchFamily="18" charset="0"/>
              <a:ea typeface="楷体_GB2312" pitchFamily="49" charset="-122"/>
              <a:cs typeface="+mn-cs"/>
            </a:rPr>
            <a:t>NuclearStatus</a:t>
          </a:r>
          <a:endParaRPr kumimoji="1" lang="zh-CN" altLang="en-US" sz="2600" b="1" dirty="0">
            <a:solidFill>
              <a:schemeClr val="bg1"/>
            </a:solidFill>
            <a:latin typeface="Bookman Old Style" pitchFamily="18" charset="0"/>
            <a:ea typeface="楷体_GB2312" pitchFamily="49" charset="-122"/>
            <a:cs typeface="+mn-cs"/>
          </a:endParaRPr>
        </a:p>
      </dgm:t>
    </dgm:pt>
    <dgm:pt modelId="{A541A5D6-25CD-41DA-8FDC-5A23FFE22C71}" type="parTrans" cxnId="{6F556421-ACC4-454C-B095-FAC15EF23FDF}">
      <dgm:prSet/>
      <dgm:spPr/>
      <dgm:t>
        <a:bodyPr/>
        <a:lstStyle/>
        <a:p>
          <a:endParaRPr lang="zh-CN" altLang="en-US" sz="2400"/>
        </a:p>
      </dgm:t>
    </dgm:pt>
    <dgm:pt modelId="{770E8881-2F83-4E0F-ACC0-39FE0F8CFD95}" type="sibTrans" cxnId="{6F556421-ACC4-454C-B095-FAC15EF23FDF}">
      <dgm:prSet/>
      <dgm:spPr/>
      <dgm:t>
        <a:bodyPr/>
        <a:lstStyle/>
        <a:p>
          <a:endParaRPr lang="zh-CN" altLang="en-US" sz="2400"/>
        </a:p>
      </dgm:t>
    </dgm:pt>
    <dgm:pt modelId="{819ADBD8-F311-43EE-B3EF-D6C1B1D5BC93}" type="pres">
      <dgm:prSet presAssocID="{0CAEC88D-4B56-4359-8BBE-228F04BEC5E7}" presName="Name0" presStyleCnt="0">
        <dgm:presLayoutVars>
          <dgm:dir/>
          <dgm:animLvl val="lvl"/>
          <dgm:resizeHandles val="exact"/>
        </dgm:presLayoutVars>
      </dgm:prSet>
      <dgm:spPr/>
      <dgm:t>
        <a:bodyPr/>
        <a:lstStyle/>
        <a:p>
          <a:endParaRPr lang="zh-CN" altLang="en-US"/>
        </a:p>
      </dgm:t>
    </dgm:pt>
    <dgm:pt modelId="{DD170056-C38B-4CBF-9E8E-C83187983235}" type="pres">
      <dgm:prSet presAssocID="{762CC9E9-B8E4-4563-B036-1FEFCF726F21}" presName="boxAndChildren" presStyleCnt="0"/>
      <dgm:spPr/>
    </dgm:pt>
    <dgm:pt modelId="{40CF6EF3-0DC0-4CBB-B3BA-6899F0835A24}" type="pres">
      <dgm:prSet presAssocID="{762CC9E9-B8E4-4563-B036-1FEFCF726F21}" presName="parentTextBox" presStyleLbl="node1" presStyleIdx="0" presStyleCnt="3"/>
      <dgm:spPr/>
      <dgm:t>
        <a:bodyPr/>
        <a:lstStyle/>
        <a:p>
          <a:endParaRPr lang="zh-CN" altLang="en-US"/>
        </a:p>
      </dgm:t>
    </dgm:pt>
    <dgm:pt modelId="{A64218AE-3718-4AB8-B63F-2510B2A67717}" type="pres">
      <dgm:prSet presAssocID="{FD0C80C7-2EC3-46DB-A2EA-F8F73D7F0222}" presName="sp" presStyleCnt="0"/>
      <dgm:spPr/>
    </dgm:pt>
    <dgm:pt modelId="{4B29664E-56CB-45DC-ADFB-3EF51F62C2CF}" type="pres">
      <dgm:prSet presAssocID="{68BD7134-EFFE-4B43-8BC6-31A1CEBF3FE8}" presName="arrowAndChildren" presStyleCnt="0"/>
      <dgm:spPr/>
    </dgm:pt>
    <dgm:pt modelId="{003463B4-F84A-446D-B655-60F4997BA54B}" type="pres">
      <dgm:prSet presAssocID="{68BD7134-EFFE-4B43-8BC6-31A1CEBF3FE8}" presName="parentTextArrow" presStyleLbl="node1" presStyleIdx="1" presStyleCnt="3" custLinFactNeighborX="-1471"/>
      <dgm:spPr/>
      <dgm:t>
        <a:bodyPr/>
        <a:lstStyle/>
        <a:p>
          <a:endParaRPr lang="zh-CN" altLang="en-US"/>
        </a:p>
      </dgm:t>
    </dgm:pt>
    <dgm:pt modelId="{E50A4059-7F93-4CC8-8A1E-56FFB471AD40}" type="pres">
      <dgm:prSet presAssocID="{9324D5C1-D2E2-4B6E-A249-0A58DB5BED47}" presName="sp" presStyleCnt="0"/>
      <dgm:spPr/>
    </dgm:pt>
    <dgm:pt modelId="{36788434-3A97-4A3C-B6AB-6BCD9B1CC1CB}" type="pres">
      <dgm:prSet presAssocID="{D34CC4A8-F23C-4F87-831E-C50665C7703D}" presName="arrowAndChildren" presStyleCnt="0"/>
      <dgm:spPr/>
    </dgm:pt>
    <dgm:pt modelId="{5C90E3BC-A3B0-4B1F-8A4B-1CE06F0981CD}" type="pres">
      <dgm:prSet presAssocID="{D34CC4A8-F23C-4F87-831E-C50665C7703D}" presName="parentTextArrow" presStyleLbl="node1" presStyleIdx="2" presStyleCnt="3" custLinFactNeighborX="1389"/>
      <dgm:spPr/>
      <dgm:t>
        <a:bodyPr/>
        <a:lstStyle/>
        <a:p>
          <a:endParaRPr lang="zh-CN" altLang="en-US"/>
        </a:p>
      </dgm:t>
    </dgm:pt>
  </dgm:ptLst>
  <dgm:cxnLst>
    <dgm:cxn modelId="{F004575A-9C04-42C2-A310-FE2B1A362480}" type="presOf" srcId="{762CC9E9-B8E4-4563-B036-1FEFCF726F21}" destId="{40CF6EF3-0DC0-4CBB-B3BA-6899F0835A24}" srcOrd="0" destOrd="0" presId="urn:microsoft.com/office/officeart/2005/8/layout/process4"/>
    <dgm:cxn modelId="{067E04CC-81D9-4A02-AC92-92DE32C9AED2}" type="presOf" srcId="{68BD7134-EFFE-4B43-8BC6-31A1CEBF3FE8}" destId="{003463B4-F84A-446D-B655-60F4997BA54B}" srcOrd="0" destOrd="0" presId="urn:microsoft.com/office/officeart/2005/8/layout/process4"/>
    <dgm:cxn modelId="{FE4C1F3A-F17E-44DA-9226-DA3F631140E9}" srcId="{0CAEC88D-4B56-4359-8BBE-228F04BEC5E7}" destId="{68BD7134-EFFE-4B43-8BC6-31A1CEBF3FE8}" srcOrd="1" destOrd="0" parTransId="{8BAB61EA-4DA3-4786-B85C-4B23FF7FD1E4}" sibTransId="{FD0C80C7-2EC3-46DB-A2EA-F8F73D7F0222}"/>
    <dgm:cxn modelId="{3C14D93E-19BC-43EA-98D4-2324A76EA247}" type="presOf" srcId="{0CAEC88D-4B56-4359-8BBE-228F04BEC5E7}" destId="{819ADBD8-F311-43EE-B3EF-D6C1B1D5BC93}" srcOrd="0" destOrd="0" presId="urn:microsoft.com/office/officeart/2005/8/layout/process4"/>
    <dgm:cxn modelId="{DA8A04E8-42DE-4BB9-A0E9-19071811C171}" srcId="{0CAEC88D-4B56-4359-8BBE-228F04BEC5E7}" destId="{D34CC4A8-F23C-4F87-831E-C50665C7703D}" srcOrd="0" destOrd="0" parTransId="{03C065F6-4318-4099-ADB4-D8D78A6C1A4D}" sibTransId="{9324D5C1-D2E2-4B6E-A249-0A58DB5BED47}"/>
    <dgm:cxn modelId="{6F556421-ACC4-454C-B095-FAC15EF23FDF}" srcId="{0CAEC88D-4B56-4359-8BBE-228F04BEC5E7}" destId="{762CC9E9-B8E4-4563-B036-1FEFCF726F21}" srcOrd="2" destOrd="0" parTransId="{A541A5D6-25CD-41DA-8FDC-5A23FFE22C71}" sibTransId="{770E8881-2F83-4E0F-ACC0-39FE0F8CFD95}"/>
    <dgm:cxn modelId="{66D9D609-BFDB-4A53-88AB-5B5A1A171ABA}" type="presOf" srcId="{D34CC4A8-F23C-4F87-831E-C50665C7703D}" destId="{5C90E3BC-A3B0-4B1F-8A4B-1CE06F0981CD}" srcOrd="0" destOrd="0" presId="urn:microsoft.com/office/officeart/2005/8/layout/process4"/>
    <dgm:cxn modelId="{AE3D7990-6FA4-4BE8-8ABA-643960B88713}" type="presParOf" srcId="{819ADBD8-F311-43EE-B3EF-D6C1B1D5BC93}" destId="{DD170056-C38B-4CBF-9E8E-C83187983235}" srcOrd="0" destOrd="0" presId="urn:microsoft.com/office/officeart/2005/8/layout/process4"/>
    <dgm:cxn modelId="{44EA8817-EF6B-47FC-93A4-2B14EAC7A966}" type="presParOf" srcId="{DD170056-C38B-4CBF-9E8E-C83187983235}" destId="{40CF6EF3-0DC0-4CBB-B3BA-6899F0835A24}" srcOrd="0" destOrd="0" presId="urn:microsoft.com/office/officeart/2005/8/layout/process4"/>
    <dgm:cxn modelId="{9389253B-C7CB-463E-B354-41FFB0CE9C77}" type="presParOf" srcId="{819ADBD8-F311-43EE-B3EF-D6C1B1D5BC93}" destId="{A64218AE-3718-4AB8-B63F-2510B2A67717}" srcOrd="1" destOrd="0" presId="urn:microsoft.com/office/officeart/2005/8/layout/process4"/>
    <dgm:cxn modelId="{9680FFC3-43F4-4DBB-AB07-3058820157A4}" type="presParOf" srcId="{819ADBD8-F311-43EE-B3EF-D6C1B1D5BC93}" destId="{4B29664E-56CB-45DC-ADFB-3EF51F62C2CF}" srcOrd="2" destOrd="0" presId="urn:microsoft.com/office/officeart/2005/8/layout/process4"/>
    <dgm:cxn modelId="{562CF1E0-49BB-47B0-9376-5A25B582B479}" type="presParOf" srcId="{4B29664E-56CB-45DC-ADFB-3EF51F62C2CF}" destId="{003463B4-F84A-446D-B655-60F4997BA54B}" srcOrd="0" destOrd="0" presId="urn:microsoft.com/office/officeart/2005/8/layout/process4"/>
    <dgm:cxn modelId="{41E1DC06-D20A-404C-8A7D-39595F5D77EB}" type="presParOf" srcId="{819ADBD8-F311-43EE-B3EF-D6C1B1D5BC93}" destId="{E50A4059-7F93-4CC8-8A1E-56FFB471AD40}" srcOrd="3" destOrd="0" presId="urn:microsoft.com/office/officeart/2005/8/layout/process4"/>
    <dgm:cxn modelId="{3225B5CA-61FD-4A02-A9C2-568AC21D2D88}" type="presParOf" srcId="{819ADBD8-F311-43EE-B3EF-D6C1B1D5BC93}" destId="{36788434-3A97-4A3C-B6AB-6BCD9B1CC1CB}" srcOrd="4" destOrd="0" presId="urn:microsoft.com/office/officeart/2005/8/layout/process4"/>
    <dgm:cxn modelId="{4BD439AC-D6FC-47E6-A4C9-A0C13C83DA79}" type="presParOf" srcId="{36788434-3A97-4A3C-B6AB-6BCD9B1CC1CB}" destId="{5C90E3BC-A3B0-4B1F-8A4B-1CE06F0981CD}"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E241C58C-CCC1-4846-8D3B-FFF474F905BB}" type="doc">
      <dgm:prSet loTypeId="urn:microsoft.com/office/officeart/2005/8/layout/arrow2" loCatId="process" qsTypeId="urn:microsoft.com/office/officeart/2005/8/quickstyle/simple1" qsCatId="simple" csTypeId="urn:microsoft.com/office/officeart/2005/8/colors/accent1_2" csCatId="accent1" phldr="1"/>
      <dgm:spPr/>
    </dgm:pt>
    <dgm:pt modelId="{2988692A-91DE-4996-B82F-9CC79B2AC3CF}">
      <dgm:prSet phldrT="[文本]" custT="1"/>
      <dgm:spPr/>
      <dgm:t>
        <a:bodyPr/>
        <a:lstStyle/>
        <a:p>
          <a:r>
            <a:rPr lang="zh-CN" altLang="en-US" sz="2800" b="1" dirty="0">
              <a:solidFill>
                <a:srgbClr val="000000"/>
              </a:solidFill>
              <a:effectLst>
                <a:outerShdw blurRad="38100" dist="38100" dir="2700000" algn="tl">
                  <a:srgbClr val="000000">
                    <a:alpha val="43137"/>
                  </a:srgbClr>
                </a:outerShdw>
              </a:effectLst>
              <a:latin typeface="楷体" pitchFamily="49" charset="-122"/>
              <a:ea typeface="楷体" pitchFamily="49" charset="-122"/>
            </a:rPr>
            <a:t>精确的事件传送机制</a:t>
          </a:r>
        </a:p>
      </dgm:t>
    </dgm:pt>
    <dgm:pt modelId="{CD23BCA5-E7A3-4384-9C47-590ABBE02A20}" type="parTrans" cxnId="{7D98F70C-27BA-49A7-8CDA-840EB0BE219A}">
      <dgm:prSet/>
      <dgm:spPr/>
      <dgm:t>
        <a:bodyPr/>
        <a:lstStyle/>
        <a:p>
          <a:endParaRPr lang="zh-CN" altLang="en-US"/>
        </a:p>
      </dgm:t>
    </dgm:pt>
    <dgm:pt modelId="{32FC625D-CC08-4B89-827B-539DB657EEEE}" type="sibTrans" cxnId="{7D98F70C-27BA-49A7-8CDA-840EB0BE219A}">
      <dgm:prSet/>
      <dgm:spPr/>
      <dgm:t>
        <a:bodyPr/>
        <a:lstStyle/>
        <a:p>
          <a:endParaRPr lang="zh-CN" altLang="en-US"/>
        </a:p>
      </dgm:t>
    </dgm:pt>
    <dgm:pt modelId="{FD26784B-7503-4156-982B-A1FA78C89221}">
      <dgm:prSet phldrT="[文本]" custT="1"/>
      <dgm:spPr/>
      <dgm:t>
        <a:bodyPr/>
        <a:lstStyle/>
        <a:p>
          <a:r>
            <a:rPr lang="zh-CN" altLang="en-US" sz="2800" b="1" dirty="0">
              <a:solidFill>
                <a:srgbClr val="000000"/>
              </a:solidFill>
              <a:effectLst>
                <a:outerShdw blurRad="38100" dist="38100" dir="2700000" algn="tl">
                  <a:srgbClr val="000000">
                    <a:alpha val="43137"/>
                  </a:srgbClr>
                </a:outerShdw>
              </a:effectLst>
              <a:latin typeface="楷体" pitchFamily="49" charset="-122"/>
              <a:ea typeface="楷体" pitchFamily="49" charset="-122"/>
            </a:rPr>
            <a:t>事件监听接口作为事件源与目标之间的协议</a:t>
          </a:r>
        </a:p>
      </dgm:t>
    </dgm:pt>
    <dgm:pt modelId="{6DBE7288-7920-4612-BEA4-95D5A6E0699E}" type="parTrans" cxnId="{CD194094-55D1-4AD3-BD45-31FC5C860420}">
      <dgm:prSet/>
      <dgm:spPr/>
      <dgm:t>
        <a:bodyPr/>
        <a:lstStyle/>
        <a:p>
          <a:endParaRPr lang="zh-CN" altLang="en-US"/>
        </a:p>
      </dgm:t>
    </dgm:pt>
    <dgm:pt modelId="{946F7702-1928-4443-A0BF-C5497E5D6EFF}" type="sibTrans" cxnId="{CD194094-55D1-4AD3-BD45-31FC5C860420}">
      <dgm:prSet/>
      <dgm:spPr/>
      <dgm:t>
        <a:bodyPr/>
        <a:lstStyle/>
        <a:p>
          <a:endParaRPr lang="zh-CN" altLang="en-US"/>
        </a:p>
      </dgm:t>
    </dgm:pt>
    <dgm:pt modelId="{26F1AED7-3B3B-49FC-B461-B4BE6D3A953D}">
      <dgm:prSet phldrT="[文本]" custT="1"/>
      <dgm:spPr/>
      <dgm:t>
        <a:bodyPr/>
        <a:lstStyle/>
        <a:p>
          <a:r>
            <a:rPr lang="zh-CN" altLang="en-US" sz="2800" b="1" dirty="0">
              <a:solidFill>
                <a:srgbClr val="000000"/>
              </a:solidFill>
              <a:effectLst>
                <a:outerShdw blurRad="38100" dist="38100" dir="2700000" algn="tl">
                  <a:srgbClr val="000000">
                    <a:alpha val="43137"/>
                  </a:srgbClr>
                </a:outerShdw>
              </a:effectLst>
              <a:latin typeface="楷体" pitchFamily="49" charset="-122"/>
              <a:ea typeface="楷体" pitchFamily="49" charset="-122"/>
            </a:rPr>
            <a:t>抽象与拓广</a:t>
          </a:r>
        </a:p>
      </dgm:t>
    </dgm:pt>
    <dgm:pt modelId="{888664F6-8001-438A-BF92-D0772D8EB15B}" type="parTrans" cxnId="{F44DF944-84F1-48B6-8B19-26029AF86143}">
      <dgm:prSet/>
      <dgm:spPr/>
      <dgm:t>
        <a:bodyPr/>
        <a:lstStyle/>
        <a:p>
          <a:endParaRPr lang="zh-CN" altLang="en-US"/>
        </a:p>
      </dgm:t>
    </dgm:pt>
    <dgm:pt modelId="{00CF8B40-794B-479C-BCFF-8C01E1BDC094}" type="sibTrans" cxnId="{F44DF944-84F1-48B6-8B19-26029AF86143}">
      <dgm:prSet/>
      <dgm:spPr/>
      <dgm:t>
        <a:bodyPr/>
        <a:lstStyle/>
        <a:p>
          <a:endParaRPr lang="zh-CN" altLang="en-US"/>
        </a:p>
      </dgm:t>
    </dgm:pt>
    <dgm:pt modelId="{58565B13-FFB3-4790-98FF-751E5FAE2F6A}" type="pres">
      <dgm:prSet presAssocID="{E241C58C-CCC1-4846-8D3B-FFF474F905BB}" presName="arrowDiagram" presStyleCnt="0">
        <dgm:presLayoutVars>
          <dgm:chMax val="5"/>
          <dgm:dir/>
          <dgm:resizeHandles val="exact"/>
        </dgm:presLayoutVars>
      </dgm:prSet>
      <dgm:spPr/>
    </dgm:pt>
    <dgm:pt modelId="{F058ADC8-2461-4C78-BF44-3CB4C2CAA4CE}" type="pres">
      <dgm:prSet presAssocID="{E241C58C-CCC1-4846-8D3B-FFF474F905BB}" presName="arrow" presStyleLbl="bgShp" presStyleIdx="0" presStyleCnt="1" custLinFactNeighborY="4375"/>
      <dgm:spPr>
        <a:gradFill rotWithShape="0">
          <a:gsLst>
            <a:gs pos="0">
              <a:srgbClr val="FFF200"/>
            </a:gs>
            <a:gs pos="45000">
              <a:srgbClr val="FF7A00"/>
            </a:gs>
            <a:gs pos="70000">
              <a:srgbClr val="FF0300"/>
            </a:gs>
            <a:gs pos="100000">
              <a:srgbClr val="4D0808"/>
            </a:gs>
          </a:gsLst>
          <a:lin ang="5400000" scaled="0"/>
        </a:gradFill>
      </dgm:spPr>
    </dgm:pt>
    <dgm:pt modelId="{27FDD3E4-E333-4EB0-9B25-0CF8B1591321}" type="pres">
      <dgm:prSet presAssocID="{E241C58C-CCC1-4846-8D3B-FFF474F905BB}" presName="arrowDiagram3" presStyleCnt="0"/>
      <dgm:spPr/>
    </dgm:pt>
    <dgm:pt modelId="{4457F797-D6A1-42E1-B702-E8123A950CA0}" type="pres">
      <dgm:prSet presAssocID="{2988692A-91DE-4996-B82F-9CC79B2AC3CF}" presName="bullet3a" presStyleLbl="node1" presStyleIdx="0" presStyleCnt="3" custLinFactNeighborX="51890" custLinFactNeighborY="53780"/>
      <dgm:spPr/>
    </dgm:pt>
    <dgm:pt modelId="{B7F4B246-B29E-4B77-9225-BDAB34E6C8A1}" type="pres">
      <dgm:prSet presAssocID="{2988692A-91DE-4996-B82F-9CC79B2AC3CF}" presName="textBox3a" presStyleLbl="revTx" presStyleIdx="0" presStyleCnt="3" custScaleX="197969" custScaleY="42204" custLinFactNeighborX="54071" custLinFactNeighborY="-12976">
        <dgm:presLayoutVars>
          <dgm:bulletEnabled val="1"/>
        </dgm:presLayoutVars>
      </dgm:prSet>
      <dgm:spPr/>
      <dgm:t>
        <a:bodyPr/>
        <a:lstStyle/>
        <a:p>
          <a:endParaRPr lang="zh-CN" altLang="en-US"/>
        </a:p>
      </dgm:t>
    </dgm:pt>
    <dgm:pt modelId="{91430DAE-42EF-4449-9FC6-BA0EC059E3A4}" type="pres">
      <dgm:prSet presAssocID="{FD26784B-7503-4156-982B-A1FA78C89221}" presName="bullet3b" presStyleLbl="node1" presStyleIdx="1" presStyleCnt="3" custLinFactNeighborX="62985" custLinFactNeighborY="-2301"/>
      <dgm:spPr/>
    </dgm:pt>
    <dgm:pt modelId="{F94F60C4-9B1D-4D9C-B85B-0A0E3E28E412}" type="pres">
      <dgm:prSet presAssocID="{FD26784B-7503-4156-982B-A1FA78C89221}" presName="textBox3b" presStyleLbl="revTx" presStyleIdx="1" presStyleCnt="3" custScaleX="259950" custScaleY="37195" custLinFactNeighborX="87969" custLinFactNeighborY="-28292">
        <dgm:presLayoutVars>
          <dgm:bulletEnabled val="1"/>
        </dgm:presLayoutVars>
      </dgm:prSet>
      <dgm:spPr/>
      <dgm:t>
        <a:bodyPr/>
        <a:lstStyle/>
        <a:p>
          <a:endParaRPr lang="zh-CN" altLang="en-US"/>
        </a:p>
      </dgm:t>
    </dgm:pt>
    <dgm:pt modelId="{8FD99B56-3092-4CBB-A46B-6D565783194E}" type="pres">
      <dgm:prSet presAssocID="{26F1AED7-3B3B-49FC-B461-B4BE6D3A953D}" presName="bullet3c" presStyleLbl="node1" presStyleIdx="2" presStyleCnt="3" custLinFactNeighborX="12397" custLinFactNeighborY="21317"/>
      <dgm:spPr/>
    </dgm:pt>
    <dgm:pt modelId="{991BCC07-61B7-41BA-9D5F-CD7F77E68062}" type="pres">
      <dgm:prSet presAssocID="{26F1AED7-3B3B-49FC-B461-B4BE6D3A953D}" presName="textBox3c" presStyleLbl="revTx" presStyleIdx="2" presStyleCnt="3" custScaleX="204391" custScaleY="18467" custLinFactNeighborX="1423" custLinFactNeighborY="-65468">
        <dgm:presLayoutVars>
          <dgm:bulletEnabled val="1"/>
        </dgm:presLayoutVars>
      </dgm:prSet>
      <dgm:spPr/>
      <dgm:t>
        <a:bodyPr/>
        <a:lstStyle/>
        <a:p>
          <a:endParaRPr lang="zh-CN" altLang="en-US"/>
        </a:p>
      </dgm:t>
    </dgm:pt>
  </dgm:ptLst>
  <dgm:cxnLst>
    <dgm:cxn modelId="{CD194094-55D1-4AD3-BD45-31FC5C860420}" srcId="{E241C58C-CCC1-4846-8D3B-FFF474F905BB}" destId="{FD26784B-7503-4156-982B-A1FA78C89221}" srcOrd="1" destOrd="0" parTransId="{6DBE7288-7920-4612-BEA4-95D5A6E0699E}" sibTransId="{946F7702-1928-4443-A0BF-C5497E5D6EFF}"/>
    <dgm:cxn modelId="{7D98F70C-27BA-49A7-8CDA-840EB0BE219A}" srcId="{E241C58C-CCC1-4846-8D3B-FFF474F905BB}" destId="{2988692A-91DE-4996-B82F-9CC79B2AC3CF}" srcOrd="0" destOrd="0" parTransId="{CD23BCA5-E7A3-4384-9C47-590ABBE02A20}" sibTransId="{32FC625D-CC08-4B89-827B-539DB657EEEE}"/>
    <dgm:cxn modelId="{F44DF944-84F1-48B6-8B19-26029AF86143}" srcId="{E241C58C-CCC1-4846-8D3B-FFF474F905BB}" destId="{26F1AED7-3B3B-49FC-B461-B4BE6D3A953D}" srcOrd="2" destOrd="0" parTransId="{888664F6-8001-438A-BF92-D0772D8EB15B}" sibTransId="{00CF8B40-794B-479C-BCFF-8C01E1BDC094}"/>
    <dgm:cxn modelId="{53144EEF-0FC2-459B-B725-91381FA1786C}" type="presOf" srcId="{2988692A-91DE-4996-B82F-9CC79B2AC3CF}" destId="{B7F4B246-B29E-4B77-9225-BDAB34E6C8A1}" srcOrd="0" destOrd="0" presId="urn:microsoft.com/office/officeart/2005/8/layout/arrow2"/>
    <dgm:cxn modelId="{FCB075D5-C406-4531-B0FB-A9AD54BDECF1}" type="presOf" srcId="{E241C58C-CCC1-4846-8D3B-FFF474F905BB}" destId="{58565B13-FFB3-4790-98FF-751E5FAE2F6A}" srcOrd="0" destOrd="0" presId="urn:microsoft.com/office/officeart/2005/8/layout/arrow2"/>
    <dgm:cxn modelId="{2FA26783-1853-4A76-9BCD-59395181CB21}" type="presOf" srcId="{26F1AED7-3B3B-49FC-B461-B4BE6D3A953D}" destId="{991BCC07-61B7-41BA-9D5F-CD7F77E68062}" srcOrd="0" destOrd="0" presId="urn:microsoft.com/office/officeart/2005/8/layout/arrow2"/>
    <dgm:cxn modelId="{7D372A48-2BB2-497C-A917-B3B908AE41E7}" type="presOf" srcId="{FD26784B-7503-4156-982B-A1FA78C89221}" destId="{F94F60C4-9B1D-4D9C-B85B-0A0E3E28E412}" srcOrd="0" destOrd="0" presId="urn:microsoft.com/office/officeart/2005/8/layout/arrow2"/>
    <dgm:cxn modelId="{51D30BD0-EBF3-4A54-89CE-A5C2C70F1FA2}" type="presParOf" srcId="{58565B13-FFB3-4790-98FF-751E5FAE2F6A}" destId="{F058ADC8-2461-4C78-BF44-3CB4C2CAA4CE}" srcOrd="0" destOrd="0" presId="urn:microsoft.com/office/officeart/2005/8/layout/arrow2"/>
    <dgm:cxn modelId="{80EEF523-302D-4A91-B407-40BE7548B441}" type="presParOf" srcId="{58565B13-FFB3-4790-98FF-751E5FAE2F6A}" destId="{27FDD3E4-E333-4EB0-9B25-0CF8B1591321}" srcOrd="1" destOrd="0" presId="urn:microsoft.com/office/officeart/2005/8/layout/arrow2"/>
    <dgm:cxn modelId="{5CAAF4BB-3406-4308-B356-4ACACCA621F2}" type="presParOf" srcId="{27FDD3E4-E333-4EB0-9B25-0CF8B1591321}" destId="{4457F797-D6A1-42E1-B702-E8123A950CA0}" srcOrd="0" destOrd="0" presId="urn:microsoft.com/office/officeart/2005/8/layout/arrow2"/>
    <dgm:cxn modelId="{E472759D-B637-4ECB-B78C-69DFECEB8176}" type="presParOf" srcId="{27FDD3E4-E333-4EB0-9B25-0CF8B1591321}" destId="{B7F4B246-B29E-4B77-9225-BDAB34E6C8A1}" srcOrd="1" destOrd="0" presId="urn:microsoft.com/office/officeart/2005/8/layout/arrow2"/>
    <dgm:cxn modelId="{01A8FDB6-4D27-41A8-8A6A-D874DABEFC85}" type="presParOf" srcId="{27FDD3E4-E333-4EB0-9B25-0CF8B1591321}" destId="{91430DAE-42EF-4449-9FC6-BA0EC059E3A4}" srcOrd="2" destOrd="0" presId="urn:microsoft.com/office/officeart/2005/8/layout/arrow2"/>
    <dgm:cxn modelId="{0ABB98C2-89B3-4F31-8CEC-388DC970D858}" type="presParOf" srcId="{27FDD3E4-E333-4EB0-9B25-0CF8B1591321}" destId="{F94F60C4-9B1D-4D9C-B85B-0A0E3E28E412}" srcOrd="3" destOrd="0" presId="urn:microsoft.com/office/officeart/2005/8/layout/arrow2"/>
    <dgm:cxn modelId="{23A410F7-0750-4CDD-AF16-93C261688087}" type="presParOf" srcId="{27FDD3E4-E333-4EB0-9B25-0CF8B1591321}" destId="{8FD99B56-3092-4CBB-A46B-6D565783194E}" srcOrd="4" destOrd="0" presId="urn:microsoft.com/office/officeart/2005/8/layout/arrow2"/>
    <dgm:cxn modelId="{BAD0F0EC-08BF-4830-A57B-FEB428DC5BCE}" type="presParOf" srcId="{27FDD3E4-E333-4EB0-9B25-0CF8B1591321}" destId="{991BCC07-61B7-41BA-9D5F-CD7F77E68062}" srcOrd="5" destOrd="0" presId="urn:microsoft.com/office/officeart/2005/8/layout/arrow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951282-11D0-4E12-8194-058A51A7A440}">
      <dsp:nvSpPr>
        <dsp:cNvPr id="0" name=""/>
        <dsp:cNvSpPr/>
      </dsp:nvSpPr>
      <dsp:spPr>
        <a:xfrm rot="5400000">
          <a:off x="-191745" y="198184"/>
          <a:ext cx="1278305" cy="894813"/>
        </a:xfrm>
        <a:prstGeom prst="chevron">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en-US" altLang="zh-CN" sz="3200" b="1" kern="1200" dirty="0">
              <a:solidFill>
                <a:schemeClr val="bg1"/>
              </a:solidFill>
              <a:latin typeface="Bookman Old Style" pitchFamily="18" charset="0"/>
            </a:rPr>
            <a:t>1.</a:t>
          </a:r>
          <a:endParaRPr lang="zh-CN" altLang="en-US" sz="3200" b="1" kern="1200" dirty="0">
            <a:solidFill>
              <a:schemeClr val="bg1"/>
            </a:solidFill>
            <a:latin typeface="Bookman Old Style" pitchFamily="18" charset="0"/>
          </a:endParaRPr>
        </a:p>
      </dsp:txBody>
      <dsp:txXfrm rot="-5400000">
        <a:off x="2" y="453845"/>
        <a:ext cx="894813" cy="383492"/>
      </dsp:txXfrm>
    </dsp:sp>
    <dsp:sp modelId="{9DBCE2B9-9409-4633-ADB2-B050AF9380EE}">
      <dsp:nvSpPr>
        <dsp:cNvPr id="0" name=""/>
        <dsp:cNvSpPr/>
      </dsp:nvSpPr>
      <dsp:spPr>
        <a:xfrm rot="5400000">
          <a:off x="4121139" y="-3226325"/>
          <a:ext cx="831335" cy="7283986"/>
        </a:xfrm>
        <a:prstGeom prst="round2SameRect">
          <a:avLst/>
        </a:prstGeom>
        <a:solidFill>
          <a:schemeClr val="lt1">
            <a:alpha val="90000"/>
            <a:hueOff val="0"/>
            <a:satOff val="0"/>
            <a:lumOff val="0"/>
            <a:alphaOff val="0"/>
          </a:schemeClr>
        </a:solidFill>
        <a:ln w="25400" cap="flat" cmpd="sng" algn="ctr">
          <a:solidFill>
            <a:srgbClr val="FF0000"/>
          </a:solidFill>
          <a:prstDash val="solid"/>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100000"/>
            </a:lnSpc>
            <a:spcBef>
              <a:spcPct val="0"/>
            </a:spcBef>
            <a:spcAft>
              <a:spcPct val="15000"/>
            </a:spcAft>
            <a:buChar char="••"/>
          </a:pPr>
          <a:r>
            <a:rPr lang="en-US" altLang="zh-CN" sz="2800" b="1" kern="12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MVC</a:t>
          </a:r>
          <a:r>
            <a:rPr lang="zh-CN" altLang="en-US" sz="2800" b="1" kern="12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模式</a:t>
          </a:r>
        </a:p>
      </dsp:txBody>
      <dsp:txXfrm rot="-5400000">
        <a:off x="894814" y="40582"/>
        <a:ext cx="7243404" cy="750171"/>
      </dsp:txXfrm>
    </dsp:sp>
    <dsp:sp modelId="{1CD270FC-0D0E-46C9-94C1-B006FD31B379}">
      <dsp:nvSpPr>
        <dsp:cNvPr id="0" name=""/>
        <dsp:cNvSpPr/>
      </dsp:nvSpPr>
      <dsp:spPr>
        <a:xfrm rot="5400000">
          <a:off x="-191745" y="1330419"/>
          <a:ext cx="1278305" cy="894813"/>
        </a:xfrm>
        <a:prstGeom prst="chevron">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en-US" altLang="zh-CN" sz="3200" b="1" kern="1200" dirty="0">
              <a:solidFill>
                <a:schemeClr val="bg1"/>
              </a:solidFill>
              <a:latin typeface="Bookman Old Style" pitchFamily="18" charset="0"/>
            </a:rPr>
            <a:t>2.</a:t>
          </a:r>
          <a:endParaRPr lang="zh-CN" altLang="en-US" sz="3200" b="1" kern="1200" dirty="0">
            <a:solidFill>
              <a:schemeClr val="bg1"/>
            </a:solidFill>
          </a:endParaRPr>
        </a:p>
      </dsp:txBody>
      <dsp:txXfrm rot="-5400000">
        <a:off x="2" y="1586080"/>
        <a:ext cx="894813" cy="383492"/>
      </dsp:txXfrm>
    </dsp:sp>
    <dsp:sp modelId="{E42D4482-0214-4877-9FE7-3ABBD9C091DC}">
      <dsp:nvSpPr>
        <dsp:cNvPr id="0" name=""/>
        <dsp:cNvSpPr/>
      </dsp:nvSpPr>
      <dsp:spPr>
        <a:xfrm rot="5400000">
          <a:off x="4121357" y="-2087870"/>
          <a:ext cx="830898" cy="7283986"/>
        </a:xfrm>
        <a:prstGeom prst="round2SameRect">
          <a:avLst/>
        </a:prstGeom>
        <a:solidFill>
          <a:schemeClr val="lt1">
            <a:alpha val="90000"/>
            <a:hueOff val="0"/>
            <a:satOff val="0"/>
            <a:lumOff val="0"/>
            <a:alphaOff val="0"/>
          </a:schemeClr>
        </a:solidFill>
        <a:ln w="25400" cap="flat" cmpd="sng" algn="ctr">
          <a:solidFill>
            <a:schemeClr val="accent4"/>
          </a:solidFill>
          <a:prstDash val="solid"/>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Char char="••"/>
          </a:pPr>
          <a:r>
            <a:rPr lang="zh-CN" altLang="en-US" sz="2800" b="1" kern="12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发布</a:t>
          </a:r>
          <a:r>
            <a:rPr lang="en-US" altLang="zh-CN" sz="2800" b="1" kern="12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a:t>
          </a:r>
          <a:r>
            <a:rPr lang="zh-CN" altLang="en-US" sz="2800" b="1" kern="12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订阅模式</a:t>
          </a:r>
        </a:p>
      </dsp:txBody>
      <dsp:txXfrm rot="-5400000">
        <a:off x="894814" y="1179234"/>
        <a:ext cx="7243425" cy="749776"/>
      </dsp:txXfrm>
    </dsp:sp>
    <dsp:sp modelId="{E5D87EB8-17FC-4F77-8FD0-41FCEF1A044E}">
      <dsp:nvSpPr>
        <dsp:cNvPr id="0" name=""/>
        <dsp:cNvSpPr/>
      </dsp:nvSpPr>
      <dsp:spPr>
        <a:xfrm rot="5400000">
          <a:off x="-191745" y="2462654"/>
          <a:ext cx="1278305" cy="894813"/>
        </a:xfrm>
        <a:prstGeom prst="chevron">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en-US" altLang="zh-CN" sz="3200" b="1" kern="1200" dirty="0">
              <a:solidFill>
                <a:schemeClr val="bg1"/>
              </a:solidFill>
              <a:latin typeface="Bookman Old Style" pitchFamily="18" charset="0"/>
            </a:rPr>
            <a:t>3.</a:t>
          </a:r>
          <a:endParaRPr lang="zh-CN" altLang="en-US" sz="3200" b="1" kern="1200" dirty="0">
            <a:solidFill>
              <a:schemeClr val="bg1"/>
            </a:solidFill>
          </a:endParaRPr>
        </a:p>
      </dsp:txBody>
      <dsp:txXfrm rot="-5400000">
        <a:off x="2" y="2718315"/>
        <a:ext cx="894813" cy="383492"/>
      </dsp:txXfrm>
    </dsp:sp>
    <dsp:sp modelId="{F2241BE7-512D-490C-A1A6-51A96E019F1E}">
      <dsp:nvSpPr>
        <dsp:cNvPr id="0" name=""/>
        <dsp:cNvSpPr/>
      </dsp:nvSpPr>
      <dsp:spPr>
        <a:xfrm rot="5400000">
          <a:off x="4121357" y="-955635"/>
          <a:ext cx="830898" cy="7283986"/>
        </a:xfrm>
        <a:prstGeom prst="round2SameRect">
          <a:avLst/>
        </a:prstGeom>
        <a:solidFill>
          <a:schemeClr val="lt1">
            <a:alpha val="90000"/>
            <a:hueOff val="0"/>
            <a:satOff val="0"/>
            <a:lumOff val="0"/>
            <a:alphaOff val="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Char char="••"/>
          </a:pPr>
          <a:r>
            <a:rPr lang="zh-CN" altLang="en-US" sz="2800" b="1" kern="12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微内核模式</a:t>
          </a:r>
        </a:p>
      </dsp:txBody>
      <dsp:txXfrm rot="-5400000">
        <a:off x="894814" y="2311469"/>
        <a:ext cx="7243425" cy="749776"/>
      </dsp:txXfrm>
    </dsp:sp>
    <dsp:sp modelId="{5129D863-9DC5-4BB4-B3BF-6F7B813F7351}">
      <dsp:nvSpPr>
        <dsp:cNvPr id="0" name=""/>
        <dsp:cNvSpPr/>
      </dsp:nvSpPr>
      <dsp:spPr>
        <a:xfrm rot="5400000">
          <a:off x="-191745" y="3594888"/>
          <a:ext cx="1278305" cy="894813"/>
        </a:xfrm>
        <a:prstGeom prst="chevron">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en-US" altLang="zh-CN" sz="3200" b="1" kern="1200" dirty="0">
              <a:solidFill>
                <a:schemeClr val="bg1"/>
              </a:solidFill>
              <a:latin typeface="Bookman Old Style" pitchFamily="18" charset="0"/>
            </a:rPr>
            <a:t>4.</a:t>
          </a:r>
          <a:endParaRPr lang="zh-CN" altLang="en-US" sz="3200" b="1" kern="1200" dirty="0">
            <a:solidFill>
              <a:schemeClr val="bg1"/>
            </a:solidFill>
          </a:endParaRPr>
        </a:p>
      </dsp:txBody>
      <dsp:txXfrm rot="-5400000">
        <a:off x="2" y="3850549"/>
        <a:ext cx="894813" cy="383492"/>
      </dsp:txXfrm>
    </dsp:sp>
    <dsp:sp modelId="{2EF121AA-95B3-4CA9-9730-C5CB31DF8A99}">
      <dsp:nvSpPr>
        <dsp:cNvPr id="0" name=""/>
        <dsp:cNvSpPr/>
      </dsp:nvSpPr>
      <dsp:spPr>
        <a:xfrm rot="5400000">
          <a:off x="4121357" y="176599"/>
          <a:ext cx="830898" cy="7283986"/>
        </a:xfrm>
        <a:prstGeom prst="round2SameRect">
          <a:avLst/>
        </a:prstGeom>
        <a:solidFill>
          <a:schemeClr val="lt1">
            <a:alpha val="90000"/>
            <a:hueOff val="0"/>
            <a:satOff val="0"/>
            <a:lumOff val="0"/>
            <a:alphaOff val="0"/>
          </a:schemeClr>
        </a:solidFill>
        <a:ln w="25400" cap="flat" cmpd="sng" algn="ctr">
          <a:solidFill>
            <a:srgbClr val="000000"/>
          </a:solidFill>
          <a:prstDash val="solid"/>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Char char="••"/>
          </a:pPr>
          <a:r>
            <a:rPr lang="zh-CN" altLang="en-US" sz="2800" b="1" kern="12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反射模式</a:t>
          </a:r>
          <a:endParaRPr lang="zh-CN" altLang="en-US" sz="2800" kern="1200" dirty="0">
            <a:solidFill>
              <a:srgbClr val="000000"/>
            </a:solidFill>
          </a:endParaRPr>
        </a:p>
      </dsp:txBody>
      <dsp:txXfrm rot="-5400000">
        <a:off x="894814" y="3443704"/>
        <a:ext cx="7243425" cy="74977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951282-11D0-4E12-8194-058A51A7A440}">
      <dsp:nvSpPr>
        <dsp:cNvPr id="0" name=""/>
        <dsp:cNvSpPr/>
      </dsp:nvSpPr>
      <dsp:spPr>
        <a:xfrm rot="5400000">
          <a:off x="-190268" y="194583"/>
          <a:ext cx="1268458" cy="887921"/>
        </a:xfrm>
        <a:prstGeom prst="chevron">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en-US" altLang="zh-CN" sz="3200" b="1" kern="1200" dirty="0">
              <a:solidFill>
                <a:schemeClr val="bg1"/>
              </a:solidFill>
              <a:latin typeface="Bookman Old Style" pitchFamily="18" charset="0"/>
            </a:rPr>
            <a:t>1.</a:t>
          </a:r>
          <a:endParaRPr lang="zh-CN" altLang="en-US" sz="3200" b="1" kern="1200" dirty="0">
            <a:solidFill>
              <a:schemeClr val="bg1"/>
            </a:solidFill>
            <a:latin typeface="Bookman Old Style" pitchFamily="18" charset="0"/>
          </a:endParaRPr>
        </a:p>
      </dsp:txBody>
      <dsp:txXfrm rot="-5400000">
        <a:off x="1" y="448276"/>
        <a:ext cx="887921" cy="380537"/>
      </dsp:txXfrm>
    </dsp:sp>
    <dsp:sp modelId="{9DBCE2B9-9409-4633-ADB2-B050AF9380EE}">
      <dsp:nvSpPr>
        <dsp:cNvPr id="0" name=""/>
        <dsp:cNvSpPr/>
      </dsp:nvSpPr>
      <dsp:spPr>
        <a:xfrm rot="5400000">
          <a:off x="4067741" y="-3179820"/>
          <a:ext cx="824931" cy="7184572"/>
        </a:xfrm>
        <a:prstGeom prst="round2SameRect">
          <a:avLst/>
        </a:prstGeom>
        <a:solidFill>
          <a:schemeClr val="lt1">
            <a:alpha val="90000"/>
            <a:hueOff val="0"/>
            <a:satOff val="0"/>
            <a:lumOff val="0"/>
            <a:alphaOff val="0"/>
          </a:schemeClr>
        </a:solidFill>
        <a:ln w="25400" cap="flat" cmpd="sng" algn="ctr">
          <a:solidFill>
            <a:srgbClr val="000000"/>
          </a:solidFill>
          <a:prstDash val="solid"/>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100000"/>
            </a:lnSpc>
            <a:spcBef>
              <a:spcPct val="0"/>
            </a:spcBef>
            <a:spcAft>
              <a:spcPct val="15000"/>
            </a:spcAft>
            <a:buChar char="••"/>
          </a:pPr>
          <a:r>
            <a:rPr lang="en-US" altLang="zh-CN" sz="2800" b="1" kern="12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MVC</a:t>
          </a:r>
          <a:r>
            <a:rPr lang="zh-CN" altLang="en-US" sz="2800" b="1" kern="12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模式</a:t>
          </a:r>
        </a:p>
      </dsp:txBody>
      <dsp:txXfrm rot="-5400000">
        <a:off x="887921" y="40270"/>
        <a:ext cx="7144302" cy="744391"/>
      </dsp:txXfrm>
    </dsp:sp>
    <dsp:sp modelId="{1CD270FC-0D0E-46C9-94C1-B006FD31B379}">
      <dsp:nvSpPr>
        <dsp:cNvPr id="0" name=""/>
        <dsp:cNvSpPr/>
      </dsp:nvSpPr>
      <dsp:spPr>
        <a:xfrm rot="5400000">
          <a:off x="-190268" y="1316710"/>
          <a:ext cx="1268458" cy="887921"/>
        </a:xfrm>
        <a:prstGeom prst="chevron">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en-US" altLang="zh-CN" sz="3200" b="1" kern="1200" dirty="0">
              <a:solidFill>
                <a:schemeClr val="bg1"/>
              </a:solidFill>
              <a:latin typeface="Bookman Old Style" pitchFamily="18" charset="0"/>
            </a:rPr>
            <a:t>2.</a:t>
          </a:r>
          <a:endParaRPr lang="zh-CN" altLang="en-US" sz="3200" b="1" kern="1200" dirty="0">
            <a:solidFill>
              <a:schemeClr val="bg1"/>
            </a:solidFill>
          </a:endParaRPr>
        </a:p>
      </dsp:txBody>
      <dsp:txXfrm rot="-5400000">
        <a:off x="1" y="1570403"/>
        <a:ext cx="887921" cy="380537"/>
      </dsp:txXfrm>
    </dsp:sp>
    <dsp:sp modelId="{E42D4482-0214-4877-9FE7-3ABBD9C091DC}">
      <dsp:nvSpPr>
        <dsp:cNvPr id="0" name=""/>
        <dsp:cNvSpPr/>
      </dsp:nvSpPr>
      <dsp:spPr>
        <a:xfrm rot="5400000">
          <a:off x="4067958" y="-2053595"/>
          <a:ext cx="824498" cy="7184572"/>
        </a:xfrm>
        <a:prstGeom prst="round2SameRect">
          <a:avLst/>
        </a:prstGeom>
        <a:solidFill>
          <a:schemeClr val="lt1">
            <a:alpha val="90000"/>
            <a:hueOff val="0"/>
            <a:satOff val="0"/>
            <a:lumOff val="0"/>
            <a:alphaOff val="0"/>
          </a:schemeClr>
        </a:solidFill>
        <a:ln w="25400" cap="flat" cmpd="sng" algn="ctr">
          <a:solidFill>
            <a:srgbClr val="FF0000"/>
          </a:solidFill>
          <a:prstDash val="solid"/>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Char char="••"/>
          </a:pPr>
          <a:r>
            <a:rPr lang="zh-CN" altLang="en-US" sz="2800" b="1" kern="12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发布</a:t>
          </a:r>
          <a:r>
            <a:rPr lang="en-US" altLang="zh-CN" sz="2800" b="1" kern="12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a:t>
          </a:r>
          <a:r>
            <a:rPr lang="zh-CN" altLang="en-US" sz="2800" b="1" kern="12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订阅模式</a:t>
          </a:r>
        </a:p>
      </dsp:txBody>
      <dsp:txXfrm rot="-5400000">
        <a:off x="887922" y="1166690"/>
        <a:ext cx="7144323" cy="744000"/>
      </dsp:txXfrm>
    </dsp:sp>
    <dsp:sp modelId="{E5D87EB8-17FC-4F77-8FD0-41FCEF1A044E}">
      <dsp:nvSpPr>
        <dsp:cNvPr id="0" name=""/>
        <dsp:cNvSpPr/>
      </dsp:nvSpPr>
      <dsp:spPr>
        <a:xfrm rot="5400000">
          <a:off x="-190268" y="2438837"/>
          <a:ext cx="1268458" cy="887921"/>
        </a:xfrm>
        <a:prstGeom prst="chevron">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en-US" altLang="zh-CN" sz="3200" b="1" kern="1200" dirty="0">
              <a:solidFill>
                <a:schemeClr val="bg1"/>
              </a:solidFill>
              <a:latin typeface="Bookman Old Style" pitchFamily="18" charset="0"/>
            </a:rPr>
            <a:t>3.</a:t>
          </a:r>
          <a:endParaRPr lang="zh-CN" altLang="en-US" sz="3200" b="1" kern="1200" dirty="0">
            <a:solidFill>
              <a:schemeClr val="bg1"/>
            </a:solidFill>
          </a:endParaRPr>
        </a:p>
      </dsp:txBody>
      <dsp:txXfrm rot="-5400000">
        <a:off x="1" y="2692530"/>
        <a:ext cx="887921" cy="380537"/>
      </dsp:txXfrm>
    </dsp:sp>
    <dsp:sp modelId="{F2241BE7-512D-490C-A1A6-51A96E019F1E}">
      <dsp:nvSpPr>
        <dsp:cNvPr id="0" name=""/>
        <dsp:cNvSpPr/>
      </dsp:nvSpPr>
      <dsp:spPr>
        <a:xfrm rot="5400000">
          <a:off x="4067958" y="-931468"/>
          <a:ext cx="824498" cy="7184572"/>
        </a:xfrm>
        <a:prstGeom prst="round2SameRect">
          <a:avLst/>
        </a:prstGeom>
        <a:solidFill>
          <a:schemeClr val="lt1">
            <a:alpha val="90000"/>
            <a:hueOff val="0"/>
            <a:satOff val="0"/>
            <a:lumOff val="0"/>
            <a:alphaOff val="0"/>
          </a:schemeClr>
        </a:solidFill>
        <a:ln w="25400" cap="flat" cmpd="sng" algn="ctr">
          <a:solidFill>
            <a:srgbClr val="000000"/>
          </a:solidFill>
          <a:prstDash val="solid"/>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Char char="••"/>
          </a:pPr>
          <a:r>
            <a:rPr lang="zh-CN" altLang="en-US" sz="2800" b="1" kern="12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微内核模式</a:t>
          </a:r>
        </a:p>
      </dsp:txBody>
      <dsp:txXfrm rot="-5400000">
        <a:off x="887922" y="2288817"/>
        <a:ext cx="7144323" cy="744000"/>
      </dsp:txXfrm>
    </dsp:sp>
    <dsp:sp modelId="{62AD4608-AD48-4F39-B0DB-DCA416D6216A}">
      <dsp:nvSpPr>
        <dsp:cNvPr id="0" name=""/>
        <dsp:cNvSpPr/>
      </dsp:nvSpPr>
      <dsp:spPr>
        <a:xfrm rot="5400000">
          <a:off x="-190268" y="3560964"/>
          <a:ext cx="1268458" cy="887921"/>
        </a:xfrm>
        <a:prstGeom prst="chevron">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en-US" altLang="zh-CN" sz="3200" b="1" kern="1200" dirty="0">
              <a:solidFill>
                <a:schemeClr val="bg1"/>
              </a:solidFill>
              <a:latin typeface="Bookman Old Style" pitchFamily="18" charset="0"/>
            </a:rPr>
            <a:t>4.</a:t>
          </a:r>
          <a:endParaRPr lang="zh-CN" altLang="en-US" sz="3200" b="1" kern="1200" dirty="0">
            <a:solidFill>
              <a:schemeClr val="bg1"/>
            </a:solidFill>
          </a:endParaRPr>
        </a:p>
      </dsp:txBody>
      <dsp:txXfrm rot="-5400000">
        <a:off x="1" y="3814657"/>
        <a:ext cx="887921" cy="380537"/>
      </dsp:txXfrm>
    </dsp:sp>
    <dsp:sp modelId="{8F544113-9CDF-4EB5-8CE1-A8C848FEBD67}">
      <dsp:nvSpPr>
        <dsp:cNvPr id="0" name=""/>
        <dsp:cNvSpPr/>
      </dsp:nvSpPr>
      <dsp:spPr>
        <a:xfrm rot="5400000">
          <a:off x="4067958" y="190658"/>
          <a:ext cx="824498" cy="7184572"/>
        </a:xfrm>
        <a:prstGeom prst="round2SameRect">
          <a:avLst/>
        </a:prstGeom>
        <a:solidFill>
          <a:schemeClr val="lt1">
            <a:alpha val="90000"/>
            <a:hueOff val="0"/>
            <a:satOff val="0"/>
            <a:lumOff val="0"/>
            <a:alphaOff val="0"/>
          </a:schemeClr>
        </a:solidFill>
        <a:ln w="25400" cap="flat" cmpd="sng" algn="ctr">
          <a:solidFill>
            <a:srgbClr val="000000"/>
          </a:solidFill>
          <a:prstDash val="solid"/>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Char char="••"/>
          </a:pPr>
          <a:r>
            <a:rPr lang="zh-CN" altLang="en-US" sz="2800" b="1" kern="12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反射模式</a:t>
          </a:r>
          <a:endParaRPr lang="zh-CN" altLang="en-US" sz="2800" kern="1200" dirty="0"/>
        </a:p>
      </dsp:txBody>
      <dsp:txXfrm rot="-5400000">
        <a:off x="887922" y="3410944"/>
        <a:ext cx="7144323" cy="744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538205-072E-4F20-AB05-3F47AC3F662E}">
      <dsp:nvSpPr>
        <dsp:cNvPr id="0" name=""/>
        <dsp:cNvSpPr/>
      </dsp:nvSpPr>
      <dsp:spPr>
        <a:xfrm>
          <a:off x="0" y="421393"/>
          <a:ext cx="3071824" cy="1228729"/>
        </a:xfrm>
        <a:prstGeom prst="leftRightRibbon">
          <a:avLst/>
        </a:prstGeom>
        <a:gradFill rotWithShape="0">
          <a:gsLst>
            <a:gs pos="0">
              <a:srgbClr val="000082"/>
            </a:gs>
            <a:gs pos="13000">
              <a:srgbClr val="0047FF"/>
            </a:gs>
            <a:gs pos="28000">
              <a:srgbClr val="000082"/>
            </a:gs>
            <a:gs pos="42999">
              <a:srgbClr val="0047FF"/>
            </a:gs>
            <a:gs pos="58000">
              <a:srgbClr val="000082"/>
            </a:gs>
            <a:gs pos="72000">
              <a:srgbClr val="0047FF"/>
            </a:gs>
            <a:gs pos="87000">
              <a:srgbClr val="000082"/>
            </a:gs>
            <a:gs pos="100000">
              <a:srgbClr val="0047FF"/>
            </a:gs>
          </a:gsLst>
          <a:lin ang="5400000" scaled="0"/>
        </a:gra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00746C9-E066-48DB-94AC-89F096EF92C1}">
      <dsp:nvSpPr>
        <dsp:cNvPr id="0" name=""/>
        <dsp:cNvSpPr/>
      </dsp:nvSpPr>
      <dsp:spPr>
        <a:xfrm>
          <a:off x="368618" y="636420"/>
          <a:ext cx="1013701" cy="602077"/>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96012" rIns="0" bIns="102870" numCol="1" spcCol="1270" anchor="ctr" anchorCtr="0">
          <a:noAutofit/>
        </a:bodyPr>
        <a:lstStyle/>
        <a:p>
          <a:pPr lvl="0" algn="ctr" defTabSz="1200150">
            <a:lnSpc>
              <a:spcPct val="90000"/>
            </a:lnSpc>
            <a:spcBef>
              <a:spcPct val="0"/>
            </a:spcBef>
            <a:spcAft>
              <a:spcPct val="35000"/>
            </a:spcAft>
          </a:pPr>
          <a:endParaRPr lang="zh-CN" altLang="en-US" sz="2700" kern="1200" dirty="0"/>
        </a:p>
      </dsp:txBody>
      <dsp:txXfrm>
        <a:off x="368618" y="636420"/>
        <a:ext cx="1013701" cy="602077"/>
      </dsp:txXfrm>
    </dsp:sp>
    <dsp:sp modelId="{E3E0A4C9-45D8-4102-BE0C-4106DC048B96}">
      <dsp:nvSpPr>
        <dsp:cNvPr id="0" name=""/>
        <dsp:cNvSpPr/>
      </dsp:nvSpPr>
      <dsp:spPr>
        <a:xfrm>
          <a:off x="1535912" y="833017"/>
          <a:ext cx="1198011" cy="602077"/>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96012" rIns="0" bIns="102870" numCol="1" spcCol="1270" anchor="ctr" anchorCtr="0">
          <a:noAutofit/>
        </a:bodyPr>
        <a:lstStyle/>
        <a:p>
          <a:pPr lvl="0" algn="ctr" defTabSz="1200150">
            <a:lnSpc>
              <a:spcPct val="90000"/>
            </a:lnSpc>
            <a:spcBef>
              <a:spcPct val="0"/>
            </a:spcBef>
            <a:spcAft>
              <a:spcPct val="35000"/>
            </a:spcAft>
          </a:pPr>
          <a:endParaRPr lang="zh-CN" altLang="en-US" sz="2700" kern="1200" dirty="0"/>
        </a:p>
      </dsp:txBody>
      <dsp:txXfrm>
        <a:off x="1535912" y="833017"/>
        <a:ext cx="1198011" cy="60207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6A44DA-DE6B-49CB-92A7-836A11042EDF}">
      <dsp:nvSpPr>
        <dsp:cNvPr id="0" name=""/>
        <dsp:cNvSpPr/>
      </dsp:nvSpPr>
      <dsp:spPr>
        <a:xfrm>
          <a:off x="0" y="0"/>
          <a:ext cx="7281022" cy="1101722"/>
        </a:xfrm>
        <a:prstGeom prst="roundRect">
          <a:avLst>
            <a:gd name="adj" fmla="val 10000"/>
          </a:avLst>
        </a:prstGeom>
        <a:solidFill>
          <a:schemeClr val="lt1">
            <a:hueOff val="0"/>
            <a:satOff val="0"/>
            <a:lumOff val="0"/>
            <a:alphaOff val="0"/>
          </a:schemeClr>
        </a:solidFill>
        <a:ln w="38100" cap="flat" cmpd="sng" algn="ctr">
          <a:solidFill>
            <a:schemeClr val="accent6">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100000"/>
            </a:lnSpc>
            <a:spcBef>
              <a:spcPct val="0"/>
            </a:spcBef>
            <a:spcAft>
              <a:spcPct val="35000"/>
            </a:spcAft>
          </a:pPr>
          <a:r>
            <a:rPr lang="zh-CN" altLang="en-US" sz="2800" b="1" kern="12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对象之间通过消息传递实现协作</a:t>
          </a:r>
        </a:p>
      </dsp:txBody>
      <dsp:txXfrm>
        <a:off x="32268" y="32268"/>
        <a:ext cx="6092178" cy="1037186"/>
      </dsp:txXfrm>
    </dsp:sp>
    <dsp:sp modelId="{93E7608A-A56F-4359-9EC2-DABB2CCF402C}">
      <dsp:nvSpPr>
        <dsp:cNvPr id="0" name=""/>
        <dsp:cNvSpPr/>
      </dsp:nvSpPr>
      <dsp:spPr>
        <a:xfrm>
          <a:off x="642443" y="1285342"/>
          <a:ext cx="7281022" cy="1101722"/>
        </a:xfrm>
        <a:prstGeom prst="roundRect">
          <a:avLst>
            <a:gd name="adj" fmla="val 10000"/>
          </a:avLst>
        </a:prstGeom>
        <a:solidFill>
          <a:schemeClr val="lt1">
            <a:hueOff val="0"/>
            <a:satOff val="0"/>
            <a:lumOff val="0"/>
            <a:alphaOff val="0"/>
          </a:schemeClr>
        </a:solidFill>
        <a:ln w="38100" cap="flat" cmpd="sng" algn="ctr">
          <a:solidFill>
            <a:schemeClr val="accent6">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100000"/>
            </a:lnSpc>
            <a:spcBef>
              <a:spcPct val="0"/>
            </a:spcBef>
            <a:spcAft>
              <a:spcPct val="35000"/>
            </a:spcAft>
          </a:pPr>
          <a:r>
            <a:rPr lang="zh-CN" altLang="en-US" sz="2800" b="1" kern="12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必须向目标对象发送消息</a:t>
          </a:r>
        </a:p>
      </dsp:txBody>
      <dsp:txXfrm>
        <a:off x="674711" y="1317610"/>
        <a:ext cx="5857923" cy="1037186"/>
      </dsp:txXfrm>
    </dsp:sp>
    <dsp:sp modelId="{21D16232-4E43-47C4-9404-E16197B07EC8}">
      <dsp:nvSpPr>
        <dsp:cNvPr id="0" name=""/>
        <dsp:cNvSpPr/>
      </dsp:nvSpPr>
      <dsp:spPr>
        <a:xfrm>
          <a:off x="1284886" y="2570685"/>
          <a:ext cx="7281022" cy="1101722"/>
        </a:xfrm>
        <a:prstGeom prst="roundRect">
          <a:avLst>
            <a:gd name="adj" fmla="val 10000"/>
          </a:avLst>
        </a:prstGeom>
        <a:solidFill>
          <a:schemeClr val="lt1">
            <a:hueOff val="0"/>
            <a:satOff val="0"/>
            <a:lumOff val="0"/>
            <a:alphaOff val="0"/>
          </a:schemeClr>
        </a:solidFill>
        <a:ln w="38100" cap="flat" cmpd="sng" algn="ctr">
          <a:solidFill>
            <a:schemeClr val="accent6">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100000"/>
            </a:lnSpc>
            <a:spcBef>
              <a:spcPct val="0"/>
            </a:spcBef>
            <a:spcAft>
              <a:spcPct val="35000"/>
            </a:spcAft>
          </a:pPr>
          <a:r>
            <a:rPr lang="zh-CN" altLang="en-US" sz="2800" b="1" kern="12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必须 基于具体类创建目标对象 或者</a:t>
          </a:r>
          <a:r>
            <a:rPr lang="en-US" altLang="zh-CN" sz="2800" b="1" kern="12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  </a:t>
          </a:r>
          <a:r>
            <a:rPr lang="zh-CN" altLang="en-US" sz="2800" b="1" kern="12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获取目标对象</a:t>
          </a:r>
        </a:p>
      </dsp:txBody>
      <dsp:txXfrm>
        <a:off x="1317154" y="2602953"/>
        <a:ext cx="5857923" cy="1037186"/>
      </dsp:txXfrm>
    </dsp:sp>
    <dsp:sp modelId="{F22E8328-337B-4443-B500-39B0719C2F55}">
      <dsp:nvSpPr>
        <dsp:cNvPr id="0" name=""/>
        <dsp:cNvSpPr/>
      </dsp:nvSpPr>
      <dsp:spPr>
        <a:xfrm>
          <a:off x="6564903" y="835472"/>
          <a:ext cx="716119" cy="716119"/>
        </a:xfrm>
        <a:prstGeom prst="downArrow">
          <a:avLst>
            <a:gd name="adj1" fmla="val 55000"/>
            <a:gd name="adj2" fmla="val 45000"/>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lvl="0" algn="ctr" defTabSz="1333500">
            <a:lnSpc>
              <a:spcPct val="90000"/>
            </a:lnSpc>
            <a:spcBef>
              <a:spcPct val="0"/>
            </a:spcBef>
            <a:spcAft>
              <a:spcPct val="35000"/>
            </a:spcAft>
          </a:pPr>
          <a:endParaRPr lang="zh-CN" altLang="en-US" sz="3000" kern="1200"/>
        </a:p>
      </dsp:txBody>
      <dsp:txXfrm>
        <a:off x="6726030" y="835472"/>
        <a:ext cx="393865" cy="538880"/>
      </dsp:txXfrm>
    </dsp:sp>
    <dsp:sp modelId="{F52976FE-5F58-442A-B51A-25A3BA08B17C}">
      <dsp:nvSpPr>
        <dsp:cNvPr id="0" name=""/>
        <dsp:cNvSpPr/>
      </dsp:nvSpPr>
      <dsp:spPr>
        <a:xfrm>
          <a:off x="7207346" y="2113470"/>
          <a:ext cx="716119" cy="716119"/>
        </a:xfrm>
        <a:prstGeom prst="downArrow">
          <a:avLst>
            <a:gd name="adj1" fmla="val 55000"/>
            <a:gd name="adj2" fmla="val 45000"/>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lvl="0" algn="ctr" defTabSz="1333500">
            <a:lnSpc>
              <a:spcPct val="90000"/>
            </a:lnSpc>
            <a:spcBef>
              <a:spcPct val="0"/>
            </a:spcBef>
            <a:spcAft>
              <a:spcPct val="35000"/>
            </a:spcAft>
          </a:pPr>
          <a:endParaRPr lang="zh-CN" altLang="en-US" sz="3000" kern="1200"/>
        </a:p>
      </dsp:txBody>
      <dsp:txXfrm>
        <a:off x="7368473" y="2113470"/>
        <a:ext cx="393865" cy="53888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951282-11D0-4E12-8194-058A51A7A440}">
      <dsp:nvSpPr>
        <dsp:cNvPr id="0" name=""/>
        <dsp:cNvSpPr/>
      </dsp:nvSpPr>
      <dsp:spPr>
        <a:xfrm rot="5400000">
          <a:off x="-190268" y="194583"/>
          <a:ext cx="1268458" cy="887921"/>
        </a:xfrm>
        <a:prstGeom prst="chevron">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en-US" altLang="zh-CN" sz="3200" b="1" kern="1200" dirty="0">
              <a:solidFill>
                <a:schemeClr val="bg1"/>
              </a:solidFill>
              <a:latin typeface="Bookman Old Style" pitchFamily="18" charset="0"/>
            </a:rPr>
            <a:t>1.</a:t>
          </a:r>
          <a:endParaRPr lang="zh-CN" altLang="en-US" sz="3200" b="1" kern="1200" dirty="0">
            <a:solidFill>
              <a:schemeClr val="bg1"/>
            </a:solidFill>
            <a:latin typeface="Bookman Old Style" pitchFamily="18" charset="0"/>
          </a:endParaRPr>
        </a:p>
      </dsp:txBody>
      <dsp:txXfrm rot="-5400000">
        <a:off x="1" y="448276"/>
        <a:ext cx="887921" cy="380537"/>
      </dsp:txXfrm>
    </dsp:sp>
    <dsp:sp modelId="{9DBCE2B9-9409-4633-ADB2-B050AF9380EE}">
      <dsp:nvSpPr>
        <dsp:cNvPr id="0" name=""/>
        <dsp:cNvSpPr/>
      </dsp:nvSpPr>
      <dsp:spPr>
        <a:xfrm rot="5400000">
          <a:off x="4067741" y="-3179820"/>
          <a:ext cx="824931" cy="7184572"/>
        </a:xfrm>
        <a:prstGeom prst="round2SameRect">
          <a:avLst/>
        </a:prstGeom>
        <a:solidFill>
          <a:schemeClr val="lt1">
            <a:alpha val="90000"/>
            <a:hueOff val="0"/>
            <a:satOff val="0"/>
            <a:lumOff val="0"/>
            <a:alphaOff val="0"/>
          </a:schemeClr>
        </a:solidFill>
        <a:ln w="25400" cap="flat" cmpd="sng" algn="ctr">
          <a:solidFill>
            <a:srgbClr val="000000"/>
          </a:solidFill>
          <a:prstDash val="solid"/>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100000"/>
            </a:lnSpc>
            <a:spcBef>
              <a:spcPct val="0"/>
            </a:spcBef>
            <a:spcAft>
              <a:spcPct val="15000"/>
            </a:spcAft>
            <a:buChar char="••"/>
          </a:pPr>
          <a:r>
            <a:rPr lang="zh-CN" altLang="en-US" sz="2800" b="1" kern="12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早期的</a:t>
          </a:r>
          <a:r>
            <a:rPr lang="en-US" altLang="zh-CN" sz="2800" b="1" kern="12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Java GUI</a:t>
          </a:r>
          <a:r>
            <a:rPr lang="zh-CN" altLang="en-US" sz="2800" b="1" kern="12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事件模型</a:t>
          </a:r>
        </a:p>
      </dsp:txBody>
      <dsp:txXfrm rot="-5400000">
        <a:off x="887921" y="40270"/>
        <a:ext cx="7144302" cy="744391"/>
      </dsp:txXfrm>
    </dsp:sp>
    <dsp:sp modelId="{1CD270FC-0D0E-46C9-94C1-B006FD31B379}">
      <dsp:nvSpPr>
        <dsp:cNvPr id="0" name=""/>
        <dsp:cNvSpPr/>
      </dsp:nvSpPr>
      <dsp:spPr>
        <a:xfrm rot="5400000">
          <a:off x="-190268" y="1316710"/>
          <a:ext cx="1268458" cy="887921"/>
        </a:xfrm>
        <a:prstGeom prst="chevron">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en-US" altLang="zh-CN" sz="3200" b="1" kern="1200" dirty="0">
              <a:solidFill>
                <a:schemeClr val="bg1"/>
              </a:solidFill>
              <a:latin typeface="Bookman Old Style" pitchFamily="18" charset="0"/>
            </a:rPr>
            <a:t>2.</a:t>
          </a:r>
          <a:endParaRPr lang="zh-CN" altLang="en-US" sz="3200" b="1" kern="1200" dirty="0">
            <a:solidFill>
              <a:schemeClr val="bg1"/>
            </a:solidFill>
          </a:endParaRPr>
        </a:p>
      </dsp:txBody>
      <dsp:txXfrm rot="-5400000">
        <a:off x="1" y="1570403"/>
        <a:ext cx="887921" cy="380537"/>
      </dsp:txXfrm>
    </dsp:sp>
    <dsp:sp modelId="{E42D4482-0214-4877-9FE7-3ABBD9C091DC}">
      <dsp:nvSpPr>
        <dsp:cNvPr id="0" name=""/>
        <dsp:cNvSpPr/>
      </dsp:nvSpPr>
      <dsp:spPr>
        <a:xfrm rot="5400000">
          <a:off x="4067958" y="-2053595"/>
          <a:ext cx="824498" cy="7184572"/>
        </a:xfrm>
        <a:prstGeom prst="round2SameRect">
          <a:avLst/>
        </a:prstGeom>
        <a:solidFill>
          <a:schemeClr val="lt1">
            <a:alpha val="90000"/>
            <a:hueOff val="0"/>
            <a:satOff val="0"/>
            <a:lumOff val="0"/>
            <a:alphaOff val="0"/>
          </a:schemeClr>
        </a:solidFill>
        <a:ln w="25400" cap="flat" cmpd="sng" algn="ctr">
          <a:solidFill>
            <a:schemeClr val="accent4"/>
          </a:solidFill>
          <a:prstDash val="solid"/>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Char char="••"/>
          </a:pPr>
          <a:r>
            <a:rPr lang="zh-CN" altLang="en-US" sz="2800" b="1" kern="12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问题何在？</a:t>
          </a:r>
        </a:p>
      </dsp:txBody>
      <dsp:txXfrm rot="-5400000">
        <a:off x="887922" y="1166690"/>
        <a:ext cx="7144323" cy="744000"/>
      </dsp:txXfrm>
    </dsp:sp>
    <dsp:sp modelId="{E5D87EB8-17FC-4F77-8FD0-41FCEF1A044E}">
      <dsp:nvSpPr>
        <dsp:cNvPr id="0" name=""/>
        <dsp:cNvSpPr/>
      </dsp:nvSpPr>
      <dsp:spPr>
        <a:xfrm rot="5400000">
          <a:off x="-190268" y="2438837"/>
          <a:ext cx="1268458" cy="887921"/>
        </a:xfrm>
        <a:prstGeom prst="chevron">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en-US" altLang="zh-CN" sz="3200" b="1" kern="1200" dirty="0">
              <a:solidFill>
                <a:schemeClr val="bg1"/>
              </a:solidFill>
              <a:latin typeface="Bookman Old Style" pitchFamily="18" charset="0"/>
            </a:rPr>
            <a:t>3.</a:t>
          </a:r>
          <a:endParaRPr lang="zh-CN" altLang="en-US" sz="3200" b="1" kern="1200" dirty="0">
            <a:solidFill>
              <a:schemeClr val="bg1"/>
            </a:solidFill>
          </a:endParaRPr>
        </a:p>
      </dsp:txBody>
      <dsp:txXfrm rot="-5400000">
        <a:off x="1" y="2692530"/>
        <a:ext cx="887921" cy="380537"/>
      </dsp:txXfrm>
    </dsp:sp>
    <dsp:sp modelId="{F2241BE7-512D-490C-A1A6-51A96E019F1E}">
      <dsp:nvSpPr>
        <dsp:cNvPr id="0" name=""/>
        <dsp:cNvSpPr/>
      </dsp:nvSpPr>
      <dsp:spPr>
        <a:xfrm rot="5400000">
          <a:off x="4067958" y="-931468"/>
          <a:ext cx="824498" cy="7184572"/>
        </a:xfrm>
        <a:prstGeom prst="round2SameRect">
          <a:avLst/>
        </a:prstGeom>
        <a:solidFill>
          <a:schemeClr val="lt1">
            <a:alpha val="90000"/>
            <a:hueOff val="0"/>
            <a:satOff val="0"/>
            <a:lumOff val="0"/>
            <a:alphaOff val="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Char char="••"/>
          </a:pPr>
          <a:r>
            <a:rPr lang="zh-CN" altLang="en-US" sz="2800" b="1" kern="12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改进方案</a:t>
          </a:r>
        </a:p>
      </dsp:txBody>
      <dsp:txXfrm rot="-5400000">
        <a:off x="887922" y="2288817"/>
        <a:ext cx="7144323" cy="744000"/>
      </dsp:txXfrm>
    </dsp:sp>
    <dsp:sp modelId="{5129D863-9DC5-4BB4-B3BF-6F7B813F7351}">
      <dsp:nvSpPr>
        <dsp:cNvPr id="0" name=""/>
        <dsp:cNvSpPr/>
      </dsp:nvSpPr>
      <dsp:spPr>
        <a:xfrm rot="5400000">
          <a:off x="-190268" y="3560964"/>
          <a:ext cx="1268458" cy="887921"/>
        </a:xfrm>
        <a:prstGeom prst="chevron">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en-US" altLang="zh-CN" sz="3200" b="1" kern="1200" dirty="0">
              <a:solidFill>
                <a:schemeClr val="bg1"/>
              </a:solidFill>
              <a:latin typeface="Bookman Old Style" pitchFamily="18" charset="0"/>
            </a:rPr>
            <a:t>4.</a:t>
          </a:r>
          <a:endParaRPr lang="zh-CN" altLang="en-US" sz="3200" b="1" kern="1200" dirty="0">
            <a:solidFill>
              <a:schemeClr val="bg1"/>
            </a:solidFill>
          </a:endParaRPr>
        </a:p>
      </dsp:txBody>
      <dsp:txXfrm rot="-5400000">
        <a:off x="1" y="3814657"/>
        <a:ext cx="887921" cy="380537"/>
      </dsp:txXfrm>
    </dsp:sp>
    <dsp:sp modelId="{2EF121AA-95B3-4CA9-9730-C5CB31DF8A99}">
      <dsp:nvSpPr>
        <dsp:cNvPr id="0" name=""/>
        <dsp:cNvSpPr/>
      </dsp:nvSpPr>
      <dsp:spPr>
        <a:xfrm rot="5400000">
          <a:off x="4067958" y="190658"/>
          <a:ext cx="824498" cy="7184572"/>
        </a:xfrm>
        <a:prstGeom prst="round2SameRect">
          <a:avLst/>
        </a:prstGeom>
        <a:solidFill>
          <a:schemeClr val="lt1">
            <a:alpha val="90000"/>
            <a:hueOff val="0"/>
            <a:satOff val="0"/>
            <a:lumOff val="0"/>
            <a:alphaOff val="0"/>
          </a:schemeClr>
        </a:solidFill>
        <a:ln w="25400" cap="flat" cmpd="sng" algn="ctr">
          <a:solidFill>
            <a:srgbClr val="000000"/>
          </a:solidFill>
          <a:prstDash val="solid"/>
        </a:ln>
        <a:effectLst/>
      </dsp:spPr>
      <dsp:style>
        <a:lnRef idx="2">
          <a:scrgbClr r="0" g="0" b="0"/>
        </a:lnRef>
        <a:fillRef idx="1">
          <a:scrgbClr r="0" g="0" b="0"/>
        </a:fillRef>
        <a:effectRef idx="0">
          <a:scrgbClr r="0" g="0" b="0"/>
        </a:effectRef>
        <a:fontRef idx="minor"/>
      </dsp:style>
      <dsp:txBody>
        <a:bodyPr spcFirstLastPara="0" vert="horz" wrap="square" lIns="184912" tIns="16510" rIns="16510" bIns="16510" numCol="1" spcCol="1270" anchor="ctr" anchorCtr="0">
          <a:noAutofit/>
        </a:bodyPr>
        <a:lstStyle/>
        <a:p>
          <a:pPr marL="228600" lvl="1" indent="-228600" algn="l" defTabSz="1155700">
            <a:lnSpc>
              <a:spcPct val="90000"/>
            </a:lnSpc>
            <a:spcBef>
              <a:spcPct val="0"/>
            </a:spcBef>
            <a:spcAft>
              <a:spcPct val="15000"/>
            </a:spcAft>
            <a:buChar char="••"/>
          </a:pPr>
          <a:r>
            <a:rPr lang="zh-CN" altLang="en-US" sz="2600" b="1" kern="12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扩充方案：简单而且优雅的松耦合的交互机制</a:t>
          </a:r>
        </a:p>
      </dsp:txBody>
      <dsp:txXfrm rot="-5400000">
        <a:off x="887922" y="3410944"/>
        <a:ext cx="7144323" cy="7440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951282-11D0-4E12-8194-058A51A7A440}">
      <dsp:nvSpPr>
        <dsp:cNvPr id="0" name=""/>
        <dsp:cNvSpPr/>
      </dsp:nvSpPr>
      <dsp:spPr>
        <a:xfrm rot="5400000">
          <a:off x="-190268" y="194583"/>
          <a:ext cx="1268458" cy="887921"/>
        </a:xfrm>
        <a:prstGeom prst="chevron">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en-US" altLang="zh-CN" sz="3200" b="1" kern="1200" dirty="0">
              <a:solidFill>
                <a:schemeClr val="bg1"/>
              </a:solidFill>
              <a:latin typeface="Bookman Old Style" pitchFamily="18" charset="0"/>
            </a:rPr>
            <a:t>1.</a:t>
          </a:r>
          <a:endParaRPr lang="zh-CN" altLang="en-US" sz="3200" b="1" kern="1200" dirty="0">
            <a:solidFill>
              <a:schemeClr val="bg1"/>
            </a:solidFill>
            <a:latin typeface="Bookman Old Style" pitchFamily="18" charset="0"/>
          </a:endParaRPr>
        </a:p>
      </dsp:txBody>
      <dsp:txXfrm rot="-5400000">
        <a:off x="1" y="448276"/>
        <a:ext cx="887921" cy="380537"/>
      </dsp:txXfrm>
    </dsp:sp>
    <dsp:sp modelId="{9DBCE2B9-9409-4633-ADB2-B050AF9380EE}">
      <dsp:nvSpPr>
        <dsp:cNvPr id="0" name=""/>
        <dsp:cNvSpPr/>
      </dsp:nvSpPr>
      <dsp:spPr>
        <a:xfrm rot="5400000">
          <a:off x="4067741" y="-3179820"/>
          <a:ext cx="824931" cy="7184572"/>
        </a:xfrm>
        <a:prstGeom prst="round2SameRect">
          <a:avLst/>
        </a:prstGeom>
        <a:solidFill>
          <a:schemeClr val="lt1">
            <a:alpha val="90000"/>
            <a:hueOff val="0"/>
            <a:satOff val="0"/>
            <a:lumOff val="0"/>
            <a:alphaOff val="0"/>
          </a:schemeClr>
        </a:solidFill>
        <a:ln w="25400" cap="flat" cmpd="sng" algn="ctr">
          <a:solidFill>
            <a:srgbClr val="000000"/>
          </a:solidFill>
          <a:prstDash val="solid"/>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100000"/>
            </a:lnSpc>
            <a:spcBef>
              <a:spcPct val="0"/>
            </a:spcBef>
            <a:spcAft>
              <a:spcPct val="15000"/>
            </a:spcAft>
            <a:buChar char="••"/>
          </a:pPr>
          <a:r>
            <a:rPr lang="zh-CN" altLang="en-US" sz="2800" b="1" kern="12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早期的</a:t>
          </a:r>
          <a:r>
            <a:rPr lang="en-US" altLang="zh-CN" sz="2800" b="1" kern="12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Java GUI</a:t>
          </a:r>
          <a:r>
            <a:rPr lang="zh-CN" altLang="en-US" sz="2800" b="1" kern="12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事件模型</a:t>
          </a:r>
        </a:p>
      </dsp:txBody>
      <dsp:txXfrm rot="-5400000">
        <a:off x="887921" y="40270"/>
        <a:ext cx="7144302" cy="744391"/>
      </dsp:txXfrm>
    </dsp:sp>
    <dsp:sp modelId="{1CD270FC-0D0E-46C9-94C1-B006FD31B379}">
      <dsp:nvSpPr>
        <dsp:cNvPr id="0" name=""/>
        <dsp:cNvSpPr/>
      </dsp:nvSpPr>
      <dsp:spPr>
        <a:xfrm rot="5400000">
          <a:off x="-190268" y="1316710"/>
          <a:ext cx="1268458" cy="887921"/>
        </a:xfrm>
        <a:prstGeom prst="chevron">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en-US" altLang="zh-CN" sz="3200" b="1" kern="1200" dirty="0">
              <a:solidFill>
                <a:schemeClr val="bg1"/>
              </a:solidFill>
              <a:latin typeface="Bookman Old Style" pitchFamily="18" charset="0"/>
            </a:rPr>
            <a:t>2.</a:t>
          </a:r>
          <a:endParaRPr lang="zh-CN" altLang="en-US" sz="3200" b="1" kern="1200" dirty="0">
            <a:solidFill>
              <a:schemeClr val="bg1"/>
            </a:solidFill>
          </a:endParaRPr>
        </a:p>
      </dsp:txBody>
      <dsp:txXfrm rot="-5400000">
        <a:off x="1" y="1570403"/>
        <a:ext cx="887921" cy="380537"/>
      </dsp:txXfrm>
    </dsp:sp>
    <dsp:sp modelId="{E42D4482-0214-4877-9FE7-3ABBD9C091DC}">
      <dsp:nvSpPr>
        <dsp:cNvPr id="0" name=""/>
        <dsp:cNvSpPr/>
      </dsp:nvSpPr>
      <dsp:spPr>
        <a:xfrm rot="5400000">
          <a:off x="4067958" y="-2053595"/>
          <a:ext cx="824498" cy="7184572"/>
        </a:xfrm>
        <a:prstGeom prst="round2SameRect">
          <a:avLst/>
        </a:prstGeom>
        <a:solidFill>
          <a:schemeClr val="lt1">
            <a:alpha val="90000"/>
            <a:hueOff val="0"/>
            <a:satOff val="0"/>
            <a:lumOff val="0"/>
            <a:alphaOff val="0"/>
          </a:schemeClr>
        </a:solidFill>
        <a:ln w="25400" cap="flat" cmpd="sng" algn="ctr">
          <a:solidFill>
            <a:schemeClr val="accent4"/>
          </a:solidFill>
          <a:prstDash val="solid"/>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Char char="••"/>
          </a:pPr>
          <a:r>
            <a:rPr lang="zh-CN" altLang="en-US" sz="2800" b="1" kern="12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问题何在？</a:t>
          </a:r>
        </a:p>
      </dsp:txBody>
      <dsp:txXfrm rot="-5400000">
        <a:off x="887922" y="1166690"/>
        <a:ext cx="7144323" cy="744000"/>
      </dsp:txXfrm>
    </dsp:sp>
    <dsp:sp modelId="{E5D87EB8-17FC-4F77-8FD0-41FCEF1A044E}">
      <dsp:nvSpPr>
        <dsp:cNvPr id="0" name=""/>
        <dsp:cNvSpPr/>
      </dsp:nvSpPr>
      <dsp:spPr>
        <a:xfrm rot="5400000">
          <a:off x="-190268" y="2438837"/>
          <a:ext cx="1268458" cy="887921"/>
        </a:xfrm>
        <a:prstGeom prst="chevron">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en-US" altLang="zh-CN" sz="3200" b="1" kern="1200" dirty="0">
              <a:solidFill>
                <a:schemeClr val="bg1"/>
              </a:solidFill>
              <a:latin typeface="Bookman Old Style" pitchFamily="18" charset="0"/>
            </a:rPr>
            <a:t>3.</a:t>
          </a:r>
          <a:endParaRPr lang="zh-CN" altLang="en-US" sz="3200" b="1" kern="1200" dirty="0">
            <a:solidFill>
              <a:schemeClr val="bg1"/>
            </a:solidFill>
          </a:endParaRPr>
        </a:p>
      </dsp:txBody>
      <dsp:txXfrm rot="-5400000">
        <a:off x="1" y="2692530"/>
        <a:ext cx="887921" cy="380537"/>
      </dsp:txXfrm>
    </dsp:sp>
    <dsp:sp modelId="{F2241BE7-512D-490C-A1A6-51A96E019F1E}">
      <dsp:nvSpPr>
        <dsp:cNvPr id="0" name=""/>
        <dsp:cNvSpPr/>
      </dsp:nvSpPr>
      <dsp:spPr>
        <a:xfrm rot="5400000">
          <a:off x="4067958" y="-931468"/>
          <a:ext cx="824498" cy="7184572"/>
        </a:xfrm>
        <a:prstGeom prst="round2SameRect">
          <a:avLst/>
        </a:prstGeom>
        <a:solidFill>
          <a:schemeClr val="lt1">
            <a:alpha val="90000"/>
            <a:hueOff val="0"/>
            <a:satOff val="0"/>
            <a:lumOff val="0"/>
            <a:alphaOff val="0"/>
          </a:schemeClr>
        </a:solidFill>
        <a:ln w="50800" cap="flat" cmpd="sng" algn="ctr">
          <a:solidFill>
            <a:srgbClr val="FF0000"/>
          </a:solidFill>
          <a:prstDash val="solid"/>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Char char="••"/>
          </a:pPr>
          <a:r>
            <a:rPr lang="zh-CN" altLang="en-US" sz="2800" b="1" kern="12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改进方案</a:t>
          </a:r>
        </a:p>
      </dsp:txBody>
      <dsp:txXfrm rot="-5400000">
        <a:off x="887922" y="2288817"/>
        <a:ext cx="7144323" cy="744000"/>
      </dsp:txXfrm>
    </dsp:sp>
    <dsp:sp modelId="{5129D863-9DC5-4BB4-B3BF-6F7B813F7351}">
      <dsp:nvSpPr>
        <dsp:cNvPr id="0" name=""/>
        <dsp:cNvSpPr/>
      </dsp:nvSpPr>
      <dsp:spPr>
        <a:xfrm rot="5400000">
          <a:off x="-190268" y="3560964"/>
          <a:ext cx="1268458" cy="887921"/>
        </a:xfrm>
        <a:prstGeom prst="chevron">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en-US" altLang="zh-CN" sz="3200" b="1" kern="1200" dirty="0">
              <a:solidFill>
                <a:schemeClr val="bg1"/>
              </a:solidFill>
              <a:latin typeface="Bookman Old Style" pitchFamily="18" charset="0"/>
            </a:rPr>
            <a:t>4.</a:t>
          </a:r>
          <a:endParaRPr lang="zh-CN" altLang="en-US" sz="3200" b="1" kern="1200" dirty="0">
            <a:solidFill>
              <a:schemeClr val="bg1"/>
            </a:solidFill>
          </a:endParaRPr>
        </a:p>
      </dsp:txBody>
      <dsp:txXfrm rot="-5400000">
        <a:off x="1" y="3814657"/>
        <a:ext cx="887921" cy="380537"/>
      </dsp:txXfrm>
    </dsp:sp>
    <dsp:sp modelId="{2EF121AA-95B3-4CA9-9730-C5CB31DF8A99}">
      <dsp:nvSpPr>
        <dsp:cNvPr id="0" name=""/>
        <dsp:cNvSpPr/>
      </dsp:nvSpPr>
      <dsp:spPr>
        <a:xfrm rot="5400000">
          <a:off x="4067958" y="190658"/>
          <a:ext cx="824498" cy="7184572"/>
        </a:xfrm>
        <a:prstGeom prst="round2SameRect">
          <a:avLst/>
        </a:prstGeom>
        <a:solidFill>
          <a:schemeClr val="lt1">
            <a:alpha val="90000"/>
            <a:hueOff val="0"/>
            <a:satOff val="0"/>
            <a:lumOff val="0"/>
            <a:alphaOff val="0"/>
          </a:schemeClr>
        </a:solidFill>
        <a:ln w="25400" cap="flat" cmpd="sng" algn="ctr">
          <a:solidFill>
            <a:srgbClr val="000000"/>
          </a:solidFill>
          <a:prstDash val="solid"/>
        </a:ln>
        <a:effectLst/>
      </dsp:spPr>
      <dsp:style>
        <a:lnRef idx="2">
          <a:scrgbClr r="0" g="0" b="0"/>
        </a:lnRef>
        <a:fillRef idx="1">
          <a:scrgbClr r="0" g="0" b="0"/>
        </a:fillRef>
        <a:effectRef idx="0">
          <a:scrgbClr r="0" g="0" b="0"/>
        </a:effectRef>
        <a:fontRef idx="minor"/>
      </dsp:style>
      <dsp:txBody>
        <a:bodyPr spcFirstLastPara="0" vert="horz" wrap="square" lIns="184912" tIns="16510" rIns="16510" bIns="16510" numCol="1" spcCol="1270" anchor="ctr" anchorCtr="0">
          <a:noAutofit/>
        </a:bodyPr>
        <a:lstStyle/>
        <a:p>
          <a:pPr marL="228600" lvl="1" indent="-228600" algn="l" defTabSz="1155700">
            <a:lnSpc>
              <a:spcPct val="90000"/>
            </a:lnSpc>
            <a:spcBef>
              <a:spcPct val="0"/>
            </a:spcBef>
            <a:spcAft>
              <a:spcPct val="15000"/>
            </a:spcAft>
            <a:buChar char="••"/>
          </a:pPr>
          <a:r>
            <a:rPr lang="zh-CN" altLang="en-US" sz="2600" b="1" kern="12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扩充方案：简单而且优雅的松耦合的交互机制</a:t>
          </a:r>
        </a:p>
      </dsp:txBody>
      <dsp:txXfrm rot="-5400000">
        <a:off x="887922" y="3410944"/>
        <a:ext cx="7144323" cy="7440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CF6EF3-0DC0-4CBB-B3BA-6899F0835A24}">
      <dsp:nvSpPr>
        <dsp:cNvPr id="0" name=""/>
        <dsp:cNvSpPr/>
      </dsp:nvSpPr>
      <dsp:spPr>
        <a:xfrm>
          <a:off x="0" y="1983684"/>
          <a:ext cx="4788594" cy="651089"/>
        </a:xfrm>
        <a:prstGeom prst="rect">
          <a:avLst/>
        </a:prstGeom>
        <a:solidFill>
          <a:schemeClr val="tx1">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912" tIns="184912" rIns="184912" bIns="184912" numCol="1" spcCol="1270" anchor="ctr" anchorCtr="0">
          <a:noAutofit/>
        </a:bodyPr>
        <a:lstStyle/>
        <a:p>
          <a:pPr lvl="0" algn="l" defTabSz="1155700">
            <a:lnSpc>
              <a:spcPct val="90000"/>
            </a:lnSpc>
            <a:spcBef>
              <a:spcPct val="0"/>
            </a:spcBef>
            <a:spcAft>
              <a:spcPct val="35000"/>
            </a:spcAft>
          </a:pPr>
          <a:r>
            <a:rPr kumimoji="1" lang="en-US" altLang="zh-CN" sz="2600" b="1" kern="1200" dirty="0">
              <a:solidFill>
                <a:schemeClr val="bg1"/>
              </a:solidFill>
              <a:latin typeface="Bookman Old Style" pitchFamily="18" charset="0"/>
              <a:ea typeface="楷体_GB2312" pitchFamily="49" charset="-122"/>
              <a:cs typeface="+mn-cs"/>
            </a:rPr>
            <a:t>3. </a:t>
          </a:r>
          <a:r>
            <a:rPr kumimoji="1" lang="zh-CN" altLang="en-US" sz="2600" b="1" kern="1200" dirty="0">
              <a:solidFill>
                <a:schemeClr val="bg1"/>
              </a:solidFill>
              <a:latin typeface="微软雅黑" pitchFamily="34" charset="-122"/>
              <a:ea typeface="微软雅黑" pitchFamily="34" charset="-122"/>
              <a:cs typeface="+mn-cs"/>
            </a:rPr>
            <a:t>发送事件</a:t>
          </a:r>
        </a:p>
      </dsp:txBody>
      <dsp:txXfrm>
        <a:off x="0" y="1983684"/>
        <a:ext cx="4788594" cy="651089"/>
      </dsp:txXfrm>
    </dsp:sp>
    <dsp:sp modelId="{003463B4-F84A-446D-B655-60F4997BA54B}">
      <dsp:nvSpPr>
        <dsp:cNvPr id="0" name=""/>
        <dsp:cNvSpPr/>
      </dsp:nvSpPr>
      <dsp:spPr>
        <a:xfrm rot="10800000">
          <a:off x="0" y="992075"/>
          <a:ext cx="4788594" cy="1001375"/>
        </a:xfrm>
        <a:prstGeom prst="upArrowCallout">
          <a:avLst/>
        </a:prstGeom>
        <a:solidFill>
          <a:schemeClr val="tx1">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lvl="0" algn="l" defTabSz="1066800">
            <a:lnSpc>
              <a:spcPct val="90000"/>
            </a:lnSpc>
            <a:spcBef>
              <a:spcPct val="0"/>
            </a:spcBef>
            <a:spcAft>
              <a:spcPct val="35000"/>
            </a:spcAft>
          </a:pPr>
          <a:r>
            <a:rPr kumimoji="1" lang="en-US" altLang="zh-CN" sz="2400" b="1" kern="1200" dirty="0">
              <a:solidFill>
                <a:schemeClr val="bg1"/>
              </a:solidFill>
              <a:latin typeface="Bookman Old Style" pitchFamily="18" charset="0"/>
              <a:ea typeface="楷体_GB2312" pitchFamily="49" charset="-122"/>
              <a:cs typeface="+mn-cs"/>
            </a:rPr>
            <a:t>2. </a:t>
          </a:r>
          <a:r>
            <a:rPr kumimoji="1" lang="zh-CN" altLang="en-US" sz="2400" b="1" kern="1200" dirty="0">
              <a:solidFill>
                <a:schemeClr val="bg1"/>
              </a:solidFill>
              <a:latin typeface="微软雅黑" pitchFamily="34" charset="-122"/>
              <a:ea typeface="微软雅黑" pitchFamily="34" charset="-122"/>
              <a:cs typeface="+mn-cs"/>
            </a:rPr>
            <a:t>实现</a:t>
          </a:r>
          <a:r>
            <a:rPr kumimoji="1" lang="en-US" altLang="zh-CN" sz="2400" b="1" kern="1200" dirty="0" err="1">
              <a:solidFill>
                <a:schemeClr val="bg1"/>
              </a:solidFill>
              <a:latin typeface="Bookman Old Style" pitchFamily="18" charset="0"/>
              <a:ea typeface="楷体_GB2312" pitchFamily="49" charset="-122"/>
              <a:cs typeface="+mn-cs"/>
            </a:rPr>
            <a:t>EventListener</a:t>
          </a:r>
          <a:r>
            <a:rPr kumimoji="1" lang="zh-CN" altLang="en-US" sz="2400" b="1" kern="1200" dirty="0">
              <a:solidFill>
                <a:schemeClr val="bg1"/>
              </a:solidFill>
              <a:latin typeface="微软雅黑" pitchFamily="34" charset="-122"/>
              <a:ea typeface="微软雅黑" pitchFamily="34" charset="-122"/>
              <a:cs typeface="+mn-cs"/>
            </a:rPr>
            <a:t>接口</a:t>
          </a:r>
        </a:p>
      </dsp:txBody>
      <dsp:txXfrm rot="10800000">
        <a:off x="0" y="992075"/>
        <a:ext cx="4788594" cy="650663"/>
      </dsp:txXfrm>
    </dsp:sp>
    <dsp:sp modelId="{5C90E3BC-A3B0-4B1F-8A4B-1CE06F0981CD}">
      <dsp:nvSpPr>
        <dsp:cNvPr id="0" name=""/>
        <dsp:cNvSpPr/>
      </dsp:nvSpPr>
      <dsp:spPr>
        <a:xfrm rot="10800000">
          <a:off x="0" y="465"/>
          <a:ext cx="4788594" cy="1001375"/>
        </a:xfrm>
        <a:prstGeom prst="upArrowCallout">
          <a:avLst/>
        </a:prstGeom>
        <a:solidFill>
          <a:schemeClr val="tx1">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912" tIns="184912" rIns="184912" bIns="184912" numCol="1" spcCol="1270" anchor="ctr" anchorCtr="0">
          <a:noAutofit/>
        </a:bodyPr>
        <a:lstStyle/>
        <a:p>
          <a:pPr lvl="0" algn="l" defTabSz="1155700">
            <a:lnSpc>
              <a:spcPct val="90000"/>
            </a:lnSpc>
            <a:spcBef>
              <a:spcPct val="0"/>
            </a:spcBef>
            <a:spcAft>
              <a:spcPct val="35000"/>
            </a:spcAft>
          </a:pPr>
          <a:r>
            <a:rPr kumimoji="1" lang="en-US" altLang="zh-CN" sz="2600" b="1" kern="1200" dirty="0">
              <a:solidFill>
                <a:schemeClr val="bg1"/>
              </a:solidFill>
              <a:latin typeface="微软雅黑" pitchFamily="34" charset="-122"/>
              <a:ea typeface="微软雅黑" pitchFamily="34" charset="-122"/>
              <a:cs typeface="+mn-cs"/>
            </a:rPr>
            <a:t>1. </a:t>
          </a:r>
          <a:r>
            <a:rPr kumimoji="1" lang="zh-CN" altLang="en-US" sz="2600" b="1" kern="1200" dirty="0">
              <a:solidFill>
                <a:schemeClr val="bg1"/>
              </a:solidFill>
              <a:latin typeface="微软雅黑" pitchFamily="34" charset="-122"/>
              <a:ea typeface="微软雅黑" pitchFamily="34" charset="-122"/>
              <a:cs typeface="+mn-cs"/>
            </a:rPr>
            <a:t>注册</a:t>
          </a:r>
        </a:p>
      </dsp:txBody>
      <dsp:txXfrm rot="10800000">
        <a:off x="0" y="465"/>
        <a:ext cx="4788594" cy="65066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7E8E65-12B1-4E8F-A97B-6736EC0820E9}">
      <dsp:nvSpPr>
        <dsp:cNvPr id="0" name=""/>
        <dsp:cNvSpPr/>
      </dsp:nvSpPr>
      <dsp:spPr>
        <a:xfrm>
          <a:off x="2246" y="861541"/>
          <a:ext cx="2736836" cy="1094734"/>
        </a:xfrm>
        <a:prstGeom prst="chevron">
          <a:avLst/>
        </a:prstGeom>
        <a:solidFill>
          <a:schemeClr val="tx1">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6012" tIns="32004" rIns="32004" bIns="32004" numCol="1" spcCol="1270" anchor="ctr" anchorCtr="0">
          <a:noAutofit/>
        </a:bodyPr>
        <a:lstStyle/>
        <a:p>
          <a:pPr lvl="0" algn="ctr" defTabSz="1066800">
            <a:lnSpc>
              <a:spcPct val="90000"/>
            </a:lnSpc>
            <a:spcBef>
              <a:spcPct val="0"/>
            </a:spcBef>
            <a:spcAft>
              <a:spcPct val="35000"/>
            </a:spcAft>
          </a:pPr>
          <a:r>
            <a:rPr kumimoji="1" lang="en-US" altLang="zh-CN" sz="2400" b="1" kern="0" dirty="0">
              <a:solidFill>
                <a:schemeClr val="bg1"/>
              </a:solidFill>
              <a:latin typeface="Bookman Old Style" pitchFamily="18" charset="0"/>
              <a:ea typeface="楷体_GB2312" pitchFamily="49" charset="-122"/>
              <a:cs typeface="+mn-cs"/>
            </a:rPr>
            <a:t>UI</a:t>
          </a:r>
          <a:r>
            <a:rPr lang="en-US" altLang="zh-CN" sz="2400" kern="1200" dirty="0">
              <a:solidFill>
                <a:schemeClr val="bg1"/>
              </a:solidFill>
            </a:rPr>
            <a:t> </a:t>
          </a:r>
          <a:r>
            <a:rPr kumimoji="1" lang="en-US" altLang="zh-CN" sz="2400" b="1" kern="0" dirty="0">
              <a:solidFill>
                <a:schemeClr val="bg1"/>
              </a:solidFill>
              <a:latin typeface="Bookman Old Style" pitchFamily="18" charset="0"/>
              <a:ea typeface="楷体_GB2312" pitchFamily="49" charset="-122"/>
              <a:cs typeface="+mn-cs"/>
            </a:rPr>
            <a:t>widgets</a:t>
          </a:r>
          <a:endParaRPr kumimoji="1" lang="zh-CN" altLang="en-US" sz="2400" b="1" kern="0" dirty="0">
            <a:solidFill>
              <a:schemeClr val="bg1"/>
            </a:solidFill>
            <a:latin typeface="Bookman Old Style" pitchFamily="18" charset="0"/>
            <a:ea typeface="楷体_GB2312" pitchFamily="49" charset="-122"/>
            <a:cs typeface="+mn-cs"/>
          </a:endParaRPr>
        </a:p>
      </dsp:txBody>
      <dsp:txXfrm>
        <a:off x="549613" y="861541"/>
        <a:ext cx="1642102" cy="1094734"/>
      </dsp:txXfrm>
    </dsp:sp>
    <dsp:sp modelId="{D8B3D95D-7ABF-4304-B5F4-93814BF8084F}">
      <dsp:nvSpPr>
        <dsp:cNvPr id="0" name=""/>
        <dsp:cNvSpPr/>
      </dsp:nvSpPr>
      <dsp:spPr>
        <a:xfrm>
          <a:off x="2465399" y="861541"/>
          <a:ext cx="2736836" cy="1094734"/>
        </a:xfrm>
        <a:prstGeom prst="chevron">
          <a:avLst/>
        </a:prstGeom>
        <a:solidFill>
          <a:schemeClr val="tx1">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6012" tIns="32004" rIns="32004" bIns="32004" numCol="1" spcCol="1270" anchor="ctr" anchorCtr="0">
          <a:noAutofit/>
        </a:bodyPr>
        <a:lstStyle/>
        <a:p>
          <a:pPr lvl="0" algn="ctr" defTabSz="1066800">
            <a:lnSpc>
              <a:spcPct val="90000"/>
            </a:lnSpc>
            <a:spcBef>
              <a:spcPct val="0"/>
            </a:spcBef>
            <a:spcAft>
              <a:spcPct val="35000"/>
            </a:spcAft>
          </a:pPr>
          <a:r>
            <a:rPr kumimoji="1" lang="en-US" altLang="zh-CN" sz="2400" b="1" kern="0" dirty="0">
              <a:solidFill>
                <a:schemeClr val="bg1"/>
              </a:solidFill>
              <a:latin typeface="Bookman Old Style" pitchFamily="18" charset="0"/>
              <a:ea typeface="楷体_GB2312" pitchFamily="49" charset="-122"/>
              <a:cs typeface="+mn-cs"/>
            </a:rPr>
            <a:t>boundary objects</a:t>
          </a:r>
          <a:endParaRPr kumimoji="1" lang="zh-CN" altLang="en-US" sz="2400" b="1" kern="0" dirty="0">
            <a:solidFill>
              <a:schemeClr val="bg1"/>
            </a:solidFill>
            <a:latin typeface="Bookman Old Style" pitchFamily="18" charset="0"/>
            <a:ea typeface="楷体_GB2312" pitchFamily="49" charset="-122"/>
            <a:cs typeface="+mn-cs"/>
          </a:endParaRPr>
        </a:p>
      </dsp:txBody>
      <dsp:txXfrm>
        <a:off x="3012766" y="861541"/>
        <a:ext cx="1642102" cy="1094734"/>
      </dsp:txXfrm>
    </dsp:sp>
    <dsp:sp modelId="{C1A17705-23A0-48CC-B76F-3143178E8652}">
      <dsp:nvSpPr>
        <dsp:cNvPr id="0" name=""/>
        <dsp:cNvSpPr/>
      </dsp:nvSpPr>
      <dsp:spPr>
        <a:xfrm>
          <a:off x="4930799" y="861541"/>
          <a:ext cx="2736836" cy="1094734"/>
        </a:xfrm>
        <a:prstGeom prst="chevron">
          <a:avLst/>
        </a:prstGeom>
        <a:solidFill>
          <a:schemeClr val="tx1">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6012" tIns="32004" rIns="32004" bIns="32004" numCol="1" spcCol="1270" anchor="ctr" anchorCtr="0">
          <a:noAutofit/>
        </a:bodyPr>
        <a:lstStyle/>
        <a:p>
          <a:pPr lvl="0" algn="ctr" defTabSz="1066800">
            <a:lnSpc>
              <a:spcPct val="90000"/>
            </a:lnSpc>
            <a:spcBef>
              <a:spcPct val="0"/>
            </a:spcBef>
            <a:spcAft>
              <a:spcPct val="35000"/>
            </a:spcAft>
          </a:pPr>
          <a:r>
            <a:rPr kumimoji="1" lang="en-US" altLang="zh-CN" sz="2400" b="1" kern="0" dirty="0">
              <a:solidFill>
                <a:schemeClr val="bg1"/>
              </a:solidFill>
              <a:latin typeface="Bookman Old Style" pitchFamily="18" charset="0"/>
              <a:ea typeface="楷体_GB2312" pitchFamily="49" charset="-122"/>
              <a:cs typeface="+mn-cs"/>
            </a:rPr>
            <a:t>business objects</a:t>
          </a:r>
          <a:endParaRPr kumimoji="1" lang="zh-CN" altLang="en-US" sz="2400" b="1" kern="0" dirty="0">
            <a:solidFill>
              <a:schemeClr val="bg1"/>
            </a:solidFill>
            <a:latin typeface="Bookman Old Style" pitchFamily="18" charset="0"/>
            <a:ea typeface="楷体_GB2312" pitchFamily="49" charset="-122"/>
            <a:cs typeface="+mn-cs"/>
          </a:endParaRPr>
        </a:p>
      </dsp:txBody>
      <dsp:txXfrm>
        <a:off x="5478166" y="861541"/>
        <a:ext cx="1642102" cy="109473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951282-11D0-4E12-8194-058A51A7A440}">
      <dsp:nvSpPr>
        <dsp:cNvPr id="0" name=""/>
        <dsp:cNvSpPr/>
      </dsp:nvSpPr>
      <dsp:spPr>
        <a:xfrm rot="5400000">
          <a:off x="-190268" y="194583"/>
          <a:ext cx="1268458" cy="887921"/>
        </a:xfrm>
        <a:prstGeom prst="chevron">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en-US" altLang="zh-CN" sz="3200" b="1" kern="1200" dirty="0">
              <a:solidFill>
                <a:schemeClr val="bg1"/>
              </a:solidFill>
              <a:latin typeface="Bookman Old Style" pitchFamily="18" charset="0"/>
            </a:rPr>
            <a:t>1.</a:t>
          </a:r>
          <a:endParaRPr lang="zh-CN" altLang="en-US" sz="3200" b="1" kern="1200" dirty="0">
            <a:solidFill>
              <a:schemeClr val="bg1"/>
            </a:solidFill>
            <a:latin typeface="Bookman Old Style" pitchFamily="18" charset="0"/>
          </a:endParaRPr>
        </a:p>
      </dsp:txBody>
      <dsp:txXfrm rot="-5400000">
        <a:off x="1" y="448276"/>
        <a:ext cx="887921" cy="380537"/>
      </dsp:txXfrm>
    </dsp:sp>
    <dsp:sp modelId="{9DBCE2B9-9409-4633-ADB2-B050AF9380EE}">
      <dsp:nvSpPr>
        <dsp:cNvPr id="0" name=""/>
        <dsp:cNvSpPr/>
      </dsp:nvSpPr>
      <dsp:spPr>
        <a:xfrm rot="5400000">
          <a:off x="4067741" y="-3179820"/>
          <a:ext cx="824931" cy="7184572"/>
        </a:xfrm>
        <a:prstGeom prst="round2SameRect">
          <a:avLst/>
        </a:prstGeom>
        <a:solidFill>
          <a:schemeClr val="lt1">
            <a:alpha val="90000"/>
            <a:hueOff val="0"/>
            <a:satOff val="0"/>
            <a:lumOff val="0"/>
            <a:alphaOff val="0"/>
          </a:schemeClr>
        </a:solidFill>
        <a:ln w="25400" cap="flat" cmpd="sng" algn="ctr">
          <a:solidFill>
            <a:srgbClr val="000000"/>
          </a:solidFill>
          <a:prstDash val="solid"/>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100000"/>
            </a:lnSpc>
            <a:spcBef>
              <a:spcPct val="0"/>
            </a:spcBef>
            <a:spcAft>
              <a:spcPct val="15000"/>
            </a:spcAft>
            <a:buChar char="••"/>
          </a:pPr>
          <a:r>
            <a:rPr lang="zh-CN" altLang="en-US" sz="2800" b="1" kern="12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早期的</a:t>
          </a:r>
          <a:r>
            <a:rPr lang="en-US" altLang="zh-CN" sz="2800" b="1" kern="12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Java GUI</a:t>
          </a:r>
          <a:r>
            <a:rPr lang="zh-CN" altLang="en-US" sz="2800" b="1" kern="12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事件模型</a:t>
          </a:r>
        </a:p>
      </dsp:txBody>
      <dsp:txXfrm rot="-5400000">
        <a:off x="887921" y="40270"/>
        <a:ext cx="7144302" cy="744391"/>
      </dsp:txXfrm>
    </dsp:sp>
    <dsp:sp modelId="{1CD270FC-0D0E-46C9-94C1-B006FD31B379}">
      <dsp:nvSpPr>
        <dsp:cNvPr id="0" name=""/>
        <dsp:cNvSpPr/>
      </dsp:nvSpPr>
      <dsp:spPr>
        <a:xfrm rot="5400000">
          <a:off x="-190268" y="1316710"/>
          <a:ext cx="1268458" cy="887921"/>
        </a:xfrm>
        <a:prstGeom prst="chevron">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en-US" altLang="zh-CN" sz="3200" b="1" kern="1200" dirty="0">
              <a:solidFill>
                <a:schemeClr val="bg1"/>
              </a:solidFill>
              <a:latin typeface="Bookman Old Style" pitchFamily="18" charset="0"/>
            </a:rPr>
            <a:t>2.</a:t>
          </a:r>
          <a:endParaRPr lang="zh-CN" altLang="en-US" sz="3200" b="1" kern="1200" dirty="0">
            <a:solidFill>
              <a:schemeClr val="bg1"/>
            </a:solidFill>
          </a:endParaRPr>
        </a:p>
      </dsp:txBody>
      <dsp:txXfrm rot="-5400000">
        <a:off x="1" y="1570403"/>
        <a:ext cx="887921" cy="380537"/>
      </dsp:txXfrm>
    </dsp:sp>
    <dsp:sp modelId="{E42D4482-0214-4877-9FE7-3ABBD9C091DC}">
      <dsp:nvSpPr>
        <dsp:cNvPr id="0" name=""/>
        <dsp:cNvSpPr/>
      </dsp:nvSpPr>
      <dsp:spPr>
        <a:xfrm rot="5400000">
          <a:off x="4067958" y="-2053595"/>
          <a:ext cx="824498" cy="7184572"/>
        </a:xfrm>
        <a:prstGeom prst="round2SameRect">
          <a:avLst/>
        </a:prstGeom>
        <a:solidFill>
          <a:schemeClr val="lt1">
            <a:alpha val="90000"/>
            <a:hueOff val="0"/>
            <a:satOff val="0"/>
            <a:lumOff val="0"/>
            <a:alphaOff val="0"/>
          </a:schemeClr>
        </a:solidFill>
        <a:ln w="25400" cap="flat" cmpd="sng" algn="ctr">
          <a:solidFill>
            <a:schemeClr val="accent4"/>
          </a:solidFill>
          <a:prstDash val="solid"/>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Char char="••"/>
          </a:pPr>
          <a:r>
            <a:rPr lang="zh-CN" altLang="en-US" sz="2800" b="1" kern="12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问题何在？</a:t>
          </a:r>
        </a:p>
      </dsp:txBody>
      <dsp:txXfrm rot="-5400000">
        <a:off x="887922" y="1166690"/>
        <a:ext cx="7144323" cy="744000"/>
      </dsp:txXfrm>
    </dsp:sp>
    <dsp:sp modelId="{E5D87EB8-17FC-4F77-8FD0-41FCEF1A044E}">
      <dsp:nvSpPr>
        <dsp:cNvPr id="0" name=""/>
        <dsp:cNvSpPr/>
      </dsp:nvSpPr>
      <dsp:spPr>
        <a:xfrm rot="5400000">
          <a:off x="-190268" y="2438837"/>
          <a:ext cx="1268458" cy="887921"/>
        </a:xfrm>
        <a:prstGeom prst="chevron">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en-US" altLang="zh-CN" sz="3200" b="1" kern="1200" dirty="0">
              <a:solidFill>
                <a:schemeClr val="bg1"/>
              </a:solidFill>
              <a:latin typeface="Bookman Old Style" pitchFamily="18" charset="0"/>
            </a:rPr>
            <a:t>3.</a:t>
          </a:r>
          <a:endParaRPr lang="zh-CN" altLang="en-US" sz="3200" b="1" kern="1200" dirty="0">
            <a:solidFill>
              <a:schemeClr val="bg1"/>
            </a:solidFill>
          </a:endParaRPr>
        </a:p>
      </dsp:txBody>
      <dsp:txXfrm rot="-5400000">
        <a:off x="1" y="2692530"/>
        <a:ext cx="887921" cy="380537"/>
      </dsp:txXfrm>
    </dsp:sp>
    <dsp:sp modelId="{F2241BE7-512D-490C-A1A6-51A96E019F1E}">
      <dsp:nvSpPr>
        <dsp:cNvPr id="0" name=""/>
        <dsp:cNvSpPr/>
      </dsp:nvSpPr>
      <dsp:spPr>
        <a:xfrm rot="5400000">
          <a:off x="4067958" y="-931468"/>
          <a:ext cx="824498" cy="7184572"/>
        </a:xfrm>
        <a:prstGeom prst="round2SameRect">
          <a:avLst/>
        </a:prstGeom>
        <a:solidFill>
          <a:schemeClr val="lt1">
            <a:alpha val="90000"/>
            <a:hueOff val="0"/>
            <a:satOff val="0"/>
            <a:lumOff val="0"/>
            <a:alphaOff val="0"/>
          </a:schemeClr>
        </a:solidFill>
        <a:ln w="25400" cap="flat" cmpd="sng" algn="ctr">
          <a:solidFill>
            <a:srgbClr val="000000"/>
          </a:solidFill>
          <a:prstDash val="solid"/>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Char char="••"/>
          </a:pPr>
          <a:r>
            <a:rPr lang="zh-CN" altLang="en-US" sz="2800" b="1" kern="12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改进方案</a:t>
          </a:r>
        </a:p>
      </dsp:txBody>
      <dsp:txXfrm rot="-5400000">
        <a:off x="887922" y="2288817"/>
        <a:ext cx="7144323" cy="744000"/>
      </dsp:txXfrm>
    </dsp:sp>
    <dsp:sp modelId="{5129D863-9DC5-4BB4-B3BF-6F7B813F7351}">
      <dsp:nvSpPr>
        <dsp:cNvPr id="0" name=""/>
        <dsp:cNvSpPr/>
      </dsp:nvSpPr>
      <dsp:spPr>
        <a:xfrm rot="5400000">
          <a:off x="-190268" y="3560964"/>
          <a:ext cx="1268458" cy="887921"/>
        </a:xfrm>
        <a:prstGeom prst="chevron">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en-US" altLang="zh-CN" sz="3200" b="1" kern="1200" dirty="0">
              <a:solidFill>
                <a:schemeClr val="bg1"/>
              </a:solidFill>
              <a:latin typeface="Bookman Old Style" pitchFamily="18" charset="0"/>
            </a:rPr>
            <a:t>4.</a:t>
          </a:r>
          <a:endParaRPr lang="zh-CN" altLang="en-US" sz="3200" b="1" kern="1200" dirty="0">
            <a:solidFill>
              <a:schemeClr val="bg1"/>
            </a:solidFill>
          </a:endParaRPr>
        </a:p>
      </dsp:txBody>
      <dsp:txXfrm rot="-5400000">
        <a:off x="1" y="3814657"/>
        <a:ext cx="887921" cy="380537"/>
      </dsp:txXfrm>
    </dsp:sp>
    <dsp:sp modelId="{2EF121AA-95B3-4CA9-9730-C5CB31DF8A99}">
      <dsp:nvSpPr>
        <dsp:cNvPr id="0" name=""/>
        <dsp:cNvSpPr/>
      </dsp:nvSpPr>
      <dsp:spPr>
        <a:xfrm rot="5400000">
          <a:off x="4067958" y="190658"/>
          <a:ext cx="824498" cy="7184572"/>
        </a:xfrm>
        <a:prstGeom prst="round2SameRect">
          <a:avLst/>
        </a:prstGeom>
        <a:solidFill>
          <a:schemeClr val="lt1">
            <a:alpha val="90000"/>
            <a:hueOff val="0"/>
            <a:satOff val="0"/>
            <a:lumOff val="0"/>
            <a:alphaOff val="0"/>
          </a:schemeClr>
        </a:solidFill>
        <a:ln w="50800" cap="flat" cmpd="sng" algn="ctr">
          <a:solidFill>
            <a:srgbClr val="FF0000"/>
          </a:solidFill>
          <a:prstDash val="solid"/>
        </a:ln>
        <a:effectLst/>
      </dsp:spPr>
      <dsp:style>
        <a:lnRef idx="2">
          <a:scrgbClr r="0" g="0" b="0"/>
        </a:lnRef>
        <a:fillRef idx="1">
          <a:scrgbClr r="0" g="0" b="0"/>
        </a:fillRef>
        <a:effectRef idx="0">
          <a:scrgbClr r="0" g="0" b="0"/>
        </a:effectRef>
        <a:fontRef idx="minor"/>
      </dsp:style>
      <dsp:txBody>
        <a:bodyPr spcFirstLastPara="0" vert="horz" wrap="square" lIns="184912" tIns="16510" rIns="16510" bIns="16510" numCol="1" spcCol="1270" anchor="ctr" anchorCtr="0">
          <a:noAutofit/>
        </a:bodyPr>
        <a:lstStyle/>
        <a:p>
          <a:pPr marL="228600" lvl="1" indent="-228600" algn="l" defTabSz="1155700">
            <a:lnSpc>
              <a:spcPct val="90000"/>
            </a:lnSpc>
            <a:spcBef>
              <a:spcPct val="0"/>
            </a:spcBef>
            <a:spcAft>
              <a:spcPct val="15000"/>
            </a:spcAft>
            <a:buChar char="••"/>
          </a:pPr>
          <a:r>
            <a:rPr lang="zh-CN" altLang="en-US" sz="2600" b="1" kern="12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扩充方案：简单而且优雅的松耦合的交互机制</a:t>
          </a:r>
        </a:p>
      </dsp:txBody>
      <dsp:txXfrm rot="-5400000">
        <a:off x="887922" y="3410944"/>
        <a:ext cx="7144323" cy="74400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59D787-5683-406C-8E50-1C55AAEF0B19}">
      <dsp:nvSpPr>
        <dsp:cNvPr id="0" name=""/>
        <dsp:cNvSpPr/>
      </dsp:nvSpPr>
      <dsp:spPr>
        <a:xfrm>
          <a:off x="15007" y="0"/>
          <a:ext cx="6822712" cy="1061397"/>
        </a:xfrm>
        <a:prstGeom prst="roundRect">
          <a:avLst>
            <a:gd name="adj" fmla="val 10000"/>
          </a:avLst>
        </a:prstGeom>
        <a:solidFill>
          <a:schemeClr val="lt1">
            <a:hueOff val="0"/>
            <a:satOff val="0"/>
            <a:lumOff val="0"/>
            <a:alphaOff val="0"/>
          </a:schemeClr>
        </a:solidFill>
        <a:ln w="38100" cap="flat" cmpd="sng" algn="ctr">
          <a:solidFill>
            <a:schemeClr val="accent6">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100000"/>
            </a:lnSpc>
            <a:spcBef>
              <a:spcPct val="0"/>
            </a:spcBef>
            <a:spcAft>
              <a:spcPct val="35000"/>
            </a:spcAft>
          </a:pPr>
          <a:r>
            <a:rPr lang="zh-CN" altLang="en-US" sz="2800" b="1" kern="1200" dirty="0">
              <a:solidFill>
                <a:srgbClr val="000000"/>
              </a:solidFill>
              <a:effectLst>
                <a:outerShdw blurRad="38100" dist="38100" dir="2700000" algn="tl">
                  <a:srgbClr val="000000">
                    <a:alpha val="43137"/>
                  </a:srgbClr>
                </a:outerShdw>
              </a:effectLst>
              <a:latin typeface="楷体" pitchFamily="49" charset="-122"/>
              <a:ea typeface="楷体" pitchFamily="49" charset="-122"/>
            </a:rPr>
            <a:t>定义属性变化的事件类和监听接口</a:t>
          </a:r>
        </a:p>
      </dsp:txBody>
      <dsp:txXfrm>
        <a:off x="46094" y="31087"/>
        <a:ext cx="5592830" cy="999223"/>
      </dsp:txXfrm>
    </dsp:sp>
    <dsp:sp modelId="{17B6ACF4-6E04-4466-9DB7-12DF1DA2F990}">
      <dsp:nvSpPr>
        <dsp:cNvPr id="0" name=""/>
        <dsp:cNvSpPr/>
      </dsp:nvSpPr>
      <dsp:spPr>
        <a:xfrm>
          <a:off x="573915" y="1254379"/>
          <a:ext cx="6852727" cy="1061397"/>
        </a:xfrm>
        <a:prstGeom prst="roundRect">
          <a:avLst>
            <a:gd name="adj" fmla="val 10000"/>
          </a:avLst>
        </a:prstGeom>
        <a:solidFill>
          <a:schemeClr val="lt1">
            <a:hueOff val="0"/>
            <a:satOff val="0"/>
            <a:lumOff val="0"/>
            <a:alphaOff val="0"/>
          </a:schemeClr>
        </a:solidFill>
        <a:ln w="38100" cap="flat" cmpd="sng" algn="ctr">
          <a:solidFill>
            <a:schemeClr val="accent6">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100000"/>
            </a:lnSpc>
            <a:spcBef>
              <a:spcPct val="0"/>
            </a:spcBef>
            <a:spcAft>
              <a:spcPct val="35000"/>
            </a:spcAft>
          </a:pPr>
          <a:r>
            <a:rPr lang="zh-CN" altLang="en-US" sz="2800" b="1" kern="1200" dirty="0">
              <a:solidFill>
                <a:srgbClr val="000000"/>
              </a:solidFill>
              <a:effectLst>
                <a:outerShdw blurRad="38100" dist="38100" dir="2700000" algn="tl">
                  <a:srgbClr val="000000">
                    <a:alpha val="43137"/>
                  </a:srgbClr>
                </a:outerShdw>
              </a:effectLst>
              <a:latin typeface="楷体" pitchFamily="49" charset="-122"/>
              <a:ea typeface="楷体" pitchFamily="49" charset="-122"/>
            </a:rPr>
            <a:t>在作为事件源的构件中定义注册方法和事件发送方法</a:t>
          </a:r>
        </a:p>
      </dsp:txBody>
      <dsp:txXfrm>
        <a:off x="605002" y="1285466"/>
        <a:ext cx="5526728" cy="999223"/>
      </dsp:txXfrm>
    </dsp:sp>
    <dsp:sp modelId="{DAA2890C-FBA5-45A8-9631-A60A9F176491}">
      <dsp:nvSpPr>
        <dsp:cNvPr id="0" name=""/>
        <dsp:cNvSpPr/>
      </dsp:nvSpPr>
      <dsp:spPr>
        <a:xfrm>
          <a:off x="1139265" y="2508758"/>
          <a:ext cx="6852727" cy="1061397"/>
        </a:xfrm>
        <a:prstGeom prst="roundRect">
          <a:avLst>
            <a:gd name="adj" fmla="val 10000"/>
          </a:avLst>
        </a:prstGeom>
        <a:solidFill>
          <a:schemeClr val="lt1">
            <a:hueOff val="0"/>
            <a:satOff val="0"/>
            <a:lumOff val="0"/>
            <a:alphaOff val="0"/>
          </a:schemeClr>
        </a:solidFill>
        <a:ln w="38100" cap="flat" cmpd="sng" algn="ctr">
          <a:solidFill>
            <a:schemeClr val="accent6">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100000"/>
            </a:lnSpc>
            <a:spcBef>
              <a:spcPct val="0"/>
            </a:spcBef>
            <a:spcAft>
              <a:spcPct val="35000"/>
            </a:spcAft>
          </a:pPr>
          <a:r>
            <a:rPr lang="zh-CN" altLang="en-US" sz="2800" b="1" kern="1200" dirty="0">
              <a:solidFill>
                <a:srgbClr val="000000"/>
              </a:solidFill>
              <a:effectLst>
                <a:outerShdw blurRad="38100" dist="38100" dir="2700000" algn="tl">
                  <a:srgbClr val="000000">
                    <a:alpha val="43137"/>
                  </a:srgbClr>
                </a:outerShdw>
              </a:effectLst>
              <a:latin typeface="楷体" pitchFamily="49" charset="-122"/>
              <a:ea typeface="楷体" pitchFamily="49" charset="-122"/>
            </a:rPr>
            <a:t>在作为事件目标的构件中定义事件接收方法</a:t>
          </a:r>
        </a:p>
      </dsp:txBody>
      <dsp:txXfrm>
        <a:off x="1170352" y="2539845"/>
        <a:ext cx="5535294" cy="999223"/>
      </dsp:txXfrm>
    </dsp:sp>
    <dsp:sp modelId="{87884F94-4A9E-4A78-915F-2D5F400C0BBD}">
      <dsp:nvSpPr>
        <dsp:cNvPr id="0" name=""/>
        <dsp:cNvSpPr/>
      </dsp:nvSpPr>
      <dsp:spPr>
        <a:xfrm>
          <a:off x="1713181" y="3763138"/>
          <a:ext cx="6852727" cy="1061397"/>
        </a:xfrm>
        <a:prstGeom prst="roundRect">
          <a:avLst>
            <a:gd name="adj" fmla="val 10000"/>
          </a:avLst>
        </a:prstGeom>
        <a:solidFill>
          <a:schemeClr val="lt1">
            <a:hueOff val="0"/>
            <a:satOff val="0"/>
            <a:lumOff val="0"/>
            <a:alphaOff val="0"/>
          </a:schemeClr>
        </a:solidFill>
        <a:ln w="38100" cap="flat" cmpd="sng" algn="ctr">
          <a:solidFill>
            <a:schemeClr val="accent6">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zh-CN" altLang="en-US" sz="2800" b="1" kern="1200" dirty="0">
              <a:solidFill>
                <a:srgbClr val="000000"/>
              </a:solidFill>
              <a:effectLst>
                <a:outerShdw blurRad="38100" dist="38100" dir="2700000" algn="tl">
                  <a:srgbClr val="000000">
                    <a:alpha val="43137"/>
                  </a:srgbClr>
                </a:outerShdw>
              </a:effectLst>
              <a:latin typeface="楷体" pitchFamily="49" charset="-122"/>
              <a:ea typeface="楷体" pitchFamily="49" charset="-122"/>
            </a:rPr>
            <a:t>将事件目标向事件源注册</a:t>
          </a:r>
        </a:p>
      </dsp:txBody>
      <dsp:txXfrm>
        <a:off x="1744268" y="3794225"/>
        <a:ext cx="5526728" cy="999223"/>
      </dsp:txXfrm>
    </dsp:sp>
    <dsp:sp modelId="{85E89F3B-03FF-4AB2-B783-C3A74EAD71A3}">
      <dsp:nvSpPr>
        <dsp:cNvPr id="0" name=""/>
        <dsp:cNvSpPr/>
      </dsp:nvSpPr>
      <dsp:spPr>
        <a:xfrm>
          <a:off x="6162818" y="812934"/>
          <a:ext cx="689908" cy="689908"/>
        </a:xfrm>
        <a:prstGeom prst="downArrow">
          <a:avLst>
            <a:gd name="adj1" fmla="val 55000"/>
            <a:gd name="adj2" fmla="val 45000"/>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lvl="0" algn="ctr" defTabSz="1289050">
            <a:lnSpc>
              <a:spcPct val="90000"/>
            </a:lnSpc>
            <a:spcBef>
              <a:spcPct val="0"/>
            </a:spcBef>
            <a:spcAft>
              <a:spcPct val="35000"/>
            </a:spcAft>
          </a:pPr>
          <a:endParaRPr lang="zh-CN" altLang="en-US" sz="2900" kern="1200"/>
        </a:p>
      </dsp:txBody>
      <dsp:txXfrm>
        <a:off x="6318047" y="812934"/>
        <a:ext cx="379450" cy="519156"/>
      </dsp:txXfrm>
    </dsp:sp>
    <dsp:sp modelId="{01E12AE9-A3EC-44DB-9F72-3E879508C86D}">
      <dsp:nvSpPr>
        <dsp:cNvPr id="0" name=""/>
        <dsp:cNvSpPr/>
      </dsp:nvSpPr>
      <dsp:spPr>
        <a:xfrm>
          <a:off x="6736734" y="2067313"/>
          <a:ext cx="689908" cy="689908"/>
        </a:xfrm>
        <a:prstGeom prst="downArrow">
          <a:avLst>
            <a:gd name="adj1" fmla="val 55000"/>
            <a:gd name="adj2" fmla="val 45000"/>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lvl="0" algn="ctr" defTabSz="1289050">
            <a:lnSpc>
              <a:spcPct val="90000"/>
            </a:lnSpc>
            <a:spcBef>
              <a:spcPct val="0"/>
            </a:spcBef>
            <a:spcAft>
              <a:spcPct val="35000"/>
            </a:spcAft>
          </a:pPr>
          <a:endParaRPr lang="zh-CN" altLang="en-US" sz="2900" kern="1200"/>
        </a:p>
      </dsp:txBody>
      <dsp:txXfrm>
        <a:off x="6891963" y="2067313"/>
        <a:ext cx="379450" cy="519156"/>
      </dsp:txXfrm>
    </dsp:sp>
    <dsp:sp modelId="{017A2F73-D7C5-4BC2-83E6-37044BBAC4D9}">
      <dsp:nvSpPr>
        <dsp:cNvPr id="0" name=""/>
        <dsp:cNvSpPr/>
      </dsp:nvSpPr>
      <dsp:spPr>
        <a:xfrm>
          <a:off x="7302084" y="3321693"/>
          <a:ext cx="689908" cy="689908"/>
        </a:xfrm>
        <a:prstGeom prst="downArrow">
          <a:avLst>
            <a:gd name="adj1" fmla="val 55000"/>
            <a:gd name="adj2" fmla="val 45000"/>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lvl="0" algn="ctr" defTabSz="1289050">
            <a:lnSpc>
              <a:spcPct val="90000"/>
            </a:lnSpc>
            <a:spcBef>
              <a:spcPct val="0"/>
            </a:spcBef>
            <a:spcAft>
              <a:spcPct val="35000"/>
            </a:spcAft>
          </a:pPr>
          <a:endParaRPr lang="zh-CN" altLang="en-US" sz="2900" kern="1200"/>
        </a:p>
      </dsp:txBody>
      <dsp:txXfrm>
        <a:off x="7457313" y="3321693"/>
        <a:ext cx="379450" cy="519156"/>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CF6EF3-0DC0-4CBB-B3BA-6899F0835A24}">
      <dsp:nvSpPr>
        <dsp:cNvPr id="0" name=""/>
        <dsp:cNvSpPr/>
      </dsp:nvSpPr>
      <dsp:spPr>
        <a:xfrm>
          <a:off x="0" y="3172734"/>
          <a:ext cx="4857784" cy="1041362"/>
        </a:xfrm>
        <a:prstGeom prst="rect">
          <a:avLst/>
        </a:prstGeom>
        <a:solidFill>
          <a:schemeClr val="tx1">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912" tIns="184912" rIns="184912" bIns="184912" numCol="1" spcCol="1270" anchor="ctr" anchorCtr="0">
          <a:noAutofit/>
        </a:bodyPr>
        <a:lstStyle/>
        <a:p>
          <a:pPr lvl="0" algn="l" defTabSz="1155700">
            <a:lnSpc>
              <a:spcPct val="90000"/>
            </a:lnSpc>
            <a:spcBef>
              <a:spcPct val="0"/>
            </a:spcBef>
            <a:spcAft>
              <a:spcPct val="35000"/>
            </a:spcAft>
          </a:pPr>
          <a:r>
            <a:rPr kumimoji="1" lang="en-US" altLang="zh-CN" sz="2600" b="1" kern="1200" dirty="0">
              <a:solidFill>
                <a:schemeClr val="bg1"/>
              </a:solidFill>
              <a:latin typeface="Bookman Old Style" pitchFamily="18" charset="0"/>
              <a:ea typeface="楷体_GB2312" pitchFamily="49" charset="-122"/>
              <a:cs typeface="+mn-cs"/>
            </a:rPr>
            <a:t>3. change </a:t>
          </a:r>
          <a:r>
            <a:rPr kumimoji="1" lang="en-US" altLang="zh-CN" sz="2600" b="1" kern="1200" dirty="0" err="1">
              <a:solidFill>
                <a:schemeClr val="bg1"/>
              </a:solidFill>
              <a:latin typeface="Bookman Old Style" pitchFamily="18" charset="0"/>
              <a:ea typeface="楷体_GB2312" pitchFamily="49" charset="-122"/>
              <a:cs typeface="+mn-cs"/>
            </a:rPr>
            <a:t>NuclearStatus</a:t>
          </a:r>
          <a:endParaRPr kumimoji="1" lang="zh-CN" altLang="en-US" sz="2600" b="1" kern="1200" dirty="0">
            <a:solidFill>
              <a:schemeClr val="bg1"/>
            </a:solidFill>
            <a:latin typeface="Bookman Old Style" pitchFamily="18" charset="0"/>
            <a:ea typeface="楷体_GB2312" pitchFamily="49" charset="-122"/>
            <a:cs typeface="+mn-cs"/>
          </a:endParaRPr>
        </a:p>
      </dsp:txBody>
      <dsp:txXfrm>
        <a:off x="0" y="3172734"/>
        <a:ext cx="4857784" cy="1041362"/>
      </dsp:txXfrm>
    </dsp:sp>
    <dsp:sp modelId="{003463B4-F84A-446D-B655-60F4997BA54B}">
      <dsp:nvSpPr>
        <dsp:cNvPr id="0" name=""/>
        <dsp:cNvSpPr/>
      </dsp:nvSpPr>
      <dsp:spPr>
        <a:xfrm rot="10800000">
          <a:off x="0" y="1586739"/>
          <a:ext cx="4857784" cy="1601615"/>
        </a:xfrm>
        <a:prstGeom prst="upArrowCallout">
          <a:avLst/>
        </a:prstGeom>
        <a:solidFill>
          <a:schemeClr val="tx1">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lvl="0" algn="l" defTabSz="1066800">
            <a:lnSpc>
              <a:spcPct val="90000"/>
            </a:lnSpc>
            <a:spcBef>
              <a:spcPct val="0"/>
            </a:spcBef>
            <a:spcAft>
              <a:spcPct val="35000"/>
            </a:spcAft>
          </a:pPr>
          <a:r>
            <a:rPr kumimoji="1" lang="en-US" altLang="zh-CN" sz="2400" b="1" kern="1200" dirty="0">
              <a:solidFill>
                <a:schemeClr val="bg1"/>
              </a:solidFill>
              <a:latin typeface="Bookman Old Style" pitchFamily="18" charset="0"/>
              <a:ea typeface="楷体_GB2312" pitchFamily="49" charset="-122"/>
              <a:cs typeface="+mn-cs"/>
            </a:rPr>
            <a:t>2. </a:t>
          </a:r>
          <a:r>
            <a:rPr kumimoji="1" lang="en-US" altLang="zh-CN" sz="2400" b="1" kern="1200" dirty="0" err="1">
              <a:solidFill>
                <a:schemeClr val="bg1"/>
              </a:solidFill>
              <a:latin typeface="Bookman Old Style" pitchFamily="18" charset="0"/>
              <a:ea typeface="楷体_GB2312" pitchFamily="49" charset="-122"/>
              <a:cs typeface="+mn-cs"/>
            </a:rPr>
            <a:t>firePropertyChangeEvent</a:t>
          </a:r>
          <a:endParaRPr kumimoji="1" lang="zh-CN" altLang="en-US" sz="2400" b="1" kern="1200" dirty="0">
            <a:solidFill>
              <a:schemeClr val="bg1"/>
            </a:solidFill>
            <a:latin typeface="Bookman Old Style" pitchFamily="18" charset="0"/>
            <a:ea typeface="楷体_GB2312" pitchFamily="49" charset="-122"/>
            <a:cs typeface="+mn-cs"/>
          </a:endParaRPr>
        </a:p>
      </dsp:txBody>
      <dsp:txXfrm rot="10800000">
        <a:off x="0" y="1586739"/>
        <a:ext cx="4857784" cy="1040681"/>
      </dsp:txXfrm>
    </dsp:sp>
    <dsp:sp modelId="{5C90E3BC-A3B0-4B1F-8A4B-1CE06F0981CD}">
      <dsp:nvSpPr>
        <dsp:cNvPr id="0" name=""/>
        <dsp:cNvSpPr/>
      </dsp:nvSpPr>
      <dsp:spPr>
        <a:xfrm rot="10800000">
          <a:off x="0" y="745"/>
          <a:ext cx="4857784" cy="1601615"/>
        </a:xfrm>
        <a:prstGeom prst="upArrowCallout">
          <a:avLst/>
        </a:prstGeom>
        <a:solidFill>
          <a:schemeClr val="tx1">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lvl="0" algn="l" defTabSz="1244600">
            <a:lnSpc>
              <a:spcPct val="90000"/>
            </a:lnSpc>
            <a:spcBef>
              <a:spcPct val="0"/>
            </a:spcBef>
            <a:spcAft>
              <a:spcPct val="35000"/>
            </a:spcAft>
          </a:pPr>
          <a:r>
            <a:rPr kumimoji="1" lang="en-US" altLang="zh-CN" sz="2800" b="1" kern="1200" dirty="0">
              <a:solidFill>
                <a:schemeClr val="bg1"/>
              </a:solidFill>
              <a:latin typeface="Bookman Old Style" pitchFamily="18" charset="0"/>
              <a:ea typeface="楷体_GB2312" pitchFamily="49" charset="-122"/>
              <a:cs typeface="+mn-cs"/>
            </a:rPr>
            <a:t>1. </a:t>
          </a:r>
          <a:r>
            <a:rPr kumimoji="1" lang="en-US" altLang="zh-CN" sz="2800" b="1" kern="1200" dirty="0" err="1">
              <a:solidFill>
                <a:schemeClr val="bg1"/>
              </a:solidFill>
              <a:latin typeface="Bookman Old Style" pitchFamily="18" charset="0"/>
              <a:ea typeface="楷体_GB2312" pitchFamily="49" charset="-122"/>
              <a:cs typeface="+mn-cs"/>
            </a:rPr>
            <a:t>setNuclearStatus</a:t>
          </a:r>
          <a:endParaRPr kumimoji="1" lang="zh-CN" altLang="en-US" sz="2800" b="1" kern="1200" dirty="0">
            <a:solidFill>
              <a:schemeClr val="bg1"/>
            </a:solidFill>
            <a:latin typeface="Bookman Old Style" pitchFamily="18" charset="0"/>
            <a:ea typeface="楷体_GB2312" pitchFamily="49" charset="-122"/>
            <a:cs typeface="+mn-cs"/>
          </a:endParaRPr>
        </a:p>
      </dsp:txBody>
      <dsp:txXfrm rot="10800000">
        <a:off x="0" y="745"/>
        <a:ext cx="4857784" cy="1040681"/>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58ADC8-2461-4C78-BF44-3CB4C2CAA4CE}">
      <dsp:nvSpPr>
        <dsp:cNvPr id="0" name=""/>
        <dsp:cNvSpPr/>
      </dsp:nvSpPr>
      <dsp:spPr>
        <a:xfrm>
          <a:off x="-92260" y="253999"/>
          <a:ext cx="6096000" cy="3810000"/>
        </a:xfrm>
        <a:prstGeom prst="swooshArrow">
          <a:avLst>
            <a:gd name="adj1" fmla="val 25000"/>
            <a:gd name="adj2" fmla="val 25000"/>
          </a:avLst>
        </a:prstGeom>
        <a:gradFill rotWithShape="0">
          <a:gsLst>
            <a:gs pos="0">
              <a:srgbClr val="FFF200"/>
            </a:gs>
            <a:gs pos="45000">
              <a:srgbClr val="FF7A00"/>
            </a:gs>
            <a:gs pos="70000">
              <a:srgbClr val="FF0300"/>
            </a:gs>
            <a:gs pos="100000">
              <a:srgbClr val="4D0808"/>
            </a:gs>
          </a:gsLst>
          <a:lin ang="5400000" scaled="0"/>
        </a:gradFill>
        <a:ln>
          <a:noFill/>
        </a:ln>
        <a:effectLst/>
      </dsp:spPr>
      <dsp:style>
        <a:lnRef idx="0">
          <a:scrgbClr r="0" g="0" b="0"/>
        </a:lnRef>
        <a:fillRef idx="1">
          <a:scrgbClr r="0" g="0" b="0"/>
        </a:fillRef>
        <a:effectRef idx="0">
          <a:scrgbClr r="0" g="0" b="0"/>
        </a:effectRef>
        <a:fontRef idx="minor"/>
      </dsp:style>
    </dsp:sp>
    <dsp:sp modelId="{4457F797-D6A1-42E1-B702-E8123A950CA0}">
      <dsp:nvSpPr>
        <dsp:cNvPr id="0" name=""/>
        <dsp:cNvSpPr/>
      </dsp:nvSpPr>
      <dsp:spPr>
        <a:xfrm>
          <a:off x="764175" y="2841901"/>
          <a:ext cx="158496" cy="15849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7F4B246-B29E-4B77-9225-BDAB34E6C8A1}">
      <dsp:nvSpPr>
        <dsp:cNvPr id="0" name=""/>
        <dsp:cNvSpPr/>
      </dsp:nvSpPr>
      <dsp:spPr>
        <a:xfrm>
          <a:off x="833426" y="3011225"/>
          <a:ext cx="2811888" cy="4647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984" tIns="0" rIns="0" bIns="0" numCol="1" spcCol="1270" anchor="t" anchorCtr="0">
          <a:noAutofit/>
        </a:bodyPr>
        <a:lstStyle/>
        <a:p>
          <a:pPr lvl="0" algn="l" defTabSz="1244600">
            <a:lnSpc>
              <a:spcPct val="90000"/>
            </a:lnSpc>
            <a:spcBef>
              <a:spcPct val="0"/>
            </a:spcBef>
            <a:spcAft>
              <a:spcPct val="35000"/>
            </a:spcAft>
          </a:pPr>
          <a:r>
            <a:rPr lang="zh-CN" altLang="en-US" sz="2800" b="1" kern="1200" dirty="0">
              <a:solidFill>
                <a:srgbClr val="000000"/>
              </a:solidFill>
              <a:effectLst>
                <a:outerShdw blurRad="38100" dist="38100" dir="2700000" algn="tl">
                  <a:srgbClr val="000000">
                    <a:alpha val="43137"/>
                  </a:srgbClr>
                </a:outerShdw>
              </a:effectLst>
              <a:latin typeface="楷体" pitchFamily="49" charset="-122"/>
              <a:ea typeface="楷体" pitchFamily="49" charset="-122"/>
            </a:rPr>
            <a:t>精确的事件传送机制</a:t>
          </a:r>
        </a:p>
      </dsp:txBody>
      <dsp:txXfrm>
        <a:off x="833426" y="3011225"/>
        <a:ext cx="2811888" cy="464704"/>
      </dsp:txXfrm>
    </dsp:sp>
    <dsp:sp modelId="{91430DAE-42EF-4449-9FC6-BA0EC059E3A4}">
      <dsp:nvSpPr>
        <dsp:cNvPr id="0" name=""/>
        <dsp:cNvSpPr/>
      </dsp:nvSpPr>
      <dsp:spPr>
        <a:xfrm>
          <a:off x="2261423" y="1714511"/>
          <a:ext cx="286512" cy="286512"/>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94F60C4-9B1D-4D9C-B85B-0A0E3E28E412}">
      <dsp:nvSpPr>
        <dsp:cNvPr id="0" name=""/>
        <dsp:cNvSpPr/>
      </dsp:nvSpPr>
      <dsp:spPr>
        <a:xfrm>
          <a:off x="2292827" y="1928829"/>
          <a:ext cx="3803172" cy="7709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817" tIns="0" rIns="0" bIns="0" numCol="1" spcCol="1270" anchor="t" anchorCtr="0">
          <a:noAutofit/>
        </a:bodyPr>
        <a:lstStyle/>
        <a:p>
          <a:pPr lvl="0" algn="l" defTabSz="1244600">
            <a:lnSpc>
              <a:spcPct val="90000"/>
            </a:lnSpc>
            <a:spcBef>
              <a:spcPct val="0"/>
            </a:spcBef>
            <a:spcAft>
              <a:spcPct val="35000"/>
            </a:spcAft>
          </a:pPr>
          <a:r>
            <a:rPr lang="zh-CN" altLang="en-US" sz="2800" b="1" kern="1200" dirty="0">
              <a:solidFill>
                <a:srgbClr val="000000"/>
              </a:solidFill>
              <a:effectLst>
                <a:outerShdw blurRad="38100" dist="38100" dir="2700000" algn="tl">
                  <a:srgbClr val="000000">
                    <a:alpha val="43137"/>
                  </a:srgbClr>
                </a:outerShdw>
              </a:effectLst>
              <a:latin typeface="楷体" pitchFamily="49" charset="-122"/>
              <a:ea typeface="楷体" pitchFamily="49" charset="-122"/>
            </a:rPr>
            <a:t>事件监听接口作为事件源与目标之间的协议</a:t>
          </a:r>
        </a:p>
      </dsp:txBody>
      <dsp:txXfrm>
        <a:off x="2292827" y="1928829"/>
        <a:ext cx="3803172" cy="770918"/>
      </dsp:txXfrm>
    </dsp:sp>
    <dsp:sp modelId="{8FD99B56-3092-4CBB-A46B-6D565783194E}">
      <dsp:nvSpPr>
        <dsp:cNvPr id="0" name=""/>
        <dsp:cNvSpPr/>
      </dsp:nvSpPr>
      <dsp:spPr>
        <a:xfrm>
          <a:off x="3812581" y="1175396"/>
          <a:ext cx="396240" cy="39624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91BCC07-61B7-41BA-9D5F-CD7F77E68062}">
      <dsp:nvSpPr>
        <dsp:cNvPr id="0" name=""/>
        <dsp:cNvSpPr/>
      </dsp:nvSpPr>
      <dsp:spPr>
        <a:xfrm>
          <a:off x="3197938" y="634966"/>
          <a:ext cx="2990322" cy="4889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9959" tIns="0" rIns="0" bIns="0" numCol="1" spcCol="1270" anchor="t" anchorCtr="0">
          <a:noAutofit/>
        </a:bodyPr>
        <a:lstStyle/>
        <a:p>
          <a:pPr lvl="0" algn="l" defTabSz="1244600">
            <a:lnSpc>
              <a:spcPct val="90000"/>
            </a:lnSpc>
            <a:spcBef>
              <a:spcPct val="0"/>
            </a:spcBef>
            <a:spcAft>
              <a:spcPct val="35000"/>
            </a:spcAft>
          </a:pPr>
          <a:r>
            <a:rPr lang="zh-CN" altLang="en-US" sz="2800" b="1" kern="1200" dirty="0">
              <a:solidFill>
                <a:srgbClr val="000000"/>
              </a:solidFill>
              <a:effectLst>
                <a:outerShdw blurRad="38100" dist="38100" dir="2700000" algn="tl">
                  <a:srgbClr val="000000">
                    <a:alpha val="43137"/>
                  </a:srgbClr>
                </a:outerShdw>
              </a:effectLst>
              <a:latin typeface="楷体" pitchFamily="49" charset="-122"/>
              <a:ea typeface="楷体" pitchFamily="49" charset="-122"/>
            </a:rPr>
            <a:t>抽象与拓广</a:t>
          </a:r>
        </a:p>
      </dsp:txBody>
      <dsp:txXfrm>
        <a:off x="3197938" y="634966"/>
        <a:ext cx="2990322" cy="488996"/>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arrow6">
  <dgm:title val=""/>
  <dgm:desc val=""/>
  <dgm:catLst>
    <dgm:cat type="relationship" pri="4000"/>
    <dgm:cat type="process" pri="29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ctr"/>
      <dgm:param type="vertAlign" val="mid"/>
      <dgm:param type="ar" val="2.5"/>
    </dgm:alg>
    <dgm:shape xmlns:r="http://schemas.openxmlformats.org/officeDocument/2006/relationships" r:blip="">
      <dgm:adjLst/>
    </dgm:shape>
    <dgm:presOf/>
    <dgm:constrLst>
      <dgm:constr type="primFontSz" for="des" ptType="node" op="equ"/>
      <dgm:constr type="w" for="ch" forName="ribbon" refType="h" refFor="ch" refForName="ribbon" fact="2.5"/>
      <dgm:constr type="h" for="ch" forName="leftArrowText" refType="h" fact="0.49"/>
      <dgm:constr type="ctrY" for="ch" forName="leftArrowText" refType="ctrY" refFor="ch" refForName="ribbon"/>
      <dgm:constr type="ctrYOff" for="ch" forName="leftArrowText" refType="h" refFor="ch" refForName="ribbon" fact="-0.08"/>
      <dgm:constr type="l" for="ch" forName="leftArrowText" refType="w" refFor="ch" refForName="ribbon" fact="0.12"/>
      <dgm:constr type="r" for="ch" forName="leftArrowText" refType="w" refFor="ch" refForName="ribbon" fact="0.45"/>
      <dgm:constr type="h" for="ch" forName="rightArrowText" refType="h" fact="0.49"/>
      <dgm:constr type="ctrY" for="ch" forName="rightArrowText" refType="ctrY" refFor="ch" refForName="ribbon"/>
      <dgm:constr type="ctrYOff" for="ch" forName="rightArrowText" refType="h" refFor="ch" refForName="ribbon" fact="0.08"/>
      <dgm:constr type="l" for="ch" forName="rightArrowText" refType="w" refFor="ch" refForName="ribbon" fact="0.5"/>
      <dgm:constr type="r" for="ch" forName="rightArrowText" refType="w" refFor="ch" refForName="ribbon" fact="0.89"/>
    </dgm:constrLst>
    <dgm:ruleLst/>
    <dgm:choose name="Name0">
      <dgm:if name="Name1" axis="ch" ptType="node" func="cnt" op="gte" val="1">
        <dgm:layoutNode name="ribbon" styleLbl="node1">
          <dgm:alg type="sp"/>
          <dgm:shape xmlns:r="http://schemas.openxmlformats.org/officeDocument/2006/relationships" type="leftRightRibbon" r:blip="">
            <dgm:adjLst/>
          </dgm:shape>
          <dgm:presOf/>
          <dgm:constrLst/>
          <dgm:ruleLst/>
        </dgm:layoutNode>
        <dgm:layoutNode name="leftArrowText" styleLbl="node1">
          <dgm:varLst>
            <dgm:chMax val="0"/>
            <dgm:bulletEnabled val="1"/>
          </dgm:varLst>
          <dgm:alg type="tx">
            <dgm:param type="txAnchorVertCh" val="mid"/>
          </dgm:alg>
          <dgm:shape xmlns:r="http://schemas.openxmlformats.org/officeDocument/2006/relationships" type="rect" r:blip="" hideGeom="1">
            <dgm:adjLst/>
          </dgm:shape>
          <dgm:choose name="Name2">
            <dgm:if name="Name3" func="var" arg="dir" op="equ" val="norm">
              <dgm:presOf axis="ch desOrSelf" ptType="node node" st="1 1" cnt="1 0"/>
            </dgm:if>
            <dgm:else name="Name4">
              <dgm:presOf axis="ch desOrSelf" ptType="node node" st="2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layoutNode name="rightArrowText" styleLbl="node1">
          <dgm:varLst>
            <dgm:chMax val="0"/>
            <dgm:bulletEnabled val="1"/>
          </dgm:varLst>
          <dgm:alg type="tx">
            <dgm:param type="txAnchorVertCh" val="mid"/>
          </dgm:alg>
          <dgm:shape xmlns:r="http://schemas.openxmlformats.org/officeDocument/2006/relationships" type="rect" r:blip="" hideGeom="1">
            <dgm:adjLst/>
          </dgm:shape>
          <dgm:choose name="Name5">
            <dgm:if name="Name6" func="var" arg="dir" op="equ" val="norm">
              <dgm:presOf axis="ch desOrSelf" ptType="node node" st="2 1" cnt="1 0"/>
            </dgm:if>
            <dgm:else name="Name7">
              <dgm:presOf axis="ch desOrSelf" ptType="node node" st="1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if>
      <dgm:else name="Name8"/>
    </dgm:choose>
  </dgm:layoutNode>
</dgm:layoutDef>
</file>

<file path=ppt/diagrams/layout4.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5.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9.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1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8610" name="Rectangle 2"/>
          <p:cNvSpPr>
            <a:spLocks noGrp="1" noChangeArrowheads="1"/>
          </p:cNvSpPr>
          <p:nvPr>
            <p:ph type="hdr" sz="quarter"/>
          </p:nvPr>
        </p:nvSpPr>
        <p:spPr bwMode="auto">
          <a:xfrm>
            <a:off x="322263" y="468313"/>
            <a:ext cx="3065462" cy="547687"/>
          </a:xfrm>
          <a:prstGeom prst="rect">
            <a:avLst/>
          </a:prstGeom>
          <a:noFill/>
          <a:ln w="9525">
            <a:noFill/>
            <a:miter lim="800000"/>
            <a:headEnd/>
            <a:tailEnd/>
          </a:ln>
          <a:effectLst/>
        </p:spPr>
        <p:txBody>
          <a:bodyPr vert="horz" wrap="square" lIns="96295" tIns="48148" rIns="96295" bIns="48148" numCol="1" anchor="t" anchorCtr="0" compatLnSpc="1">
            <a:prstTxWarp prst="textNoShape">
              <a:avLst/>
            </a:prstTxWarp>
          </a:bodyPr>
          <a:lstStyle>
            <a:lvl1pPr defTabSz="963613">
              <a:spcBef>
                <a:spcPct val="0"/>
              </a:spcBef>
              <a:buClrTx/>
              <a:buFontTx/>
              <a:buNone/>
              <a:defRPr kumimoji="0" sz="1300">
                <a:latin typeface="Arial" charset="0"/>
                <a:ea typeface="+mn-ea"/>
              </a:defRPr>
            </a:lvl1pPr>
          </a:lstStyle>
          <a:p>
            <a:pPr>
              <a:defRPr/>
            </a:pPr>
            <a:r>
              <a:rPr lang="en-US" altLang="zh-CN"/>
              <a:t>Qingping TAN</a:t>
            </a:r>
            <a:endParaRPr lang="zh-CN" altLang="en-US"/>
          </a:p>
        </p:txBody>
      </p:sp>
      <p:sp>
        <p:nvSpPr>
          <p:cNvPr id="68611" name="Rectangle 3"/>
          <p:cNvSpPr>
            <a:spLocks noGrp="1" noChangeArrowheads="1"/>
          </p:cNvSpPr>
          <p:nvPr>
            <p:ph type="dt" sz="quarter" idx="1"/>
          </p:nvPr>
        </p:nvSpPr>
        <p:spPr bwMode="auto">
          <a:xfrm>
            <a:off x="3711575" y="468313"/>
            <a:ext cx="3065463" cy="547687"/>
          </a:xfrm>
          <a:prstGeom prst="rect">
            <a:avLst/>
          </a:prstGeom>
          <a:noFill/>
          <a:ln w="9525">
            <a:noFill/>
            <a:miter lim="800000"/>
            <a:headEnd/>
            <a:tailEnd/>
          </a:ln>
          <a:effectLst/>
        </p:spPr>
        <p:txBody>
          <a:bodyPr vert="horz" wrap="square" lIns="96295" tIns="48148" rIns="96295" bIns="48148" numCol="1" anchor="t" anchorCtr="0" compatLnSpc="1">
            <a:prstTxWarp prst="textNoShape">
              <a:avLst/>
            </a:prstTxWarp>
          </a:bodyPr>
          <a:lstStyle>
            <a:lvl1pPr algn="r" defTabSz="963613">
              <a:spcBef>
                <a:spcPct val="0"/>
              </a:spcBef>
              <a:buClrTx/>
              <a:buFontTx/>
              <a:buNone/>
              <a:defRPr kumimoji="0" sz="1300">
                <a:latin typeface="Arial" charset="0"/>
                <a:ea typeface="+mn-ea"/>
              </a:defRPr>
            </a:lvl1pPr>
          </a:lstStyle>
          <a:p>
            <a:pPr>
              <a:defRPr/>
            </a:pPr>
            <a:fld id="{F60FA4E6-3735-4332-B65D-82EEE7EED22E}" type="datetime1">
              <a:rPr lang="zh-CN" altLang="en-US"/>
              <a:pPr>
                <a:defRPr/>
              </a:pPr>
              <a:t>2022/10/7 Friday</a:t>
            </a:fld>
            <a:endParaRPr lang="en-US" altLang="zh-CN"/>
          </a:p>
        </p:txBody>
      </p:sp>
      <p:sp>
        <p:nvSpPr>
          <p:cNvPr id="68613" name="Rectangle 5"/>
          <p:cNvSpPr>
            <a:spLocks noGrp="1" noChangeArrowheads="1"/>
          </p:cNvSpPr>
          <p:nvPr>
            <p:ph type="sldNum" sz="quarter" idx="3"/>
          </p:nvPr>
        </p:nvSpPr>
        <p:spPr bwMode="auto">
          <a:xfrm>
            <a:off x="3711575" y="9218613"/>
            <a:ext cx="3065463" cy="547687"/>
          </a:xfrm>
          <a:prstGeom prst="rect">
            <a:avLst/>
          </a:prstGeom>
          <a:noFill/>
          <a:ln w="9525">
            <a:noFill/>
            <a:miter lim="800000"/>
            <a:headEnd/>
            <a:tailEnd/>
          </a:ln>
          <a:effectLst/>
        </p:spPr>
        <p:txBody>
          <a:bodyPr vert="horz" wrap="square" lIns="96295" tIns="48148" rIns="96295" bIns="48148" numCol="1" anchor="b" anchorCtr="0" compatLnSpc="1">
            <a:prstTxWarp prst="textNoShape">
              <a:avLst/>
            </a:prstTxWarp>
          </a:bodyPr>
          <a:lstStyle>
            <a:lvl1pPr algn="r" defTabSz="963613">
              <a:defRPr kumimoji="0" sz="1300">
                <a:latin typeface="Arial" pitchFamily="34" charset="0"/>
                <a:ea typeface="宋体" pitchFamily="2" charset="-122"/>
              </a:defRPr>
            </a:lvl1pPr>
          </a:lstStyle>
          <a:p>
            <a:fld id="{14AE1679-07FB-4506-A2EA-BAC88D1D1294}" type="slidenum">
              <a:rPr lang="zh-CN" altLang="en-US"/>
              <a:pPr/>
              <a:t>‹#›</a:t>
            </a:fld>
            <a:endParaRPr lang="en-US" altLang="zh-CN"/>
          </a:p>
        </p:txBody>
      </p:sp>
    </p:spTree>
    <p:extLst>
      <p:ext uri="{BB962C8B-B14F-4D97-AF65-F5344CB8AC3E}">
        <p14:creationId xmlns:p14="http://schemas.microsoft.com/office/powerpoint/2010/main" val="12203317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8370"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6295" tIns="48148" rIns="96295" bIns="48148" numCol="1" anchor="t" anchorCtr="0" compatLnSpc="1">
            <a:prstTxWarp prst="textNoShape">
              <a:avLst/>
            </a:prstTxWarp>
          </a:bodyPr>
          <a:lstStyle>
            <a:lvl1pPr defTabSz="963613">
              <a:spcBef>
                <a:spcPct val="0"/>
              </a:spcBef>
              <a:buClrTx/>
              <a:buFontTx/>
              <a:buNone/>
              <a:defRPr kumimoji="0" sz="1300">
                <a:latin typeface="Arial" charset="0"/>
                <a:ea typeface="+mn-ea"/>
              </a:defRPr>
            </a:lvl1pPr>
          </a:lstStyle>
          <a:p>
            <a:pPr>
              <a:defRPr/>
            </a:pPr>
            <a:r>
              <a:rPr lang="zh-CN" altLang="en-US"/>
              <a:t>Web Applications</a:t>
            </a:r>
          </a:p>
        </p:txBody>
      </p:sp>
      <p:sp>
        <p:nvSpPr>
          <p:cNvPr id="58371" name="Rectangle 3"/>
          <p:cNvSpPr>
            <a:spLocks noGrp="1" noChangeArrowheads="1"/>
          </p:cNvSpPr>
          <p:nvPr>
            <p:ph type="dt" idx="1"/>
          </p:nvPr>
        </p:nvSpPr>
        <p:spPr bwMode="auto">
          <a:xfrm>
            <a:off x="4022725" y="0"/>
            <a:ext cx="3076575" cy="511175"/>
          </a:xfrm>
          <a:prstGeom prst="rect">
            <a:avLst/>
          </a:prstGeom>
          <a:noFill/>
          <a:ln w="9525">
            <a:noFill/>
            <a:miter lim="800000"/>
            <a:headEnd/>
            <a:tailEnd/>
          </a:ln>
          <a:effectLst/>
        </p:spPr>
        <p:txBody>
          <a:bodyPr vert="horz" wrap="square" lIns="96295" tIns="48148" rIns="96295" bIns="48148" numCol="1" anchor="t" anchorCtr="0" compatLnSpc="1">
            <a:prstTxWarp prst="textNoShape">
              <a:avLst/>
            </a:prstTxWarp>
          </a:bodyPr>
          <a:lstStyle>
            <a:lvl1pPr algn="r" defTabSz="963613">
              <a:spcBef>
                <a:spcPct val="0"/>
              </a:spcBef>
              <a:buClrTx/>
              <a:buFontTx/>
              <a:buNone/>
              <a:defRPr kumimoji="0" sz="1300">
                <a:latin typeface="Arial" charset="0"/>
                <a:ea typeface="+mn-ea"/>
              </a:defRPr>
            </a:lvl1pPr>
          </a:lstStyle>
          <a:p>
            <a:pPr>
              <a:defRPr/>
            </a:pPr>
            <a:fld id="{AEE614C1-D4F0-460C-9449-EDA1F1D13387}" type="datetime1">
              <a:rPr lang="zh-CN" altLang="en-US"/>
              <a:pPr>
                <a:defRPr/>
              </a:pPr>
              <a:t>2022/10/7 Friday</a:t>
            </a:fld>
            <a:endParaRPr lang="en-US" altLang="zh-CN"/>
          </a:p>
        </p:txBody>
      </p:sp>
      <p:sp>
        <p:nvSpPr>
          <p:cNvPr id="26628" name="Rectangle 4"/>
          <p:cNvSpPr>
            <a:spLocks noGrp="1" noRot="1" noChangeAspect="1" noChangeArrowheads="1" noTextEdit="1"/>
          </p:cNvSpPr>
          <p:nvPr>
            <p:ph type="sldImg" idx="2"/>
          </p:nvPr>
        </p:nvSpPr>
        <p:spPr bwMode="auto">
          <a:xfrm>
            <a:off x="990600" y="768350"/>
            <a:ext cx="5118100" cy="38385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3" name="Rectangle 5"/>
          <p:cNvSpPr>
            <a:spLocks noGrp="1" noChangeArrowheads="1"/>
          </p:cNvSpPr>
          <p:nvPr>
            <p:ph type="body" sz="quarter" idx="3"/>
          </p:nvPr>
        </p:nvSpPr>
        <p:spPr bwMode="auto">
          <a:xfrm>
            <a:off x="946150" y="4862513"/>
            <a:ext cx="5207000" cy="4603750"/>
          </a:xfrm>
          <a:prstGeom prst="rect">
            <a:avLst/>
          </a:prstGeom>
          <a:noFill/>
          <a:ln w="9525">
            <a:noFill/>
            <a:miter lim="800000"/>
            <a:headEnd/>
            <a:tailEnd/>
          </a:ln>
          <a:effectLst/>
        </p:spPr>
        <p:txBody>
          <a:bodyPr vert="horz" wrap="square" lIns="96295" tIns="48148" rIns="96295" bIns="48148" numCol="1" anchor="t" anchorCtr="0" compatLnSpc="1">
            <a:prstTxWarp prst="textNoShape">
              <a:avLst/>
            </a:prstTxWarp>
          </a:bodyPr>
          <a:lstStyle/>
          <a:p>
            <a:pPr lvl="0"/>
            <a:r>
              <a:rPr lang="en-US" altLang="zh-CN" noProof="0"/>
              <a:t>Click to edit Master text styles</a:t>
            </a:r>
          </a:p>
          <a:p>
            <a:pPr lvl="0"/>
            <a:r>
              <a:rPr lang="en-US" altLang="zh-CN" noProof="0"/>
              <a:t>Second level</a:t>
            </a:r>
          </a:p>
          <a:p>
            <a:pPr lvl="0"/>
            <a:r>
              <a:rPr lang="en-US" altLang="zh-CN" noProof="0"/>
              <a:t>Third level</a:t>
            </a:r>
          </a:p>
          <a:p>
            <a:pPr lvl="0"/>
            <a:r>
              <a:rPr lang="en-US" altLang="zh-CN" noProof="0"/>
              <a:t>Fourth level</a:t>
            </a:r>
          </a:p>
          <a:p>
            <a:pPr lvl="0"/>
            <a:r>
              <a:rPr lang="en-US" altLang="zh-CN" noProof="0"/>
              <a:t>Fifth level</a:t>
            </a:r>
          </a:p>
        </p:txBody>
      </p:sp>
      <p:sp>
        <p:nvSpPr>
          <p:cNvPr id="58375" name="Rectangle 7"/>
          <p:cNvSpPr>
            <a:spLocks noGrp="1" noChangeArrowheads="1"/>
          </p:cNvSpPr>
          <p:nvPr>
            <p:ph type="sldNum" sz="quarter" idx="5"/>
          </p:nvPr>
        </p:nvSpPr>
        <p:spPr bwMode="auto">
          <a:xfrm>
            <a:off x="4022725" y="9723438"/>
            <a:ext cx="3076575" cy="511175"/>
          </a:xfrm>
          <a:prstGeom prst="rect">
            <a:avLst/>
          </a:prstGeom>
          <a:noFill/>
          <a:ln w="9525">
            <a:noFill/>
            <a:miter lim="800000"/>
            <a:headEnd/>
            <a:tailEnd/>
          </a:ln>
          <a:effectLst/>
        </p:spPr>
        <p:txBody>
          <a:bodyPr vert="horz" wrap="square" lIns="96295" tIns="48148" rIns="96295" bIns="48148" numCol="1" anchor="b" anchorCtr="0" compatLnSpc="1">
            <a:prstTxWarp prst="textNoShape">
              <a:avLst/>
            </a:prstTxWarp>
          </a:bodyPr>
          <a:lstStyle>
            <a:lvl1pPr algn="r" defTabSz="963613">
              <a:defRPr kumimoji="0" sz="1300">
                <a:latin typeface="Arial" pitchFamily="34" charset="0"/>
                <a:ea typeface="宋体" pitchFamily="2" charset="-122"/>
              </a:defRPr>
            </a:lvl1pPr>
          </a:lstStyle>
          <a:p>
            <a:fld id="{AC903157-D14F-4EBC-B1E2-0D102E51E329}" type="slidenum">
              <a:rPr lang="zh-CN" altLang="en-US"/>
              <a:pPr/>
              <a:t>‹#›</a:t>
            </a:fld>
            <a:endParaRPr lang="en-US" altLang="zh-CN"/>
          </a:p>
        </p:txBody>
      </p:sp>
    </p:spTree>
    <p:extLst>
      <p:ext uri="{BB962C8B-B14F-4D97-AF65-F5344CB8AC3E}">
        <p14:creationId xmlns:p14="http://schemas.microsoft.com/office/powerpoint/2010/main" val="279606118"/>
      </p:ext>
    </p:extLst>
  </p:cSld>
  <p:clrMap bg1="lt1" tx1="dk1" bg2="lt2" tx2="dk2" accent1="accent1" accent2="accent2" accent3="accent3" accent4="accent4" accent5="accent5" accent6="accent6" hlink="hlink" folHlink="folHlink"/>
  <p:hf hdr="0"/>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742950" indent="-28575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1143000" indent="-228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600200" indent="-228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2057400" indent="-228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p:cNvSpPr>
            <a:spLocks noGrp="1" noRot="1" noChangeAspect="1" noChangeArrowheads="1" noTextEdit="1"/>
          </p:cNvSpPr>
          <p:nvPr>
            <p:ph type="sldImg"/>
          </p:nvPr>
        </p:nvSpPr>
        <p:spPr>
          <a:ln/>
        </p:spPr>
      </p:sp>
      <p:sp>
        <p:nvSpPr>
          <p:cNvPr id="3" name="备注占位符 2"/>
          <p:cNvSpPr>
            <a:spLocks noGrp="1"/>
          </p:cNvSpPr>
          <p:nvPr>
            <p:ph type="body" idx="1"/>
          </p:nvPr>
        </p:nvSpPr>
        <p:spPr/>
        <p:txBody>
          <a:bodyPr/>
          <a:lstStyle/>
          <a:p>
            <a:pPr>
              <a:defRPr/>
            </a:pPr>
            <a:r>
              <a:rPr lang="zh-CN" altLang="en-US" dirty="0">
                <a:effectLst>
                  <a:outerShdw blurRad="38100" dist="38100" dir="2700000" algn="tl">
                    <a:srgbClr val="000000">
                      <a:alpha val="43137"/>
                    </a:srgbClr>
                  </a:outerShdw>
                </a:effectLst>
                <a:latin typeface="楷体" pitchFamily="49" charset="-122"/>
                <a:ea typeface="楷体" pitchFamily="49" charset="-122"/>
              </a:rPr>
              <a:t>第</a:t>
            </a:r>
            <a:r>
              <a:rPr lang="en-US" altLang="zh-CN" dirty="0">
                <a:effectLst>
                  <a:outerShdw blurRad="38100" dist="38100" dir="2700000" algn="tl">
                    <a:srgbClr val="000000">
                      <a:alpha val="43137"/>
                    </a:srgbClr>
                  </a:outerShdw>
                </a:effectLst>
                <a:latin typeface="楷体" pitchFamily="49" charset="-122"/>
                <a:ea typeface="楷体" pitchFamily="49" charset="-122"/>
              </a:rPr>
              <a:t>4</a:t>
            </a:r>
            <a:r>
              <a:rPr lang="zh-CN" altLang="en-US" dirty="0">
                <a:effectLst>
                  <a:outerShdw blurRad="38100" dist="38100" dir="2700000" algn="tl">
                    <a:srgbClr val="000000">
                      <a:alpha val="43137"/>
                    </a:srgbClr>
                  </a:outerShdw>
                </a:effectLst>
                <a:latin typeface="楷体" pitchFamily="49" charset="-122"/>
                <a:ea typeface="楷体" pitchFamily="49" charset="-122"/>
              </a:rPr>
              <a:t>章 软件设计</a:t>
            </a:r>
            <a:r>
              <a:rPr lang="en-US" altLang="zh-CN" dirty="0">
                <a:effectLst>
                  <a:outerShdw blurRad="38100" dist="38100" dir="2700000" algn="tl">
                    <a:srgbClr val="000000">
                      <a:alpha val="43137"/>
                    </a:srgbClr>
                  </a:outerShdw>
                </a:effectLst>
                <a:latin typeface="楷体" pitchFamily="49" charset="-122"/>
                <a:ea typeface="楷体" pitchFamily="49" charset="-122"/>
              </a:rPr>
              <a:t/>
            </a:r>
            <a:br>
              <a:rPr lang="en-US" altLang="zh-CN" dirty="0">
                <a:effectLst>
                  <a:outerShdw blurRad="38100" dist="38100" dir="2700000" algn="tl">
                    <a:srgbClr val="000000">
                      <a:alpha val="43137"/>
                    </a:srgbClr>
                  </a:outerShdw>
                </a:effectLst>
                <a:latin typeface="楷体" pitchFamily="49" charset="-122"/>
                <a:ea typeface="楷体" pitchFamily="49" charset="-122"/>
              </a:rPr>
            </a:br>
            <a:r>
              <a:rPr lang="en-US" altLang="zh-CN" dirty="0">
                <a:effectLst>
                  <a:outerShdw blurRad="38100" dist="38100" dir="2700000" algn="tl">
                    <a:srgbClr val="000000">
                      <a:alpha val="43137"/>
                    </a:srgbClr>
                  </a:outerShdw>
                </a:effectLst>
                <a:latin typeface="楷体" pitchFamily="49" charset="-122"/>
                <a:ea typeface="楷体" pitchFamily="49" charset="-122"/>
              </a:rPr>
              <a:t>  4.2 </a:t>
            </a:r>
            <a:r>
              <a:rPr lang="zh-CN" altLang="en-US" dirty="0">
                <a:effectLst>
                  <a:outerShdw blurRad="38100" dist="38100" dir="2700000" algn="tl">
                    <a:srgbClr val="000000">
                      <a:alpha val="43137"/>
                    </a:srgbClr>
                  </a:outerShdw>
                </a:effectLst>
                <a:latin typeface="楷体" pitchFamily="49" charset="-122"/>
                <a:ea typeface="楷体" pitchFamily="49" charset="-122"/>
              </a:rPr>
              <a:t>体系结构设计</a:t>
            </a:r>
            <a:r>
              <a:rPr lang="en-US" altLang="zh-CN" dirty="0">
                <a:effectLst>
                  <a:outerShdw blurRad="38100" dist="38100" dir="2700000" algn="tl">
                    <a:srgbClr val="000000">
                      <a:alpha val="43137"/>
                    </a:srgbClr>
                  </a:outerShdw>
                </a:effectLst>
                <a:latin typeface="楷体" pitchFamily="49" charset="-122"/>
                <a:ea typeface="楷体" pitchFamily="49" charset="-122"/>
              </a:rPr>
              <a:t>(</a:t>
            </a:r>
            <a:r>
              <a:rPr lang="zh-CN" altLang="en-US" dirty="0">
                <a:effectLst>
                  <a:outerShdw blurRad="38100" dist="38100" dir="2700000" algn="tl">
                    <a:srgbClr val="000000">
                      <a:alpha val="43137"/>
                    </a:srgbClr>
                  </a:outerShdw>
                </a:effectLst>
                <a:latin typeface="楷体" pitchFamily="49" charset="-122"/>
                <a:ea typeface="楷体" pitchFamily="49" charset="-122"/>
              </a:rPr>
              <a:t>第</a:t>
            </a:r>
            <a:r>
              <a:rPr lang="en-US" altLang="zh-CN" dirty="0">
                <a:effectLst>
                  <a:outerShdw blurRad="38100" dist="38100" dir="2700000" algn="tl">
                    <a:srgbClr val="000000">
                      <a:alpha val="43137"/>
                    </a:srgbClr>
                  </a:outerShdw>
                </a:effectLst>
                <a:latin typeface="楷体" pitchFamily="49" charset="-122"/>
                <a:ea typeface="楷体" pitchFamily="49" charset="-122"/>
              </a:rPr>
              <a:t>1</a:t>
            </a:r>
            <a:r>
              <a:rPr lang="zh-CN" altLang="en-US" dirty="0">
                <a:effectLst>
                  <a:outerShdw blurRad="38100" dist="38100" dir="2700000" algn="tl">
                    <a:srgbClr val="000000">
                      <a:alpha val="43137"/>
                    </a:srgbClr>
                  </a:outerShdw>
                </a:effectLst>
                <a:latin typeface="楷体" pitchFamily="49" charset="-122"/>
                <a:ea typeface="楷体" pitchFamily="49" charset="-122"/>
              </a:rPr>
              <a:t>部分：</a:t>
            </a:r>
            <a:r>
              <a:rPr lang="en-US" altLang="zh-CN" dirty="0">
                <a:effectLst>
                  <a:outerShdw blurRad="38100" dist="38100" dir="2700000" algn="tl">
                    <a:srgbClr val="000000">
                      <a:alpha val="43137"/>
                    </a:srgbClr>
                  </a:outerShdw>
                </a:effectLst>
                <a:latin typeface="楷体" pitchFamily="49" charset="-122"/>
                <a:ea typeface="楷体" pitchFamily="49" charset="-122"/>
              </a:rPr>
              <a:t/>
            </a:r>
            <a:br>
              <a:rPr lang="en-US" altLang="zh-CN" dirty="0">
                <a:effectLst>
                  <a:outerShdw blurRad="38100" dist="38100" dir="2700000" algn="tl">
                    <a:srgbClr val="000000">
                      <a:alpha val="43137"/>
                    </a:srgbClr>
                  </a:outerShdw>
                </a:effectLst>
                <a:latin typeface="楷体" pitchFamily="49" charset="-122"/>
                <a:ea typeface="楷体" pitchFamily="49" charset="-122"/>
              </a:rPr>
            </a:br>
            <a:r>
              <a:rPr lang="en-US" altLang="zh-CN" dirty="0">
                <a:effectLst>
                  <a:outerShdw blurRad="38100" dist="38100" dir="2700000" algn="tl">
                    <a:srgbClr val="000000">
                      <a:alpha val="43137"/>
                    </a:srgbClr>
                  </a:outerShdw>
                </a:effectLst>
                <a:latin typeface="楷体" pitchFamily="49" charset="-122"/>
                <a:ea typeface="楷体" pitchFamily="49" charset="-122"/>
              </a:rPr>
              <a:t>      </a:t>
            </a:r>
            <a:r>
              <a:rPr lang="zh-CN" altLang="en-US" dirty="0">
                <a:effectLst>
                  <a:outerShdw blurRad="38100" dist="38100" dir="2700000" algn="tl">
                    <a:srgbClr val="000000">
                      <a:alpha val="43137"/>
                    </a:srgbClr>
                  </a:outerShdw>
                </a:effectLst>
                <a:latin typeface="楷体" pitchFamily="49" charset="-122"/>
                <a:ea typeface="楷体" pitchFamily="49" charset="-122"/>
              </a:rPr>
              <a:t>体系结构的初步设计</a:t>
            </a:r>
            <a:r>
              <a:rPr lang="en-US" altLang="zh-CN">
                <a:effectLst>
                  <a:outerShdw blurRad="38100" dist="38100" dir="2700000" algn="tl">
                    <a:srgbClr val="000000">
                      <a:alpha val="43137"/>
                    </a:srgbClr>
                  </a:outerShdw>
                </a:effectLst>
                <a:latin typeface="楷体" pitchFamily="49" charset="-122"/>
                <a:ea typeface="楷体" pitchFamily="49" charset="-122"/>
              </a:rPr>
              <a:t>)</a:t>
            </a:r>
            <a:endParaRPr lang="zh-CN" altLang="en-US"/>
          </a:p>
        </p:txBody>
      </p:sp>
      <p:sp>
        <p:nvSpPr>
          <p:cNvPr id="66564" name="日期占位符 3"/>
          <p:cNvSpPr>
            <a:spLocks noGrp="1"/>
          </p:cNvSpPr>
          <p:nvPr>
            <p:ph type="dt" sz="quarter" idx="1"/>
          </p:nvPr>
        </p:nvSpPr>
        <p:spPr/>
        <p:txBody>
          <a:bodyPr/>
          <a:lstStyle>
            <a:lvl1pPr defTabSz="963613">
              <a:spcBef>
                <a:spcPct val="30000"/>
              </a:spcBef>
              <a:defRPr kumimoji="1" sz="1200">
                <a:solidFill>
                  <a:schemeClr val="tx1"/>
                </a:solidFill>
                <a:latin typeface="Times New Roman" panose="02020603050405020304" pitchFamily="18" charset="0"/>
              </a:defRPr>
            </a:lvl1pPr>
            <a:lvl2pPr marL="742950" indent="-285750" defTabSz="963613">
              <a:spcBef>
                <a:spcPct val="30000"/>
              </a:spcBef>
              <a:defRPr kumimoji="1" sz="1200">
                <a:solidFill>
                  <a:schemeClr val="tx1"/>
                </a:solidFill>
                <a:latin typeface="Times New Roman" panose="02020603050405020304" pitchFamily="18" charset="0"/>
              </a:defRPr>
            </a:lvl2pPr>
            <a:lvl3pPr marL="1143000" indent="-228600" defTabSz="963613">
              <a:spcBef>
                <a:spcPct val="30000"/>
              </a:spcBef>
              <a:defRPr kumimoji="1" sz="1200">
                <a:solidFill>
                  <a:schemeClr val="tx1"/>
                </a:solidFill>
                <a:latin typeface="Times New Roman" panose="02020603050405020304" pitchFamily="18" charset="0"/>
              </a:defRPr>
            </a:lvl3pPr>
            <a:lvl4pPr marL="1600200" indent="-228600" defTabSz="963613">
              <a:spcBef>
                <a:spcPct val="30000"/>
              </a:spcBef>
              <a:defRPr kumimoji="1" sz="1200">
                <a:solidFill>
                  <a:schemeClr val="tx1"/>
                </a:solidFill>
                <a:latin typeface="Times New Roman" panose="02020603050405020304" pitchFamily="18" charset="0"/>
              </a:defRPr>
            </a:lvl4pPr>
            <a:lvl5pPr marL="2057400" indent="-228600" defTabSz="963613">
              <a:spcBef>
                <a:spcPct val="30000"/>
              </a:spcBef>
              <a:defRPr kumimoji="1" sz="1200">
                <a:solidFill>
                  <a:schemeClr val="tx1"/>
                </a:solidFill>
                <a:latin typeface="Times New Roman" panose="02020603050405020304"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defRPr/>
            </a:pPr>
            <a:fld id="{1F060CEF-B14E-4ED0-8683-6192C6F7CF9C}" type="datetime1">
              <a:rPr kumimoji="0" lang="zh-CN" altLang="en-US" sz="1300" smtClean="0">
                <a:latin typeface="Arial" panose="020B0604020202020204" pitchFamily="34" charset="0"/>
              </a:rPr>
              <a:pPr>
                <a:spcBef>
                  <a:spcPct val="0"/>
                </a:spcBef>
                <a:defRPr/>
              </a:pPr>
              <a:t>2022/10/7 Friday</a:t>
            </a:fld>
            <a:endParaRPr kumimoji="0" lang="en-US" altLang="zh-CN" sz="1300">
              <a:latin typeface="Arial" panose="020B0604020202020204" pitchFamily="34" charset="0"/>
            </a:endParaRPr>
          </a:p>
        </p:txBody>
      </p:sp>
      <p:sp>
        <p:nvSpPr>
          <p:cNvPr id="29701" name="灯片编号占位符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fld id="{83A86F3A-A963-4AB0-A8BE-CBF849ABF2C3}" type="slidenum">
              <a:rPr kumimoji="0" lang="zh-CN" altLang="en-US" sz="1300">
                <a:latin typeface="Arial" pitchFamily="34" charset="0"/>
              </a:rPr>
              <a:pPr/>
              <a:t>1</a:t>
            </a:fld>
            <a:endParaRPr kumimoji="0" lang="en-US" altLang="zh-CN" sz="1300">
              <a:latin typeface="Arial"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a:ln/>
        </p:spPr>
      </p:sp>
      <p:sp>
        <p:nvSpPr>
          <p:cNvPr id="3584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4" name="日期占位符 3"/>
          <p:cNvSpPr>
            <a:spLocks noGrp="1"/>
          </p:cNvSpPr>
          <p:nvPr>
            <p:ph type="dt" sz="quarter" idx="1"/>
          </p:nvPr>
        </p:nvSpPr>
        <p:spPr/>
        <p:txBody>
          <a:bodyPr/>
          <a:lstStyle/>
          <a:p>
            <a:pPr>
              <a:defRPr/>
            </a:pPr>
            <a:fld id="{A8118470-941B-4514-AB46-39B83C37C8C0}" type="datetime1">
              <a:rPr lang="zh-CN" altLang="en-US" smtClean="0"/>
              <a:pPr>
                <a:defRPr/>
              </a:pPr>
              <a:t>2022/10/7 Friday</a:t>
            </a:fld>
            <a:endParaRPr lang="en-US" altLang="zh-CN"/>
          </a:p>
        </p:txBody>
      </p:sp>
      <p:sp>
        <p:nvSpPr>
          <p:cNvPr id="35845" name="灯片编号占位符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2400">
                <a:solidFill>
                  <a:schemeClr val="tx1"/>
                </a:solidFill>
                <a:latin typeface="Tahoma" pitchFamily="34" charset="0"/>
                <a:ea typeface="幼圆" pitchFamily="49" charset="-122"/>
              </a:defRPr>
            </a:lvl1pPr>
            <a:lvl2pPr marL="742950" indent="-285750" defTabSz="963613">
              <a:defRPr kumimoji="1" sz="2400">
                <a:solidFill>
                  <a:schemeClr val="tx1"/>
                </a:solidFill>
                <a:latin typeface="Tahoma" pitchFamily="34" charset="0"/>
                <a:ea typeface="幼圆" pitchFamily="49" charset="-122"/>
              </a:defRPr>
            </a:lvl2pPr>
            <a:lvl3pPr marL="1143000" indent="-228600" defTabSz="963613">
              <a:defRPr kumimoji="1" sz="2400">
                <a:solidFill>
                  <a:schemeClr val="tx1"/>
                </a:solidFill>
                <a:latin typeface="Tahoma" pitchFamily="34" charset="0"/>
                <a:ea typeface="幼圆" pitchFamily="49" charset="-122"/>
              </a:defRPr>
            </a:lvl3pPr>
            <a:lvl4pPr marL="1600200" indent="-228600" defTabSz="963613">
              <a:defRPr kumimoji="1" sz="2400">
                <a:solidFill>
                  <a:schemeClr val="tx1"/>
                </a:solidFill>
                <a:latin typeface="Tahoma" pitchFamily="34" charset="0"/>
                <a:ea typeface="幼圆" pitchFamily="49" charset="-122"/>
              </a:defRPr>
            </a:lvl4pPr>
            <a:lvl5pPr marL="2057400" indent="-228600" defTabSz="963613">
              <a:defRPr kumimoji="1" sz="2400">
                <a:solidFill>
                  <a:schemeClr val="tx1"/>
                </a:solidFill>
                <a:latin typeface="Tahoma" pitchFamily="34" charset="0"/>
                <a:ea typeface="幼圆" pitchFamily="49" charset="-122"/>
              </a:defRPr>
            </a:lvl5pPr>
            <a:lvl6pPr marL="2514600" indent="-228600" defTabSz="963613" eaLnBrk="0" fontAlgn="base" hangingPunct="0">
              <a:spcBef>
                <a:spcPct val="0"/>
              </a:spcBef>
              <a:spcAft>
                <a:spcPct val="0"/>
              </a:spcAft>
              <a:defRPr kumimoji="1" sz="2400">
                <a:solidFill>
                  <a:schemeClr val="tx1"/>
                </a:solidFill>
                <a:latin typeface="Tahoma" pitchFamily="34" charset="0"/>
                <a:ea typeface="幼圆" pitchFamily="49" charset="-122"/>
              </a:defRPr>
            </a:lvl6pPr>
            <a:lvl7pPr marL="2971800" indent="-228600" defTabSz="963613" eaLnBrk="0" fontAlgn="base" hangingPunct="0">
              <a:spcBef>
                <a:spcPct val="0"/>
              </a:spcBef>
              <a:spcAft>
                <a:spcPct val="0"/>
              </a:spcAft>
              <a:defRPr kumimoji="1" sz="2400">
                <a:solidFill>
                  <a:schemeClr val="tx1"/>
                </a:solidFill>
                <a:latin typeface="Tahoma" pitchFamily="34" charset="0"/>
                <a:ea typeface="幼圆" pitchFamily="49" charset="-122"/>
              </a:defRPr>
            </a:lvl7pPr>
            <a:lvl8pPr marL="3429000" indent="-228600" defTabSz="963613" eaLnBrk="0" fontAlgn="base" hangingPunct="0">
              <a:spcBef>
                <a:spcPct val="0"/>
              </a:spcBef>
              <a:spcAft>
                <a:spcPct val="0"/>
              </a:spcAft>
              <a:defRPr kumimoji="1" sz="2400">
                <a:solidFill>
                  <a:schemeClr val="tx1"/>
                </a:solidFill>
                <a:latin typeface="Tahoma" pitchFamily="34" charset="0"/>
                <a:ea typeface="幼圆" pitchFamily="49" charset="-122"/>
              </a:defRPr>
            </a:lvl8pPr>
            <a:lvl9pPr marL="3886200" indent="-228600" defTabSz="963613" eaLnBrk="0" fontAlgn="base" hangingPunct="0">
              <a:spcBef>
                <a:spcPct val="0"/>
              </a:spcBef>
              <a:spcAft>
                <a:spcPct val="0"/>
              </a:spcAft>
              <a:defRPr kumimoji="1" sz="2400">
                <a:solidFill>
                  <a:schemeClr val="tx1"/>
                </a:solidFill>
                <a:latin typeface="Tahoma" pitchFamily="34" charset="0"/>
                <a:ea typeface="幼圆" pitchFamily="49" charset="-122"/>
              </a:defRPr>
            </a:lvl9pPr>
          </a:lstStyle>
          <a:p>
            <a:fld id="{ED7434CE-6E66-4DA6-9D1C-641962F33F59}" type="slidenum">
              <a:rPr kumimoji="0" lang="zh-CN" altLang="en-US" sz="1300">
                <a:latin typeface="Arial" pitchFamily="34" charset="0"/>
                <a:ea typeface="宋体" pitchFamily="2" charset="-122"/>
              </a:rPr>
              <a:pPr/>
              <a:t>6</a:t>
            </a:fld>
            <a:endParaRPr kumimoji="0" lang="en-US" altLang="zh-CN" sz="1300">
              <a:latin typeface="Arial" pitchFamily="34" charset="0"/>
              <a:ea typeface="宋体"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TextEdit="1"/>
          </p:cNvSpPr>
          <p:nvPr>
            <p:ph type="sldImg"/>
          </p:nvPr>
        </p:nvSpPr>
        <p:spPr>
          <a:ln/>
        </p:spPr>
      </p:sp>
      <p:sp>
        <p:nvSpPr>
          <p:cNvPr id="4301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4" name="日期占位符 3"/>
          <p:cNvSpPr>
            <a:spLocks noGrp="1"/>
          </p:cNvSpPr>
          <p:nvPr>
            <p:ph type="dt" sz="quarter" idx="1"/>
          </p:nvPr>
        </p:nvSpPr>
        <p:spPr/>
        <p:txBody>
          <a:bodyPr/>
          <a:lstStyle/>
          <a:p>
            <a:pPr>
              <a:defRPr/>
            </a:pPr>
            <a:fld id="{A8118470-941B-4514-AB46-39B83C37C8C0}" type="datetime1">
              <a:rPr lang="zh-CN" altLang="en-US" smtClean="0"/>
              <a:pPr>
                <a:defRPr/>
              </a:pPr>
              <a:t>2022/10/7 Friday</a:t>
            </a:fld>
            <a:endParaRPr lang="en-US" altLang="zh-CN"/>
          </a:p>
        </p:txBody>
      </p:sp>
      <p:sp>
        <p:nvSpPr>
          <p:cNvPr id="43013" name="灯片编号占位符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2400">
                <a:solidFill>
                  <a:schemeClr val="tx1"/>
                </a:solidFill>
                <a:latin typeface="Tahoma" pitchFamily="34" charset="0"/>
                <a:ea typeface="幼圆" pitchFamily="49" charset="-122"/>
              </a:defRPr>
            </a:lvl1pPr>
            <a:lvl2pPr marL="742950" indent="-285750" defTabSz="963613">
              <a:defRPr kumimoji="1" sz="2400">
                <a:solidFill>
                  <a:schemeClr val="tx1"/>
                </a:solidFill>
                <a:latin typeface="Tahoma" pitchFamily="34" charset="0"/>
                <a:ea typeface="幼圆" pitchFamily="49" charset="-122"/>
              </a:defRPr>
            </a:lvl2pPr>
            <a:lvl3pPr marL="1143000" indent="-228600" defTabSz="963613">
              <a:defRPr kumimoji="1" sz="2400">
                <a:solidFill>
                  <a:schemeClr val="tx1"/>
                </a:solidFill>
                <a:latin typeface="Tahoma" pitchFamily="34" charset="0"/>
                <a:ea typeface="幼圆" pitchFamily="49" charset="-122"/>
              </a:defRPr>
            </a:lvl3pPr>
            <a:lvl4pPr marL="1600200" indent="-228600" defTabSz="963613">
              <a:defRPr kumimoji="1" sz="2400">
                <a:solidFill>
                  <a:schemeClr val="tx1"/>
                </a:solidFill>
                <a:latin typeface="Tahoma" pitchFamily="34" charset="0"/>
                <a:ea typeface="幼圆" pitchFamily="49" charset="-122"/>
              </a:defRPr>
            </a:lvl4pPr>
            <a:lvl5pPr marL="2057400" indent="-228600" defTabSz="963613">
              <a:defRPr kumimoji="1" sz="2400">
                <a:solidFill>
                  <a:schemeClr val="tx1"/>
                </a:solidFill>
                <a:latin typeface="Tahoma" pitchFamily="34" charset="0"/>
                <a:ea typeface="幼圆" pitchFamily="49" charset="-122"/>
              </a:defRPr>
            </a:lvl5pPr>
            <a:lvl6pPr marL="2514600" indent="-228600" defTabSz="963613" eaLnBrk="0" fontAlgn="base" hangingPunct="0">
              <a:spcBef>
                <a:spcPct val="0"/>
              </a:spcBef>
              <a:spcAft>
                <a:spcPct val="0"/>
              </a:spcAft>
              <a:defRPr kumimoji="1" sz="2400">
                <a:solidFill>
                  <a:schemeClr val="tx1"/>
                </a:solidFill>
                <a:latin typeface="Tahoma" pitchFamily="34" charset="0"/>
                <a:ea typeface="幼圆" pitchFamily="49" charset="-122"/>
              </a:defRPr>
            </a:lvl6pPr>
            <a:lvl7pPr marL="2971800" indent="-228600" defTabSz="963613" eaLnBrk="0" fontAlgn="base" hangingPunct="0">
              <a:spcBef>
                <a:spcPct val="0"/>
              </a:spcBef>
              <a:spcAft>
                <a:spcPct val="0"/>
              </a:spcAft>
              <a:defRPr kumimoji="1" sz="2400">
                <a:solidFill>
                  <a:schemeClr val="tx1"/>
                </a:solidFill>
                <a:latin typeface="Tahoma" pitchFamily="34" charset="0"/>
                <a:ea typeface="幼圆" pitchFamily="49" charset="-122"/>
              </a:defRPr>
            </a:lvl7pPr>
            <a:lvl8pPr marL="3429000" indent="-228600" defTabSz="963613" eaLnBrk="0" fontAlgn="base" hangingPunct="0">
              <a:spcBef>
                <a:spcPct val="0"/>
              </a:spcBef>
              <a:spcAft>
                <a:spcPct val="0"/>
              </a:spcAft>
              <a:defRPr kumimoji="1" sz="2400">
                <a:solidFill>
                  <a:schemeClr val="tx1"/>
                </a:solidFill>
                <a:latin typeface="Tahoma" pitchFamily="34" charset="0"/>
                <a:ea typeface="幼圆" pitchFamily="49" charset="-122"/>
              </a:defRPr>
            </a:lvl8pPr>
            <a:lvl9pPr marL="3886200" indent="-228600" defTabSz="963613" eaLnBrk="0" fontAlgn="base" hangingPunct="0">
              <a:spcBef>
                <a:spcPct val="0"/>
              </a:spcBef>
              <a:spcAft>
                <a:spcPct val="0"/>
              </a:spcAft>
              <a:defRPr kumimoji="1" sz="2400">
                <a:solidFill>
                  <a:schemeClr val="tx1"/>
                </a:solidFill>
                <a:latin typeface="Tahoma" pitchFamily="34" charset="0"/>
                <a:ea typeface="幼圆" pitchFamily="49" charset="-122"/>
              </a:defRPr>
            </a:lvl9pPr>
          </a:lstStyle>
          <a:p>
            <a:fld id="{6CC05BFD-796F-4927-BFB4-E7E7CA3CC919}" type="slidenum">
              <a:rPr kumimoji="0" lang="zh-CN" altLang="en-US" sz="1300">
                <a:latin typeface="Arial" pitchFamily="34" charset="0"/>
                <a:ea typeface="宋体" pitchFamily="2" charset="-122"/>
              </a:rPr>
              <a:pPr/>
              <a:t>12</a:t>
            </a:fld>
            <a:endParaRPr kumimoji="0" lang="en-US" altLang="zh-CN" sz="1300">
              <a:latin typeface="Arial" pitchFamily="34" charset="0"/>
              <a:ea typeface="宋体"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ChangeArrowheads="1" noTextEdit="1"/>
          </p:cNvSpPr>
          <p:nvPr>
            <p:ph type="sldImg"/>
          </p:nvPr>
        </p:nvSpPr>
        <p:spPr>
          <a:ln/>
        </p:spPr>
      </p:sp>
      <p:sp>
        <p:nvSpPr>
          <p:cNvPr id="860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z="2400" smtClean="0"/>
              <a:t>总之，松耦合要求在双方尽可能相互独立的情形下完成交互协作。但是，全无耦合的双方不可能相互协作，所以，我们并不 在需要协作的双方之间追求零耦合，只希望在确保成功协作的前提条件下尽量降低耦合度。</a:t>
            </a:r>
            <a:endParaRPr lang="en-US" altLang="zh-CN" sz="2400" smtClean="0"/>
          </a:p>
          <a:p>
            <a:endParaRPr lang="zh-CN" altLang="en-US" sz="2400" smtClean="0"/>
          </a:p>
        </p:txBody>
      </p:sp>
      <p:sp>
        <p:nvSpPr>
          <p:cNvPr id="86020" name="日期占位符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fld id="{4F47797E-CD90-4701-A9D2-5B7E88A9F4D5}" type="datetime1">
              <a:rPr kumimoji="0" lang="zh-CN" altLang="en-US" sz="1300" smtClean="0">
                <a:latin typeface="Arial" pitchFamily="34" charset="0"/>
              </a:rPr>
              <a:pPr/>
              <a:t>2022/10/7 Friday</a:t>
            </a:fld>
            <a:endParaRPr kumimoji="0" lang="en-US" altLang="zh-CN" sz="1300" smtClean="0">
              <a:latin typeface="Arial" pitchFamily="34" charset="0"/>
            </a:endParaRPr>
          </a:p>
        </p:txBody>
      </p:sp>
      <p:sp>
        <p:nvSpPr>
          <p:cNvPr id="86021" name="灯片编号占位符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fld id="{EB89EE84-2AC0-49DE-A5BB-838EA5655979}" type="slidenum">
              <a:rPr kumimoji="0" lang="zh-CN" altLang="en-US" sz="1300">
                <a:latin typeface="Arial" pitchFamily="34" charset="0"/>
              </a:rPr>
              <a:pPr/>
              <a:t>42</a:t>
            </a:fld>
            <a:endParaRPr kumimoji="0" lang="en-US" altLang="zh-CN" sz="1300">
              <a:latin typeface="Arial"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p:cNvSpPr>
            <a:spLocks noGrp="1" noRot="1" noChangeAspect="1" noChangeArrowheads="1" noTextEdit="1"/>
          </p:cNvSpPr>
          <p:nvPr>
            <p:ph type="sldImg"/>
          </p:nvPr>
        </p:nvSpPr>
        <p:spPr>
          <a:ln/>
        </p:spPr>
      </p:sp>
      <p:sp>
        <p:nvSpPr>
          <p:cNvPr id="8909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那么，为什么需要降低耦合度？</a:t>
            </a:r>
            <a:endParaRPr lang="en-US" altLang="zh-CN" smtClean="0"/>
          </a:p>
          <a:p>
            <a:endParaRPr lang="en-US" altLang="zh-CN" smtClean="0"/>
          </a:p>
          <a:p>
            <a:r>
              <a:rPr lang="zh-CN" altLang="en-US" smtClean="0"/>
              <a:t>最重要的理由是，松耦合是缩小修改影响传播范围的最有效手段之一。大家都知道，如何应对需求的变化是软件工程面临的主要技术挑战之一。如果外部需求的变化导致软件内部的大面积修改，那么软件设计基本上就是失败的。而松耦合恰好是避免一处修改牵动全局的最有效的手段。</a:t>
            </a:r>
            <a:endParaRPr lang="en-US" altLang="zh-CN" smtClean="0"/>
          </a:p>
          <a:p>
            <a:endParaRPr lang="en-US" altLang="zh-CN" smtClean="0"/>
          </a:p>
          <a:p>
            <a:r>
              <a:rPr lang="zh-CN" altLang="en-US" smtClean="0"/>
              <a:t>因为在两个构件尽可能相互独立的情形下，对一个构件的修改在大多数情况下不会影响另一构件。这就好比，参与舞台剧表演的演员可以随便换人，只要他们的面具不变，替换一个演员不会对其他演员造成影响，因为一个面具代表着相应的台词和表演动作序列。</a:t>
            </a:r>
            <a:endParaRPr lang="en-US" altLang="zh-CN" smtClean="0"/>
          </a:p>
          <a:p>
            <a:endParaRPr lang="en-US" altLang="zh-CN" smtClean="0"/>
          </a:p>
          <a:p>
            <a:r>
              <a:rPr lang="zh-CN" altLang="en-US" smtClean="0"/>
              <a:t>松耦合带来的其他好处还包括，两个构件可以相对独立地进化，可以支持并行开发，等等。这些好处我们在前面已经讨论，以后还将不断强化，因为松耦合是软件工程中最重要的设计原则之一。</a:t>
            </a:r>
          </a:p>
        </p:txBody>
      </p:sp>
      <p:sp>
        <p:nvSpPr>
          <p:cNvPr id="89092" name="日期占位符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255E4B20-A206-48A1-9951-DFBF285ED415}" type="datetime1">
              <a:rPr kumimoji="0" lang="zh-CN" altLang="en-US" sz="1300" smtClean="0">
                <a:solidFill>
                  <a:srgbClr val="000000"/>
                </a:solidFill>
                <a:latin typeface="Arial" pitchFamily="34" charset="0"/>
              </a:rPr>
              <a:pPr>
                <a:buClr>
                  <a:srgbClr val="C0504D"/>
                </a:buClr>
              </a:pPr>
              <a:t>2022/10/7 Friday</a:t>
            </a:fld>
            <a:endParaRPr kumimoji="0" lang="en-US" altLang="zh-CN" sz="1300" smtClean="0">
              <a:solidFill>
                <a:srgbClr val="000000"/>
              </a:solidFill>
              <a:latin typeface="Arial" pitchFamily="34" charset="0"/>
            </a:endParaRPr>
          </a:p>
        </p:txBody>
      </p:sp>
      <p:sp>
        <p:nvSpPr>
          <p:cNvPr id="89093" name="灯片编号占位符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F4700D82-5BAE-477F-B741-A3D8E0ECD353}" type="slidenum">
              <a:rPr kumimoji="0" lang="zh-CN" altLang="en-US" sz="1300">
                <a:solidFill>
                  <a:srgbClr val="000000"/>
                </a:solidFill>
                <a:latin typeface="Arial" pitchFamily="34" charset="0"/>
              </a:rPr>
              <a:pPr>
                <a:buClr>
                  <a:srgbClr val="C0504D"/>
                </a:buClr>
              </a:pPr>
              <a:t>44</a:t>
            </a:fld>
            <a:endParaRPr kumimoji="0" lang="en-US" altLang="zh-CN" sz="1300">
              <a:solidFill>
                <a:srgbClr val="000000"/>
              </a:solidFill>
              <a:latin typeface="Arial"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幻灯片图像占位符 1"/>
          <p:cNvSpPr>
            <a:spLocks noGrp="1" noRot="1" noChangeAspect="1" noChangeArrowheads="1" noTextEdit="1"/>
          </p:cNvSpPr>
          <p:nvPr>
            <p:ph type="sldImg"/>
          </p:nvPr>
        </p:nvSpPr>
        <p:spPr>
          <a:ln/>
        </p:spPr>
      </p:sp>
      <p:sp>
        <p:nvSpPr>
          <p:cNvPr id="9113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但是，遗憾的是，松耦合可以带来的这些好处并非唾手可得。</a:t>
            </a:r>
            <a:endParaRPr lang="en-US" altLang="zh-CN" smtClean="0"/>
          </a:p>
          <a:p>
            <a:endParaRPr lang="en-US" altLang="zh-CN" smtClean="0"/>
          </a:p>
          <a:p>
            <a:r>
              <a:rPr lang="zh-CN" altLang="en-US" smtClean="0"/>
              <a:t>如果我们将对象看成最简单的构件实例，那么，到现在为止，我们所掌握的对象之间的交互手段是，</a:t>
            </a:r>
            <a:r>
              <a:rPr lang="en-US" altLang="zh-CN" smtClean="0"/>
              <a:t>ClassA</a:t>
            </a:r>
            <a:r>
              <a:rPr lang="zh-CN" altLang="en-US" smtClean="0"/>
              <a:t>的对象必须创建或者获取具体类</a:t>
            </a:r>
            <a:r>
              <a:rPr lang="en-US" altLang="zh-CN" smtClean="0"/>
              <a:t>ClassB</a:t>
            </a:r>
            <a:r>
              <a:rPr lang="zh-CN" altLang="en-US" smtClean="0"/>
              <a:t>的实例对象，之后才能向</a:t>
            </a:r>
            <a:r>
              <a:rPr lang="en-US" altLang="zh-CN" smtClean="0"/>
              <a:t>ClassB</a:t>
            </a:r>
            <a:r>
              <a:rPr lang="zh-CN" altLang="en-US" smtClean="0"/>
              <a:t>的对象发送消息；</a:t>
            </a:r>
            <a:endParaRPr lang="en-US" altLang="zh-CN" smtClean="0"/>
          </a:p>
          <a:p>
            <a:endParaRPr lang="en-US" altLang="zh-CN" smtClean="0"/>
          </a:p>
          <a:p>
            <a:r>
              <a:rPr lang="zh-CN" altLang="en-US" smtClean="0"/>
              <a:t>换言之，</a:t>
            </a:r>
            <a:r>
              <a:rPr lang="en-US" altLang="zh-CN" smtClean="0"/>
              <a:t>ClassA</a:t>
            </a:r>
            <a:r>
              <a:rPr lang="zh-CN" altLang="en-US" smtClean="0"/>
              <a:t>必须精确地知道具体类</a:t>
            </a:r>
            <a:r>
              <a:rPr lang="en-US" altLang="zh-CN" smtClean="0"/>
              <a:t>ClassB</a:t>
            </a:r>
            <a:r>
              <a:rPr lang="zh-CN" altLang="en-US" smtClean="0"/>
              <a:t>及其方法定义，才能与其交互协作。</a:t>
            </a:r>
          </a:p>
        </p:txBody>
      </p:sp>
      <p:sp>
        <p:nvSpPr>
          <p:cNvPr id="91140" name="日期占位符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53586109-6A9B-41DF-9CFE-DDCA1F1AE0A8}" type="datetime1">
              <a:rPr kumimoji="0" lang="zh-CN" altLang="en-US" sz="1300" smtClean="0">
                <a:solidFill>
                  <a:srgbClr val="000000"/>
                </a:solidFill>
                <a:latin typeface="Arial" pitchFamily="34" charset="0"/>
              </a:rPr>
              <a:pPr>
                <a:buClr>
                  <a:srgbClr val="C0504D"/>
                </a:buClr>
              </a:pPr>
              <a:t>2022/10/7 Friday</a:t>
            </a:fld>
            <a:endParaRPr kumimoji="0" lang="en-US" altLang="zh-CN" sz="1300" smtClean="0">
              <a:solidFill>
                <a:srgbClr val="000000"/>
              </a:solidFill>
              <a:latin typeface="Arial" pitchFamily="34" charset="0"/>
            </a:endParaRPr>
          </a:p>
        </p:txBody>
      </p:sp>
      <p:sp>
        <p:nvSpPr>
          <p:cNvPr id="91141" name="灯片编号占位符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31400C25-E489-40E9-BC30-0BEFFE06CDD7}" type="slidenum">
              <a:rPr kumimoji="0" lang="zh-CN" altLang="en-US" sz="1300">
                <a:solidFill>
                  <a:srgbClr val="000000"/>
                </a:solidFill>
                <a:latin typeface="Arial" pitchFamily="34" charset="0"/>
              </a:rPr>
              <a:pPr>
                <a:buClr>
                  <a:srgbClr val="C0504D"/>
                </a:buClr>
              </a:pPr>
              <a:t>45</a:t>
            </a:fld>
            <a:endParaRPr kumimoji="0" lang="en-US" altLang="zh-CN" sz="1300">
              <a:solidFill>
                <a:srgbClr val="000000"/>
              </a:solidFill>
              <a:latin typeface="Arial"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幻灯片图像占位符 1"/>
          <p:cNvSpPr>
            <a:spLocks noGrp="1" noRot="1" noChangeAspect="1" noChangeArrowheads="1" noTextEdit="1"/>
          </p:cNvSpPr>
          <p:nvPr>
            <p:ph type="sldImg"/>
          </p:nvPr>
        </p:nvSpPr>
        <p:spPr>
          <a:ln/>
        </p:spPr>
      </p:sp>
      <p:sp>
        <p:nvSpPr>
          <p:cNvPr id="9318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对于面向对象方法的初学者而言，从直观上看，欲向对象发送消息，不知道其所属的具体类似乎是不可能的。</a:t>
            </a:r>
            <a:endParaRPr lang="en-US" altLang="zh-CN" smtClean="0"/>
          </a:p>
          <a:p>
            <a:endParaRPr lang="en-US" altLang="zh-CN" smtClean="0"/>
          </a:p>
          <a:p>
            <a:r>
              <a:rPr lang="zh-CN" altLang="en-US" smtClean="0"/>
              <a:t>因为，在面向对象程序设计中，没有具体类，就不能创建对象，从抽象类或者接口出发无法创建实例对象；没有实例对象作为消息传递的目标，当然就谈不上消息传递了；</a:t>
            </a:r>
            <a:endParaRPr lang="en-US" altLang="zh-CN" smtClean="0"/>
          </a:p>
          <a:p>
            <a:endParaRPr lang="en-US" altLang="zh-CN" smtClean="0"/>
          </a:p>
          <a:p>
            <a:r>
              <a:rPr lang="zh-CN" altLang="en-US" smtClean="0"/>
              <a:t>消息无法传递，交互协作就更谈不上了，因为在面向对象技术体系中，消息传递是对象之间交互的唯一途径。</a:t>
            </a:r>
            <a:endParaRPr lang="en-US" altLang="zh-CN" smtClean="0"/>
          </a:p>
          <a:p>
            <a:endParaRPr lang="en-US" altLang="zh-CN" smtClean="0"/>
          </a:p>
        </p:txBody>
      </p:sp>
      <p:sp>
        <p:nvSpPr>
          <p:cNvPr id="93188" name="日期占位符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5A030E98-E458-460A-A3D4-3D0085109E7C}" type="datetime1">
              <a:rPr kumimoji="0" lang="zh-CN" altLang="en-US" sz="1300" smtClean="0">
                <a:solidFill>
                  <a:srgbClr val="000000"/>
                </a:solidFill>
                <a:latin typeface="Arial" pitchFamily="34" charset="0"/>
              </a:rPr>
              <a:pPr>
                <a:buClr>
                  <a:srgbClr val="C0504D"/>
                </a:buClr>
              </a:pPr>
              <a:t>2022/10/7 Friday</a:t>
            </a:fld>
            <a:endParaRPr kumimoji="0" lang="en-US" altLang="zh-CN" sz="1300" smtClean="0">
              <a:solidFill>
                <a:srgbClr val="000000"/>
              </a:solidFill>
              <a:latin typeface="Arial" pitchFamily="34" charset="0"/>
            </a:endParaRPr>
          </a:p>
        </p:txBody>
      </p:sp>
      <p:sp>
        <p:nvSpPr>
          <p:cNvPr id="93189" name="灯片编号占位符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BD55F2DC-ACC2-4076-91D6-F7663E36F8DE}" type="slidenum">
              <a:rPr kumimoji="0" lang="zh-CN" altLang="en-US" sz="1300">
                <a:solidFill>
                  <a:srgbClr val="000000"/>
                </a:solidFill>
                <a:latin typeface="Arial" pitchFamily="34" charset="0"/>
              </a:rPr>
              <a:pPr>
                <a:buClr>
                  <a:srgbClr val="C0504D"/>
                </a:buClr>
              </a:pPr>
              <a:t>46</a:t>
            </a:fld>
            <a:endParaRPr kumimoji="0" lang="en-US" altLang="zh-CN" sz="1300">
              <a:solidFill>
                <a:srgbClr val="000000"/>
              </a:solidFill>
              <a:latin typeface="Arial"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幻灯片图像占位符 1"/>
          <p:cNvSpPr>
            <a:spLocks noGrp="1" noRot="1" noChangeAspect="1" noChangeArrowheads="1" noTextEdit="1"/>
          </p:cNvSpPr>
          <p:nvPr>
            <p:ph type="sldImg"/>
          </p:nvPr>
        </p:nvSpPr>
        <p:spPr>
          <a:ln/>
        </p:spPr>
      </p:sp>
      <p:sp>
        <p:nvSpPr>
          <p:cNvPr id="9523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但是，本次课程将告诉大家，存在一种更加巧妙、更加优雅的低耦合的交互协作方法。</a:t>
            </a:r>
            <a:endParaRPr lang="en-US" altLang="zh-CN" smtClean="0"/>
          </a:p>
          <a:p>
            <a:endParaRPr lang="en-US" altLang="zh-CN" smtClean="0"/>
          </a:p>
          <a:p>
            <a:r>
              <a:rPr lang="zh-CN" altLang="en-US" smtClean="0"/>
              <a:t>这种方法的诞生与一段非常有趣的历史故事相关，这个故事可以向大家展示一段软件工程技术的探索历史，展示在这个历史发展阶段曾经出现过的智慧灵光。这种灵光可以穿越时空，因为今天的软件开发者仍然深受其惠，因为今天的我们还在广泛使用这种灵光给我们带来的技术成果。</a:t>
            </a:r>
          </a:p>
        </p:txBody>
      </p:sp>
      <p:sp>
        <p:nvSpPr>
          <p:cNvPr id="95236" name="日期占位符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2A375210-46CB-4304-B9A3-D69A4CA3D3E5}" type="datetime1">
              <a:rPr kumimoji="0" lang="zh-CN" altLang="en-US" sz="1300" smtClean="0">
                <a:solidFill>
                  <a:srgbClr val="000000"/>
                </a:solidFill>
                <a:latin typeface="Arial" pitchFamily="34" charset="0"/>
              </a:rPr>
              <a:pPr>
                <a:buClr>
                  <a:srgbClr val="C0504D"/>
                </a:buClr>
              </a:pPr>
              <a:t>2022/10/7 Friday</a:t>
            </a:fld>
            <a:endParaRPr kumimoji="0" lang="en-US" altLang="zh-CN" sz="1300" smtClean="0">
              <a:solidFill>
                <a:srgbClr val="000000"/>
              </a:solidFill>
              <a:latin typeface="Arial" pitchFamily="34" charset="0"/>
            </a:endParaRPr>
          </a:p>
        </p:txBody>
      </p:sp>
      <p:sp>
        <p:nvSpPr>
          <p:cNvPr id="95237" name="灯片编号占位符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963D12DF-EB76-4C92-ACB5-FBF202432A2A}" type="slidenum">
              <a:rPr kumimoji="0" lang="zh-CN" altLang="en-US" sz="1300">
                <a:solidFill>
                  <a:srgbClr val="000000"/>
                </a:solidFill>
                <a:latin typeface="Arial" pitchFamily="34" charset="0"/>
              </a:rPr>
              <a:pPr>
                <a:buClr>
                  <a:srgbClr val="C0504D"/>
                </a:buClr>
              </a:pPr>
              <a:t>47</a:t>
            </a:fld>
            <a:endParaRPr kumimoji="0" lang="en-US" altLang="zh-CN" sz="1300">
              <a:solidFill>
                <a:srgbClr val="000000"/>
              </a:solidFill>
              <a:latin typeface="Arial"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幻灯片图像占位符 1"/>
          <p:cNvSpPr>
            <a:spLocks noGrp="1" noRot="1" noChangeAspect="1" noChangeArrowheads="1" noTextEdit="1"/>
          </p:cNvSpPr>
          <p:nvPr>
            <p:ph type="sldImg"/>
          </p:nvPr>
        </p:nvSpPr>
        <p:spPr>
          <a:ln/>
        </p:spPr>
      </p:sp>
      <p:sp>
        <p:nvSpPr>
          <p:cNvPr id="9728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现在，我们分三个部分来还原这个故事发生时的历史场景。</a:t>
            </a:r>
            <a:endParaRPr lang="en-US" altLang="zh-CN" smtClean="0"/>
          </a:p>
          <a:p>
            <a:endParaRPr lang="en-US" altLang="zh-CN" smtClean="0"/>
          </a:p>
          <a:p>
            <a:r>
              <a:rPr lang="zh-CN" altLang="en-US" smtClean="0"/>
              <a:t>然后，在第四部分，我们对这个故事的技术成果进行扩充，最终得到一种简单、优雅并且非常好用的构件之间的松耦合的交互协作机制。</a:t>
            </a:r>
            <a:endParaRPr lang="en-US" altLang="zh-CN" smtClean="0"/>
          </a:p>
          <a:p>
            <a:endParaRPr lang="en-US" altLang="zh-CN" smtClean="0"/>
          </a:p>
          <a:p>
            <a:r>
              <a:rPr lang="zh-CN" altLang="en-US" smtClean="0"/>
              <a:t>请大家注意，故事本身并非本次课程的目的，我们的目的在于，通过故事，研究前人如何发现一种软件技术的缺陷，如何克服这种缺陷，以及如何将新的解决方案推而广之，进化为一种简单、优雅、普遍适用的新型软件技术。</a:t>
            </a:r>
            <a:endParaRPr lang="en-US" altLang="zh-CN" smtClean="0"/>
          </a:p>
          <a:p>
            <a:endParaRPr lang="en-US" altLang="zh-CN" smtClean="0"/>
          </a:p>
          <a:p>
            <a:r>
              <a:rPr lang="zh-CN" altLang="en-US" smtClean="0"/>
              <a:t>换言之，故事的结果固然重要，但是故事演进过程中所呈现的出来的发现问题、解决问题的思想方法更加重要、更加有用。</a:t>
            </a:r>
          </a:p>
          <a:p>
            <a:endParaRPr lang="zh-CN" altLang="en-US" smtClean="0"/>
          </a:p>
        </p:txBody>
      </p:sp>
      <p:sp>
        <p:nvSpPr>
          <p:cNvPr id="97284" name="日期占位符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fld id="{2AB46F2D-0197-4E76-87A9-ECF144F0743F}" type="datetime1">
              <a:rPr kumimoji="0" lang="zh-CN" altLang="en-US" sz="1300" smtClean="0">
                <a:latin typeface="Arial" pitchFamily="34" charset="0"/>
              </a:rPr>
              <a:pPr/>
              <a:t>2022/10/7 Friday</a:t>
            </a:fld>
            <a:endParaRPr kumimoji="0" lang="en-US" altLang="zh-CN" sz="1300" smtClean="0">
              <a:latin typeface="Arial" pitchFamily="34" charset="0"/>
            </a:endParaRPr>
          </a:p>
        </p:txBody>
      </p:sp>
      <p:sp>
        <p:nvSpPr>
          <p:cNvPr id="97285" name="灯片编号占位符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fld id="{10CB0DF1-59AC-4EAE-87E3-9CC0B9E417ED}" type="slidenum">
              <a:rPr kumimoji="0" lang="zh-CN" altLang="en-US" sz="1300">
                <a:latin typeface="Arial" pitchFamily="34" charset="0"/>
              </a:rPr>
              <a:pPr/>
              <a:t>48</a:t>
            </a:fld>
            <a:endParaRPr kumimoji="0" lang="en-US" altLang="zh-CN" sz="1300">
              <a:latin typeface="Arial"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幻灯片图像占位符 1"/>
          <p:cNvSpPr>
            <a:spLocks noGrp="1" noRot="1" noChangeAspect="1" noChangeArrowheads="1" noTextEdit="1"/>
          </p:cNvSpPr>
          <p:nvPr>
            <p:ph type="sldImg"/>
          </p:nvPr>
        </p:nvSpPr>
        <p:spPr>
          <a:ln/>
        </p:spPr>
      </p:sp>
      <p:sp>
        <p:nvSpPr>
          <p:cNvPr id="9933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现在，让我们进入时光隧道，回到上个世纪</a:t>
            </a:r>
            <a:r>
              <a:rPr lang="en-US" altLang="zh-CN" smtClean="0"/>
              <a:t>90</a:t>
            </a:r>
            <a:r>
              <a:rPr lang="zh-CN" altLang="en-US" smtClean="0"/>
              <a:t>年代初期，</a:t>
            </a:r>
            <a:r>
              <a:rPr lang="en-US" altLang="zh-CN" smtClean="0"/>
              <a:t>Java</a:t>
            </a:r>
            <a:r>
              <a:rPr lang="zh-CN" altLang="en-US" smtClean="0"/>
              <a:t>技术的婴幼期。</a:t>
            </a:r>
            <a:endParaRPr lang="en-US" altLang="zh-CN" smtClean="0"/>
          </a:p>
          <a:p>
            <a:endParaRPr lang="en-US" altLang="zh-CN" smtClean="0"/>
          </a:p>
          <a:p>
            <a:r>
              <a:rPr lang="zh-CN" altLang="en-US" smtClean="0"/>
              <a:t>大家都知道，</a:t>
            </a:r>
            <a:r>
              <a:rPr lang="en-US" altLang="zh-CN" smtClean="0"/>
              <a:t>Java</a:t>
            </a:r>
            <a:r>
              <a:rPr lang="zh-CN" altLang="en-US" smtClean="0"/>
              <a:t>语言的诞生并且一炮而红是软件工程发展历史上的一个传奇。但是，</a:t>
            </a:r>
            <a:r>
              <a:rPr lang="en-US" altLang="zh-CN" smtClean="0"/>
              <a:t>Java</a:t>
            </a:r>
            <a:r>
              <a:rPr lang="zh-CN" altLang="en-US" smtClean="0"/>
              <a:t>语言并不是传奇的终结者。在它之后还有一个传奇在等着我们，这个传奇就是我们今天要探讨的主题。</a:t>
            </a:r>
          </a:p>
          <a:p>
            <a:endParaRPr lang="zh-CN" altLang="en-US" smtClean="0"/>
          </a:p>
        </p:txBody>
      </p:sp>
      <p:sp>
        <p:nvSpPr>
          <p:cNvPr id="99332" name="日期占位符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fld id="{E09AAEC7-94AA-4F3D-8449-AAE4CF52A562}" type="datetime1">
              <a:rPr kumimoji="0" lang="zh-CN" altLang="en-US" sz="1300" smtClean="0">
                <a:latin typeface="Arial" pitchFamily="34" charset="0"/>
              </a:rPr>
              <a:pPr/>
              <a:t>2022/10/7 Friday</a:t>
            </a:fld>
            <a:endParaRPr kumimoji="0" lang="en-US" altLang="zh-CN" sz="1300" smtClean="0">
              <a:latin typeface="Arial" pitchFamily="34" charset="0"/>
            </a:endParaRPr>
          </a:p>
        </p:txBody>
      </p:sp>
      <p:sp>
        <p:nvSpPr>
          <p:cNvPr id="99333" name="灯片编号占位符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fld id="{E1710C10-6AED-4533-BD6A-FE366D36C1CB}" type="slidenum">
              <a:rPr kumimoji="0" lang="zh-CN" altLang="en-US" sz="1300">
                <a:latin typeface="Arial" pitchFamily="34" charset="0"/>
              </a:rPr>
              <a:pPr/>
              <a:t>49</a:t>
            </a:fld>
            <a:endParaRPr kumimoji="0" lang="en-US" altLang="zh-CN" sz="1300">
              <a:latin typeface="Arial"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幻灯片图像占位符 1"/>
          <p:cNvSpPr>
            <a:spLocks noGrp="1" noRot="1" noChangeAspect="1" noChangeArrowheads="1" noTextEdit="1"/>
          </p:cNvSpPr>
          <p:nvPr>
            <p:ph type="sldImg"/>
          </p:nvPr>
        </p:nvSpPr>
        <p:spPr>
          <a:ln/>
        </p:spPr>
      </p:sp>
      <p:sp>
        <p:nvSpPr>
          <p:cNvPr id="10137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这个传奇发源于</a:t>
            </a:r>
            <a:r>
              <a:rPr lang="en-US" altLang="zh-CN" smtClean="0"/>
              <a:t>Java</a:t>
            </a:r>
            <a:r>
              <a:rPr lang="zh-CN" altLang="en-US" smtClean="0"/>
              <a:t>早期的图形用户界面。</a:t>
            </a:r>
            <a:endParaRPr lang="en-US" altLang="zh-CN" smtClean="0"/>
          </a:p>
          <a:p>
            <a:endParaRPr lang="en-US" altLang="zh-CN" smtClean="0"/>
          </a:p>
          <a:p>
            <a:r>
              <a:rPr lang="zh-CN" altLang="en-US" smtClean="0"/>
              <a:t>当时，为了独立于操作系统，</a:t>
            </a:r>
            <a:r>
              <a:rPr lang="en-US" altLang="zh-CN" smtClean="0"/>
              <a:t>Java</a:t>
            </a:r>
            <a:r>
              <a:rPr lang="zh-CN" altLang="en-US" smtClean="0"/>
              <a:t>的设计者为</a:t>
            </a:r>
            <a:r>
              <a:rPr lang="en-US" altLang="zh-CN" smtClean="0"/>
              <a:t>Java</a:t>
            </a:r>
            <a:r>
              <a:rPr lang="zh-CN" altLang="en-US" smtClean="0"/>
              <a:t>软件的图形界面设计了一种冒泡式的界面事件传播模型。</a:t>
            </a:r>
            <a:endParaRPr lang="en-US" altLang="zh-CN" smtClean="0"/>
          </a:p>
          <a:p>
            <a:endParaRPr lang="en-US" altLang="zh-CN" smtClean="0"/>
          </a:p>
          <a:p>
            <a:r>
              <a:rPr lang="zh-CN" altLang="en-US" smtClean="0"/>
              <a:t>什么叫“冒泡式”？</a:t>
            </a:r>
            <a:endParaRPr lang="en-US" altLang="zh-CN" smtClean="0"/>
          </a:p>
          <a:p>
            <a:endParaRPr lang="en-US" altLang="zh-CN" smtClean="0"/>
          </a:p>
          <a:p>
            <a:r>
              <a:rPr lang="zh-CN" altLang="en-US" smtClean="0"/>
              <a:t>以例图中的第二个</a:t>
            </a:r>
            <a:r>
              <a:rPr lang="en-US" altLang="zh-CN" smtClean="0"/>
              <a:t>Choose</a:t>
            </a:r>
            <a:r>
              <a:rPr lang="zh-CN" altLang="en-US" smtClean="0"/>
              <a:t>按钮为例，发生在此按钮之上的鼠标点击事件首先传递给这个按钮对象；如果它不处理，则事件从水底冒泡到包含该按钮的最内层容器；如果该容器还不处理，则继续向上冒泡到包含该容器的最内层容器；依次类推，直至最外层容器。</a:t>
            </a:r>
          </a:p>
        </p:txBody>
      </p:sp>
      <p:sp>
        <p:nvSpPr>
          <p:cNvPr id="101380" name="日期占位符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D6DC9DC5-DE72-4F9B-AF10-8FDB21B0C462}" type="datetime1">
              <a:rPr kumimoji="0" lang="zh-CN" altLang="en-US" sz="1300" smtClean="0">
                <a:solidFill>
                  <a:srgbClr val="000000"/>
                </a:solidFill>
                <a:latin typeface="Arial" pitchFamily="34" charset="0"/>
              </a:rPr>
              <a:pPr>
                <a:buClr>
                  <a:srgbClr val="C0504D"/>
                </a:buClr>
              </a:pPr>
              <a:t>2022/10/7 Friday</a:t>
            </a:fld>
            <a:endParaRPr kumimoji="0" lang="en-US" altLang="zh-CN" sz="1300" smtClean="0">
              <a:solidFill>
                <a:srgbClr val="000000"/>
              </a:solidFill>
              <a:latin typeface="Arial" pitchFamily="34" charset="0"/>
            </a:endParaRPr>
          </a:p>
        </p:txBody>
      </p:sp>
      <p:sp>
        <p:nvSpPr>
          <p:cNvPr id="101381" name="灯片编号占位符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9537317F-F975-4485-B960-59CCCF33DF03}" type="slidenum">
              <a:rPr kumimoji="0" lang="zh-CN" altLang="en-US" sz="1300">
                <a:solidFill>
                  <a:srgbClr val="000000"/>
                </a:solidFill>
                <a:latin typeface="Arial" pitchFamily="34" charset="0"/>
              </a:rPr>
              <a:pPr>
                <a:buClr>
                  <a:srgbClr val="C0504D"/>
                </a:buClr>
              </a:pPr>
              <a:t>50</a:t>
            </a:fld>
            <a:endParaRPr kumimoji="0" lang="en-US" altLang="zh-CN" sz="1300">
              <a:solidFill>
                <a:srgbClr val="000000"/>
              </a:solidFill>
              <a:latin typeface="Arial"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幻灯片图像占位符 1"/>
          <p:cNvSpPr>
            <a:spLocks noGrp="1" noRot="1" noChangeAspect="1" noChangeArrowheads="1" noTextEdit="1"/>
          </p:cNvSpPr>
          <p:nvPr>
            <p:ph type="sldImg"/>
          </p:nvPr>
        </p:nvSpPr>
        <p:spPr>
          <a:ln/>
        </p:spPr>
      </p:sp>
      <p:sp>
        <p:nvSpPr>
          <p:cNvPr id="10342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大家都知道，在界面事件发生时，软件内部必须完成相应的处理，以实现用户预期的功能，或者呈现用户预期的界面响应效果。</a:t>
            </a:r>
            <a:endParaRPr lang="en-US" altLang="zh-CN" smtClean="0"/>
          </a:p>
          <a:p>
            <a:endParaRPr lang="en-US" altLang="zh-CN" smtClean="0"/>
          </a:p>
          <a:p>
            <a:r>
              <a:rPr lang="zh-CN" altLang="en-US" smtClean="0"/>
              <a:t>那么，在这种冒泡式的事件传播模型之下，如何响应界面事件？</a:t>
            </a:r>
            <a:endParaRPr lang="en-US" altLang="zh-CN" smtClean="0"/>
          </a:p>
          <a:p>
            <a:r>
              <a:rPr lang="en-US" altLang="zh-CN" smtClean="0"/>
              <a:t>Java</a:t>
            </a:r>
            <a:r>
              <a:rPr lang="zh-CN" altLang="en-US" smtClean="0"/>
              <a:t>设计者为此规定了与冒泡模式相匹配的两种事件响应方式：在界面元素（例如按钮）类的子类中添加事件处理方法，或者，在界面元素的容器类的子类中添加事件处理方法。下面分别介绍这两种事件处理方法。</a:t>
            </a:r>
          </a:p>
        </p:txBody>
      </p:sp>
      <p:sp>
        <p:nvSpPr>
          <p:cNvPr id="103428" name="日期占位符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AA83C999-B729-4DCD-9E23-8CC11569481F}" type="datetime1">
              <a:rPr kumimoji="0" lang="zh-CN" altLang="en-US" sz="1300" smtClean="0">
                <a:solidFill>
                  <a:srgbClr val="000000"/>
                </a:solidFill>
                <a:latin typeface="Arial" pitchFamily="34" charset="0"/>
              </a:rPr>
              <a:pPr>
                <a:buClr>
                  <a:srgbClr val="C0504D"/>
                </a:buClr>
              </a:pPr>
              <a:t>2022/10/7 Friday</a:t>
            </a:fld>
            <a:endParaRPr kumimoji="0" lang="en-US" altLang="zh-CN" sz="1300" smtClean="0">
              <a:solidFill>
                <a:srgbClr val="000000"/>
              </a:solidFill>
              <a:latin typeface="Arial" pitchFamily="34" charset="0"/>
            </a:endParaRPr>
          </a:p>
        </p:txBody>
      </p:sp>
      <p:sp>
        <p:nvSpPr>
          <p:cNvPr id="103429" name="灯片编号占位符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135C2057-423E-4455-A389-3363C9B75DC3}" type="slidenum">
              <a:rPr kumimoji="0" lang="zh-CN" altLang="en-US" sz="1300">
                <a:solidFill>
                  <a:srgbClr val="000000"/>
                </a:solidFill>
                <a:latin typeface="Arial" pitchFamily="34" charset="0"/>
              </a:rPr>
              <a:pPr>
                <a:buClr>
                  <a:srgbClr val="C0504D"/>
                </a:buClr>
              </a:pPr>
              <a:t>51</a:t>
            </a:fld>
            <a:endParaRPr kumimoji="0" lang="en-US" altLang="zh-CN" sz="1300">
              <a:solidFill>
                <a:srgbClr val="000000"/>
              </a:solidFill>
              <a:latin typeface="Arial"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幻灯片图像占位符 1"/>
          <p:cNvSpPr>
            <a:spLocks noGrp="1" noRot="1" noChangeAspect="1" noChangeArrowheads="1" noTextEdit="1"/>
          </p:cNvSpPr>
          <p:nvPr>
            <p:ph type="sldImg"/>
          </p:nvPr>
        </p:nvSpPr>
        <p:spPr>
          <a:ln/>
        </p:spPr>
      </p:sp>
      <p:sp>
        <p:nvSpPr>
          <p:cNvPr id="10547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第一种界面事件处理方法是，针对相应于界面元素的标准类（例如</a:t>
            </a:r>
            <a:r>
              <a:rPr lang="en-US" altLang="zh-CN" smtClean="0"/>
              <a:t>Button</a:t>
            </a:r>
            <a:r>
              <a:rPr lang="zh-CN" altLang="en-US" smtClean="0"/>
              <a:t>），创立其子类，在子类中设置事件响应方法，例如</a:t>
            </a:r>
            <a:r>
              <a:rPr lang="en-US" altLang="zh-CN" smtClean="0"/>
              <a:t>action</a:t>
            </a:r>
            <a:r>
              <a:rPr lang="zh-CN" altLang="en-US" smtClean="0"/>
              <a:t>方法</a:t>
            </a:r>
          </a:p>
        </p:txBody>
      </p:sp>
      <p:sp>
        <p:nvSpPr>
          <p:cNvPr id="105476" name="日期占位符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9C4D4CD7-5DE5-4B56-B124-3395E34C815C}" type="datetime1">
              <a:rPr kumimoji="0" lang="zh-CN" altLang="en-US" sz="1300" smtClean="0">
                <a:solidFill>
                  <a:srgbClr val="000000"/>
                </a:solidFill>
                <a:latin typeface="Arial" pitchFamily="34" charset="0"/>
              </a:rPr>
              <a:pPr>
                <a:buClr>
                  <a:srgbClr val="C0504D"/>
                </a:buClr>
              </a:pPr>
              <a:t>2022/10/7 Friday</a:t>
            </a:fld>
            <a:endParaRPr kumimoji="0" lang="en-US" altLang="zh-CN" sz="1300" smtClean="0">
              <a:solidFill>
                <a:srgbClr val="000000"/>
              </a:solidFill>
              <a:latin typeface="Arial" pitchFamily="34" charset="0"/>
            </a:endParaRPr>
          </a:p>
        </p:txBody>
      </p:sp>
      <p:sp>
        <p:nvSpPr>
          <p:cNvPr id="105477" name="灯片编号占位符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F21CD74C-F737-4CD5-9944-344242F6B7AC}" type="slidenum">
              <a:rPr kumimoji="0" lang="zh-CN" altLang="en-US" sz="1300">
                <a:solidFill>
                  <a:srgbClr val="000000"/>
                </a:solidFill>
                <a:latin typeface="Arial" pitchFamily="34" charset="0"/>
              </a:rPr>
              <a:pPr>
                <a:buClr>
                  <a:srgbClr val="C0504D"/>
                </a:buClr>
              </a:pPr>
              <a:t>52</a:t>
            </a:fld>
            <a:endParaRPr kumimoji="0" lang="en-US" altLang="zh-CN" sz="1300">
              <a:solidFill>
                <a:srgbClr val="000000"/>
              </a:solidFill>
              <a:latin typeface="Arial"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p:cNvSpPr>
            <a:spLocks noGrp="1" noRot="1" noChangeAspect="1" noChangeArrowheads="1" noTextEdit="1"/>
          </p:cNvSpPr>
          <p:nvPr>
            <p:ph type="sldImg"/>
          </p:nvPr>
        </p:nvSpPr>
        <p:spPr>
          <a:ln/>
        </p:spPr>
      </p:sp>
      <p:sp>
        <p:nvSpPr>
          <p:cNvPr id="10752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第二种界面事件处理方法是，针对相应于界面容器的标准类（例如</a:t>
            </a:r>
            <a:r>
              <a:rPr lang="en-US" altLang="zh-CN" smtClean="0"/>
              <a:t>TabbedPage</a:t>
            </a:r>
            <a:r>
              <a:rPr lang="zh-CN" altLang="en-US" smtClean="0"/>
              <a:t>），创立其子类，在子类中设置事件响应方法。</a:t>
            </a:r>
            <a:endParaRPr lang="en-US" altLang="zh-CN" smtClean="0"/>
          </a:p>
          <a:p>
            <a:endParaRPr lang="en-US" altLang="zh-CN" smtClean="0"/>
          </a:p>
          <a:p>
            <a:r>
              <a:rPr lang="zh-CN" altLang="en-US" smtClean="0"/>
              <a:t>与第一种方法不同，这里的事件响应方法必须先确定事件来自容器中的哪个界面元素，然后才可以针对不同的界面元素展开不同的处理。</a:t>
            </a:r>
          </a:p>
        </p:txBody>
      </p:sp>
      <p:sp>
        <p:nvSpPr>
          <p:cNvPr id="107524" name="日期占位符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88676CC3-24C1-48D5-9951-60E77893ED91}" type="datetime1">
              <a:rPr kumimoji="0" lang="zh-CN" altLang="en-US" sz="1300" smtClean="0">
                <a:solidFill>
                  <a:srgbClr val="000000"/>
                </a:solidFill>
                <a:latin typeface="Arial" pitchFamily="34" charset="0"/>
              </a:rPr>
              <a:pPr>
                <a:buClr>
                  <a:srgbClr val="C0504D"/>
                </a:buClr>
              </a:pPr>
              <a:t>2022/10/7 Friday</a:t>
            </a:fld>
            <a:endParaRPr kumimoji="0" lang="en-US" altLang="zh-CN" sz="1300" smtClean="0">
              <a:solidFill>
                <a:srgbClr val="000000"/>
              </a:solidFill>
              <a:latin typeface="Arial" pitchFamily="34" charset="0"/>
            </a:endParaRPr>
          </a:p>
        </p:txBody>
      </p:sp>
      <p:sp>
        <p:nvSpPr>
          <p:cNvPr id="107525" name="灯片编号占位符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6FFCD157-D401-4EED-9D95-13C09C2A9D5A}" type="slidenum">
              <a:rPr kumimoji="0" lang="zh-CN" altLang="en-US" sz="1300">
                <a:solidFill>
                  <a:srgbClr val="000000"/>
                </a:solidFill>
                <a:latin typeface="Arial" pitchFamily="34" charset="0"/>
              </a:rPr>
              <a:pPr>
                <a:buClr>
                  <a:srgbClr val="C0504D"/>
                </a:buClr>
              </a:pPr>
              <a:t>53</a:t>
            </a:fld>
            <a:endParaRPr kumimoji="0" lang="en-US" altLang="zh-CN" sz="1300">
              <a:solidFill>
                <a:srgbClr val="000000"/>
              </a:solidFill>
              <a:latin typeface="Arial"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幻灯片图像占位符 1"/>
          <p:cNvSpPr>
            <a:spLocks noGrp="1" noRot="1" noChangeAspect="1" noChangeArrowheads="1" noTextEdit="1"/>
          </p:cNvSpPr>
          <p:nvPr>
            <p:ph type="sldImg"/>
          </p:nvPr>
        </p:nvSpPr>
        <p:spPr>
          <a:ln/>
        </p:spPr>
      </p:sp>
      <p:sp>
        <p:nvSpPr>
          <p:cNvPr id="10957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在对这种界面事件传播模型 挑刺 之前，我们还是要充分肯定其贡献，</a:t>
            </a:r>
            <a:endParaRPr lang="en-US" altLang="zh-CN" smtClean="0"/>
          </a:p>
          <a:p>
            <a:endParaRPr lang="en-US" altLang="zh-CN" smtClean="0"/>
          </a:p>
          <a:p>
            <a:r>
              <a:rPr lang="zh-CN" altLang="en-US" smtClean="0"/>
              <a:t>因为它完成了一项了不起的工作：在历史上第一次使软件的用户界面可以独立于操作系统而运作。很明显，前述的事件传播和事件处理过程与操作系统没有太大关系。</a:t>
            </a:r>
            <a:endParaRPr lang="en-US" altLang="zh-CN" smtClean="0"/>
          </a:p>
          <a:p>
            <a:endParaRPr lang="en-US" altLang="zh-CN" smtClean="0"/>
          </a:p>
          <a:p>
            <a:r>
              <a:rPr lang="zh-CN" altLang="en-US" smtClean="0"/>
              <a:t>此外，冒泡模型还具有非常简单、直观、容易理解等优点。</a:t>
            </a:r>
          </a:p>
        </p:txBody>
      </p:sp>
      <p:sp>
        <p:nvSpPr>
          <p:cNvPr id="109572" name="日期占位符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D38F1EBC-DE42-4B88-9765-B76EADF47948}" type="datetime1">
              <a:rPr kumimoji="0" lang="zh-CN" altLang="en-US" sz="1300" smtClean="0">
                <a:solidFill>
                  <a:srgbClr val="000000"/>
                </a:solidFill>
                <a:latin typeface="Arial" pitchFamily="34" charset="0"/>
              </a:rPr>
              <a:pPr>
                <a:buClr>
                  <a:srgbClr val="C0504D"/>
                </a:buClr>
              </a:pPr>
              <a:t>2022/10/7 Friday</a:t>
            </a:fld>
            <a:endParaRPr kumimoji="0" lang="en-US" altLang="zh-CN" sz="1300" smtClean="0">
              <a:solidFill>
                <a:srgbClr val="000000"/>
              </a:solidFill>
              <a:latin typeface="Arial" pitchFamily="34" charset="0"/>
            </a:endParaRPr>
          </a:p>
        </p:txBody>
      </p:sp>
      <p:sp>
        <p:nvSpPr>
          <p:cNvPr id="109573" name="灯片编号占位符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80A54D35-DB11-4CB7-B8B2-A922D64C5321}" type="slidenum">
              <a:rPr kumimoji="0" lang="zh-CN" altLang="en-US" sz="1300">
                <a:solidFill>
                  <a:srgbClr val="000000"/>
                </a:solidFill>
                <a:latin typeface="Arial" pitchFamily="34" charset="0"/>
              </a:rPr>
              <a:pPr>
                <a:buClr>
                  <a:srgbClr val="C0504D"/>
                </a:buClr>
              </a:pPr>
              <a:t>54</a:t>
            </a:fld>
            <a:endParaRPr kumimoji="0" lang="en-US" altLang="zh-CN" sz="1300">
              <a:solidFill>
                <a:srgbClr val="000000"/>
              </a:solidFill>
              <a:latin typeface="Arial"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幻灯片图像占位符 1"/>
          <p:cNvSpPr>
            <a:spLocks noGrp="1" noRot="1" noChangeAspect="1" noChangeArrowheads="1" noTextEdit="1"/>
          </p:cNvSpPr>
          <p:nvPr>
            <p:ph type="sldImg"/>
          </p:nvPr>
        </p:nvSpPr>
        <p:spPr>
          <a:ln/>
        </p:spPr>
      </p:sp>
      <p:sp>
        <p:nvSpPr>
          <p:cNvPr id="1116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现在，我们开始针对冒泡模型挑刺，问题何在？</a:t>
            </a:r>
            <a:endParaRPr lang="en-US" altLang="zh-CN" smtClean="0"/>
          </a:p>
          <a:p>
            <a:r>
              <a:rPr lang="zh-CN" altLang="en-US" smtClean="0"/>
              <a:t>在</a:t>
            </a:r>
            <a:r>
              <a:rPr lang="en-US" altLang="zh-CN" smtClean="0"/>
              <a:t>Java</a:t>
            </a:r>
            <a:r>
              <a:rPr lang="zh-CN" altLang="en-US" smtClean="0"/>
              <a:t>迅速风靡全球软件业界的那个年代，</a:t>
            </a:r>
            <a:r>
              <a:rPr lang="en-US" altLang="zh-CN" smtClean="0"/>
              <a:t>Java</a:t>
            </a:r>
            <a:r>
              <a:rPr lang="zh-CN" altLang="en-US" smtClean="0"/>
              <a:t>最受非议的缺陷就是其应用程序的运行性能非常差，差到什么程度？比相同功能的</a:t>
            </a:r>
            <a:r>
              <a:rPr lang="en-US" altLang="zh-CN" smtClean="0"/>
              <a:t>C++</a:t>
            </a:r>
            <a:r>
              <a:rPr lang="zh-CN" altLang="en-US" smtClean="0"/>
              <a:t>程序可能慢</a:t>
            </a:r>
            <a:r>
              <a:rPr lang="en-US" altLang="zh-CN" smtClean="0"/>
              <a:t>20</a:t>
            </a:r>
            <a:r>
              <a:rPr lang="zh-CN" altLang="en-US" smtClean="0"/>
              <a:t>倍！在性能表现方面，</a:t>
            </a:r>
            <a:r>
              <a:rPr lang="en-US" altLang="zh-CN" smtClean="0"/>
              <a:t>Java</a:t>
            </a:r>
            <a:r>
              <a:rPr lang="zh-CN" altLang="en-US" smtClean="0"/>
              <a:t>的</a:t>
            </a:r>
            <a:r>
              <a:rPr lang="en-US" altLang="zh-CN" smtClean="0"/>
              <a:t>GUI</a:t>
            </a:r>
            <a:r>
              <a:rPr lang="zh-CN" altLang="en-US" smtClean="0"/>
              <a:t>要承担相当一部分责任，因为</a:t>
            </a:r>
            <a:r>
              <a:rPr lang="en-US" altLang="zh-CN" smtClean="0"/>
              <a:t>Java</a:t>
            </a:r>
            <a:r>
              <a:rPr lang="zh-CN" altLang="en-US" smtClean="0"/>
              <a:t>的开发者和用户都发现</a:t>
            </a:r>
            <a:r>
              <a:rPr lang="en-US" altLang="zh-CN" smtClean="0"/>
              <a:t>Java</a:t>
            </a:r>
            <a:r>
              <a:rPr lang="zh-CN" altLang="en-US" smtClean="0"/>
              <a:t>软件的界面反应呆滞，响应延迟时间太长。</a:t>
            </a:r>
            <a:endParaRPr lang="en-US" altLang="zh-CN" smtClean="0"/>
          </a:p>
          <a:p>
            <a:endParaRPr lang="en-US" altLang="zh-CN" smtClean="0"/>
          </a:p>
          <a:p>
            <a:r>
              <a:rPr lang="zh-CN" altLang="en-US" smtClean="0"/>
              <a:t>第二个很明显的缺陷是，开发者必须提供许多界面元素类或界面容器类的子类。在一个复杂的大型软件系统中，界面元素或界面容器的数量非常之多，导致子类的数目非常之多，开发者不胜其烦。</a:t>
            </a:r>
            <a:endParaRPr lang="en-US" altLang="zh-CN" smtClean="0"/>
          </a:p>
          <a:p>
            <a:endParaRPr lang="en-US" altLang="zh-CN" smtClean="0"/>
          </a:p>
          <a:p>
            <a:r>
              <a:rPr lang="zh-CN" altLang="en-US" smtClean="0"/>
              <a:t>第三个缺陷是，与界面相关的代码与业务逻辑处理的代码交织在一起，因为我们必须在界面元素类或界面容器类的子类中嵌入界面事件的处理代码，在其中调用业务逻辑处理的代码。</a:t>
            </a:r>
          </a:p>
        </p:txBody>
      </p:sp>
      <p:sp>
        <p:nvSpPr>
          <p:cNvPr id="111620" name="日期占位符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FB6530DE-B21E-4F2B-B0B2-7A28B7C8244E}" type="datetime1">
              <a:rPr kumimoji="0" lang="zh-CN" altLang="en-US" sz="1300" smtClean="0">
                <a:solidFill>
                  <a:srgbClr val="000000"/>
                </a:solidFill>
                <a:latin typeface="Arial" pitchFamily="34" charset="0"/>
              </a:rPr>
              <a:pPr>
                <a:buClr>
                  <a:srgbClr val="C0504D"/>
                </a:buClr>
              </a:pPr>
              <a:t>2022/10/7 Friday</a:t>
            </a:fld>
            <a:endParaRPr kumimoji="0" lang="en-US" altLang="zh-CN" sz="1300" smtClean="0">
              <a:solidFill>
                <a:srgbClr val="000000"/>
              </a:solidFill>
              <a:latin typeface="Arial" pitchFamily="34" charset="0"/>
            </a:endParaRPr>
          </a:p>
        </p:txBody>
      </p:sp>
      <p:sp>
        <p:nvSpPr>
          <p:cNvPr id="111621" name="灯片编号占位符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A5FBCB7E-0CB2-4706-97CA-371FB4F9DD20}" type="slidenum">
              <a:rPr kumimoji="0" lang="zh-CN" altLang="en-US" sz="1300">
                <a:solidFill>
                  <a:srgbClr val="000000"/>
                </a:solidFill>
                <a:latin typeface="Arial" pitchFamily="34" charset="0"/>
              </a:rPr>
              <a:pPr>
                <a:buClr>
                  <a:srgbClr val="C0504D"/>
                </a:buClr>
              </a:pPr>
              <a:t>55</a:t>
            </a:fld>
            <a:endParaRPr kumimoji="0" lang="en-US" altLang="zh-CN" sz="1300">
              <a:solidFill>
                <a:srgbClr val="000000"/>
              </a:solidFill>
              <a:latin typeface="Arial"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幻灯片图像占位符 1"/>
          <p:cNvSpPr>
            <a:spLocks noGrp="1" noRot="1" noChangeAspect="1" noChangeArrowheads="1" noTextEdit="1"/>
          </p:cNvSpPr>
          <p:nvPr>
            <p:ph type="sldImg"/>
          </p:nvPr>
        </p:nvSpPr>
        <p:spPr>
          <a:ln/>
        </p:spPr>
      </p:sp>
      <p:sp>
        <p:nvSpPr>
          <p:cNvPr id="11366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接下来的问题是，如何克服上述技术问题？由此，我们开始进入技术探索的第二阶段。</a:t>
            </a:r>
          </a:p>
        </p:txBody>
      </p:sp>
      <p:sp>
        <p:nvSpPr>
          <p:cNvPr id="113668" name="日期占位符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CC8950A6-9CED-46ED-9570-FF55F527C548}" type="datetime1">
              <a:rPr kumimoji="0" lang="zh-CN" altLang="en-US" sz="1300" smtClean="0">
                <a:solidFill>
                  <a:srgbClr val="000000"/>
                </a:solidFill>
                <a:latin typeface="Arial" pitchFamily="34" charset="0"/>
              </a:rPr>
              <a:pPr>
                <a:buClr>
                  <a:srgbClr val="C0504D"/>
                </a:buClr>
              </a:pPr>
              <a:t>2022/10/7 Friday</a:t>
            </a:fld>
            <a:endParaRPr kumimoji="0" lang="en-US" altLang="zh-CN" sz="1300" smtClean="0">
              <a:solidFill>
                <a:srgbClr val="000000"/>
              </a:solidFill>
              <a:latin typeface="Arial" pitchFamily="34" charset="0"/>
            </a:endParaRPr>
          </a:p>
        </p:txBody>
      </p:sp>
      <p:sp>
        <p:nvSpPr>
          <p:cNvPr id="113669" name="灯片编号占位符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E45BB417-8406-484B-96F5-C7CE2A2A4510}" type="slidenum">
              <a:rPr kumimoji="0" lang="zh-CN" altLang="en-US" sz="1300">
                <a:solidFill>
                  <a:srgbClr val="000000"/>
                </a:solidFill>
                <a:latin typeface="Arial" pitchFamily="34" charset="0"/>
              </a:rPr>
              <a:pPr>
                <a:buClr>
                  <a:srgbClr val="C0504D"/>
                </a:buClr>
              </a:pPr>
              <a:t>56</a:t>
            </a:fld>
            <a:endParaRPr kumimoji="0" lang="en-US" altLang="zh-CN" sz="1300">
              <a:solidFill>
                <a:srgbClr val="000000"/>
              </a:solidFill>
              <a:latin typeface="Arial"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幻灯片图像占位符 1"/>
          <p:cNvSpPr>
            <a:spLocks noGrp="1" noRot="1" noChangeAspect="1" noChangeArrowheads="1" noTextEdit="1"/>
          </p:cNvSpPr>
          <p:nvPr>
            <p:ph type="sldImg"/>
          </p:nvPr>
        </p:nvSpPr>
        <p:spPr>
          <a:ln/>
        </p:spPr>
      </p:sp>
      <p:sp>
        <p:nvSpPr>
          <p:cNvPr id="11571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首先考虑第一个问题，为了解决它，有必要分析造成该问题的本质性原因。</a:t>
            </a:r>
            <a:endParaRPr lang="en-US" altLang="zh-CN" smtClean="0"/>
          </a:p>
          <a:p>
            <a:endParaRPr lang="en-US" altLang="zh-CN" smtClean="0"/>
          </a:p>
          <a:p>
            <a:r>
              <a:rPr lang="zh-CN" altLang="en-US" smtClean="0"/>
              <a:t>逐级冒泡的界面事件传播模型之所以出现性能问题，其症结在于，不管是否愿意、有无兴趣接收界面事件，它都将进入传播路径中的界面元素和容器的事件响应函数。</a:t>
            </a:r>
            <a:endParaRPr lang="en-US" altLang="zh-CN" smtClean="0"/>
          </a:p>
          <a:p>
            <a:endParaRPr lang="en-US" altLang="zh-CN" smtClean="0"/>
          </a:p>
          <a:p>
            <a:r>
              <a:rPr lang="zh-CN" altLang="en-US" smtClean="0"/>
              <a:t>对于不愿意处理该事件的界面元素或者容器来说，它还必须将接力棒交给外层容器。</a:t>
            </a:r>
          </a:p>
        </p:txBody>
      </p:sp>
      <p:sp>
        <p:nvSpPr>
          <p:cNvPr id="115716" name="日期占位符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FBB02492-73DE-4B2A-91CF-3A8704EB8701}" type="datetime1">
              <a:rPr kumimoji="0" lang="zh-CN" altLang="en-US" sz="1300" smtClean="0">
                <a:solidFill>
                  <a:srgbClr val="000000"/>
                </a:solidFill>
                <a:latin typeface="Arial" pitchFamily="34" charset="0"/>
              </a:rPr>
              <a:pPr>
                <a:buClr>
                  <a:srgbClr val="C0504D"/>
                </a:buClr>
              </a:pPr>
              <a:t>2022/10/7 Friday</a:t>
            </a:fld>
            <a:endParaRPr kumimoji="0" lang="en-US" altLang="zh-CN" sz="1300" smtClean="0">
              <a:solidFill>
                <a:srgbClr val="000000"/>
              </a:solidFill>
              <a:latin typeface="Arial" pitchFamily="34" charset="0"/>
            </a:endParaRPr>
          </a:p>
        </p:txBody>
      </p:sp>
      <p:sp>
        <p:nvSpPr>
          <p:cNvPr id="115717" name="灯片编号占位符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2B338CAF-1289-4EDA-B470-23CF1F82A330}" type="slidenum">
              <a:rPr kumimoji="0" lang="zh-CN" altLang="en-US" sz="1300">
                <a:solidFill>
                  <a:srgbClr val="000000"/>
                </a:solidFill>
                <a:latin typeface="Arial" pitchFamily="34" charset="0"/>
              </a:rPr>
              <a:pPr>
                <a:buClr>
                  <a:srgbClr val="C0504D"/>
                </a:buClr>
              </a:pPr>
              <a:t>57</a:t>
            </a:fld>
            <a:endParaRPr kumimoji="0" lang="en-US" altLang="zh-CN" sz="1300">
              <a:solidFill>
                <a:srgbClr val="000000"/>
              </a:solidFill>
              <a:latin typeface="Arial"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幻灯片图像占位符 1"/>
          <p:cNvSpPr>
            <a:spLocks noGrp="1" noRot="1" noChangeAspect="1" noChangeArrowheads="1" noTextEdit="1"/>
          </p:cNvSpPr>
          <p:nvPr>
            <p:ph type="sldImg"/>
          </p:nvPr>
        </p:nvSpPr>
        <p:spPr>
          <a:ln/>
        </p:spPr>
      </p:sp>
      <p:sp>
        <p:nvSpPr>
          <p:cNvPr id="11776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因此，一种自然而然的解决方案是，确保事件的每次传递都有价值，不做无用功，即，事件仅传递给有需要、有兴趣的软件对象。</a:t>
            </a:r>
            <a:endParaRPr lang="en-US" altLang="zh-CN" smtClean="0"/>
          </a:p>
          <a:p>
            <a:endParaRPr lang="en-US" altLang="zh-CN" smtClean="0"/>
          </a:p>
          <a:p>
            <a:r>
              <a:rPr lang="zh-CN" altLang="en-US" smtClean="0"/>
              <a:t>但是，作为事件源的界面元素如何知道哪些对象有兴趣接收界面事件？</a:t>
            </a:r>
          </a:p>
        </p:txBody>
      </p:sp>
      <p:sp>
        <p:nvSpPr>
          <p:cNvPr id="117764" name="日期占位符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F1C73E8A-97B0-406C-A8D4-5DA25D5D5175}" type="datetime1">
              <a:rPr kumimoji="0" lang="zh-CN" altLang="en-US" sz="1300" smtClean="0">
                <a:solidFill>
                  <a:srgbClr val="000000"/>
                </a:solidFill>
                <a:latin typeface="Arial" pitchFamily="34" charset="0"/>
              </a:rPr>
              <a:pPr>
                <a:buClr>
                  <a:srgbClr val="C0504D"/>
                </a:buClr>
              </a:pPr>
              <a:t>2022/10/7 Friday</a:t>
            </a:fld>
            <a:endParaRPr kumimoji="0" lang="en-US" altLang="zh-CN" sz="1300" smtClean="0">
              <a:solidFill>
                <a:srgbClr val="000000"/>
              </a:solidFill>
              <a:latin typeface="Arial" pitchFamily="34" charset="0"/>
            </a:endParaRPr>
          </a:p>
        </p:txBody>
      </p:sp>
      <p:sp>
        <p:nvSpPr>
          <p:cNvPr id="117765" name="灯片编号占位符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8690B4F8-ADE9-4188-A915-A395D8C46950}" type="slidenum">
              <a:rPr kumimoji="0" lang="zh-CN" altLang="en-US" sz="1300">
                <a:solidFill>
                  <a:srgbClr val="000000"/>
                </a:solidFill>
                <a:latin typeface="Arial" pitchFamily="34" charset="0"/>
              </a:rPr>
              <a:pPr>
                <a:buClr>
                  <a:srgbClr val="C0504D"/>
                </a:buClr>
              </a:pPr>
              <a:t>58</a:t>
            </a:fld>
            <a:endParaRPr kumimoji="0" lang="en-US" altLang="zh-CN" sz="1300">
              <a:solidFill>
                <a:srgbClr val="000000"/>
              </a:solidFill>
              <a:latin typeface="Arial"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p:cNvSpPr>
            <a:spLocks noGrp="1" noRot="1" noChangeAspect="1" noChangeArrowheads="1" noTextEdit="1"/>
          </p:cNvSpPr>
          <p:nvPr>
            <p:ph type="sldImg"/>
          </p:nvPr>
        </p:nvSpPr>
        <p:spPr>
          <a:ln/>
        </p:spPr>
      </p:sp>
      <p:sp>
        <p:nvSpPr>
          <p:cNvPr id="11981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逆向思考此问题，可获一种既简单、又自然的解决方案：</a:t>
            </a:r>
            <a:endParaRPr lang="en-US" altLang="zh-CN" smtClean="0"/>
          </a:p>
          <a:p>
            <a:endParaRPr lang="en-US" altLang="zh-CN" smtClean="0"/>
          </a:p>
          <a:p>
            <a:r>
              <a:rPr lang="zh-CN" altLang="en-US" smtClean="0"/>
              <a:t>希望接收并处理界面事件的对象事先向事件源注册，表明其对某类事件感兴趣；</a:t>
            </a:r>
            <a:endParaRPr lang="en-US" altLang="zh-CN" smtClean="0"/>
          </a:p>
          <a:p>
            <a:endParaRPr lang="en-US" altLang="zh-CN" smtClean="0"/>
          </a:p>
          <a:p>
            <a:r>
              <a:rPr lang="zh-CN" altLang="en-US" smtClean="0"/>
              <a:t>事件源将这些有意接收事件的对象记录至其内部的注册表；一旦事件发生，事件源仅向注册表中的对象传递事件。</a:t>
            </a:r>
            <a:endParaRPr lang="en-US" altLang="zh-CN" smtClean="0"/>
          </a:p>
          <a:p>
            <a:endParaRPr lang="en-US" altLang="zh-CN" smtClean="0"/>
          </a:p>
          <a:p>
            <a:r>
              <a:rPr lang="zh-CN" altLang="en-US" smtClean="0"/>
              <a:t>显然，这种定向的事件传播模型完全克服了冒泡模型固有的无效传递问题，提高了事件传播和事件处理的性能。</a:t>
            </a:r>
          </a:p>
        </p:txBody>
      </p:sp>
      <p:sp>
        <p:nvSpPr>
          <p:cNvPr id="119812" name="日期占位符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E173D009-56A4-4F81-BAF9-181F64B30782}" type="datetime1">
              <a:rPr kumimoji="0" lang="zh-CN" altLang="en-US" sz="1300" smtClean="0">
                <a:solidFill>
                  <a:srgbClr val="000000"/>
                </a:solidFill>
                <a:latin typeface="Arial" pitchFamily="34" charset="0"/>
              </a:rPr>
              <a:pPr>
                <a:buClr>
                  <a:srgbClr val="C0504D"/>
                </a:buClr>
              </a:pPr>
              <a:t>2022/10/7 Friday</a:t>
            </a:fld>
            <a:endParaRPr kumimoji="0" lang="en-US" altLang="zh-CN" sz="1300" smtClean="0">
              <a:solidFill>
                <a:srgbClr val="000000"/>
              </a:solidFill>
              <a:latin typeface="Arial" pitchFamily="34" charset="0"/>
            </a:endParaRPr>
          </a:p>
        </p:txBody>
      </p:sp>
      <p:sp>
        <p:nvSpPr>
          <p:cNvPr id="119813" name="灯片编号占位符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988625B2-B0B9-44BC-BF60-0B7B39C5430E}" type="slidenum">
              <a:rPr kumimoji="0" lang="zh-CN" altLang="en-US" sz="1300">
                <a:solidFill>
                  <a:srgbClr val="000000"/>
                </a:solidFill>
                <a:latin typeface="Arial" pitchFamily="34" charset="0"/>
              </a:rPr>
              <a:pPr>
                <a:buClr>
                  <a:srgbClr val="C0504D"/>
                </a:buClr>
              </a:pPr>
              <a:t>59</a:t>
            </a:fld>
            <a:endParaRPr kumimoji="0" lang="en-US" altLang="zh-CN" sz="1300">
              <a:solidFill>
                <a:srgbClr val="000000"/>
              </a:solidFill>
              <a:latin typeface="Arial"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幻灯片图像占位符 1"/>
          <p:cNvSpPr>
            <a:spLocks noGrp="1" noRot="1" noChangeAspect="1" noChangeArrowheads="1" noTextEdit="1"/>
          </p:cNvSpPr>
          <p:nvPr>
            <p:ph type="sldImg"/>
          </p:nvPr>
        </p:nvSpPr>
        <p:spPr>
          <a:ln/>
        </p:spPr>
      </p:sp>
      <p:sp>
        <p:nvSpPr>
          <p:cNvPr id="12185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现在我们试图用程序来表达这种解决方案。即，在事件源所属的类中添加</a:t>
            </a:r>
            <a:r>
              <a:rPr lang="en-US" altLang="zh-CN" smtClean="0">
                <a:latin typeface="Calibri" pitchFamily="34" charset="0"/>
                <a:ea typeface="楷体_GB2312"/>
                <a:cs typeface="楷体_GB2312"/>
              </a:rPr>
              <a:t>addEventTarget</a:t>
            </a:r>
            <a:r>
              <a:rPr lang="zh-CN" altLang="en-US" smtClean="0">
                <a:latin typeface="Calibri" pitchFamily="34" charset="0"/>
                <a:ea typeface="楷体_GB2312"/>
                <a:cs typeface="楷体_GB2312"/>
              </a:rPr>
              <a:t>方法，以供外界注册使用。</a:t>
            </a:r>
            <a:endParaRPr lang="en-US" altLang="zh-CN" smtClean="0">
              <a:latin typeface="Calibri" pitchFamily="34" charset="0"/>
              <a:ea typeface="楷体_GB2312"/>
              <a:cs typeface="楷体_GB2312"/>
            </a:endParaRPr>
          </a:p>
          <a:p>
            <a:endParaRPr lang="en-US" altLang="zh-CN" smtClean="0">
              <a:latin typeface="Calibri" pitchFamily="34" charset="0"/>
              <a:ea typeface="楷体_GB2312"/>
              <a:cs typeface="楷体_GB2312"/>
            </a:endParaRPr>
          </a:p>
          <a:p>
            <a:r>
              <a:rPr lang="zh-CN" altLang="en-US" smtClean="0">
                <a:latin typeface="Calibri" pitchFamily="34" charset="0"/>
                <a:ea typeface="楷体_GB2312"/>
                <a:cs typeface="楷体_GB2312"/>
              </a:rPr>
              <a:t>注册方法的最关键动作是：将表明对本事件有兴趣的对象添加到事件源对象内部维持的注册表之中。示例中，</a:t>
            </a:r>
            <a:r>
              <a:rPr lang="en-US" altLang="zh-CN" smtClean="0">
                <a:latin typeface="Calibri" pitchFamily="34" charset="0"/>
                <a:ea typeface="楷体_GB2312"/>
                <a:cs typeface="楷体_GB2312"/>
              </a:rPr>
              <a:t>m_listTargets</a:t>
            </a:r>
            <a:r>
              <a:rPr lang="zh-CN" altLang="en-US" smtClean="0">
                <a:latin typeface="Calibri" pitchFamily="34" charset="0"/>
                <a:ea typeface="楷体_GB2312"/>
                <a:cs typeface="楷体_GB2312"/>
              </a:rPr>
              <a:t>即为注册表。</a:t>
            </a:r>
            <a:endParaRPr lang="en-US" altLang="zh-CN" smtClean="0">
              <a:latin typeface="Calibri" pitchFamily="34" charset="0"/>
              <a:ea typeface="楷体_GB2312"/>
              <a:cs typeface="楷体_GB2312"/>
            </a:endParaRPr>
          </a:p>
          <a:p>
            <a:endParaRPr lang="en-US" altLang="zh-CN" smtClean="0">
              <a:latin typeface="Calibri" pitchFamily="34" charset="0"/>
              <a:ea typeface="楷体_GB2312"/>
              <a:cs typeface="楷体_GB2312"/>
            </a:endParaRPr>
          </a:p>
          <a:p>
            <a:r>
              <a:rPr lang="zh-CN" altLang="en-US" smtClean="0"/>
              <a:t>提请大家注意，在关键动作之外，为什么需要这些判断语句？这里面大有讲究，请同学们自行思考。</a:t>
            </a:r>
          </a:p>
          <a:p>
            <a:endParaRPr lang="zh-CN" altLang="en-US" smtClean="0"/>
          </a:p>
        </p:txBody>
      </p:sp>
      <p:sp>
        <p:nvSpPr>
          <p:cNvPr id="121860" name="日期占位符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FC9F335A-49E5-4FFC-9484-E78BA863873E}" type="datetime1">
              <a:rPr kumimoji="0" lang="zh-CN" altLang="en-US" sz="1300" smtClean="0">
                <a:solidFill>
                  <a:srgbClr val="000000"/>
                </a:solidFill>
                <a:latin typeface="Arial" pitchFamily="34" charset="0"/>
              </a:rPr>
              <a:pPr>
                <a:buClr>
                  <a:srgbClr val="C0504D"/>
                </a:buClr>
              </a:pPr>
              <a:t>2022/10/7 Friday</a:t>
            </a:fld>
            <a:endParaRPr kumimoji="0" lang="en-US" altLang="zh-CN" sz="1300" smtClean="0">
              <a:solidFill>
                <a:srgbClr val="000000"/>
              </a:solidFill>
              <a:latin typeface="Arial" pitchFamily="34" charset="0"/>
            </a:endParaRPr>
          </a:p>
        </p:txBody>
      </p:sp>
      <p:sp>
        <p:nvSpPr>
          <p:cNvPr id="121861" name="灯片编号占位符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5EDF5B44-8278-4E14-A04F-EBEA1E3D31AB}" type="slidenum">
              <a:rPr kumimoji="0" lang="zh-CN" altLang="en-US" sz="1300">
                <a:solidFill>
                  <a:srgbClr val="000000"/>
                </a:solidFill>
                <a:latin typeface="Arial" pitchFamily="34" charset="0"/>
              </a:rPr>
              <a:pPr>
                <a:buClr>
                  <a:srgbClr val="C0504D"/>
                </a:buClr>
              </a:pPr>
              <a:t>60</a:t>
            </a:fld>
            <a:endParaRPr kumimoji="0" lang="en-US" altLang="zh-CN" sz="1300">
              <a:solidFill>
                <a:srgbClr val="000000"/>
              </a:solidFill>
              <a:latin typeface="Arial"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幻灯片图像占位符 1"/>
          <p:cNvSpPr>
            <a:spLocks noGrp="1" noRot="1" noChangeAspect="1" noChangeArrowheads="1" noTextEdit="1"/>
          </p:cNvSpPr>
          <p:nvPr>
            <p:ph type="sldImg"/>
          </p:nvPr>
        </p:nvSpPr>
        <p:spPr>
          <a:ln/>
        </p:spPr>
      </p:sp>
      <p:sp>
        <p:nvSpPr>
          <p:cNvPr id="12390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除提供注册方法外，事件源的另外一项任务是，当界面事件被捕获时，将事件向注册表中的所有事先已经注册的事件目标对象发送该事件。</a:t>
            </a:r>
            <a:endParaRPr lang="en-US" altLang="zh-CN" smtClean="0"/>
          </a:p>
          <a:p>
            <a:endParaRPr lang="en-US" altLang="zh-CN" smtClean="0"/>
          </a:p>
          <a:p>
            <a:r>
              <a:rPr lang="zh-CN" altLang="en-US" smtClean="0"/>
              <a:t>遗憾的是，现在我们距离完全解决前述问题还有一步之遥：事件源还无法向注册表中的事件目标发送事件，因为事件源还不知道事件目标会以什么样的方法来接收该事件。</a:t>
            </a:r>
            <a:endParaRPr lang="en-US" altLang="zh-CN" smtClean="0"/>
          </a:p>
          <a:p>
            <a:endParaRPr lang="en-US" altLang="zh-CN" smtClean="0"/>
          </a:p>
          <a:p>
            <a:r>
              <a:rPr lang="zh-CN" altLang="en-US" smtClean="0"/>
              <a:t>怎么办？</a:t>
            </a:r>
          </a:p>
        </p:txBody>
      </p:sp>
      <p:sp>
        <p:nvSpPr>
          <p:cNvPr id="123908" name="日期占位符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A8767EB4-083F-4F5C-B3F3-4B4D59E25CCB}" type="datetime1">
              <a:rPr kumimoji="0" lang="zh-CN" altLang="en-US" sz="1300" smtClean="0">
                <a:solidFill>
                  <a:srgbClr val="000000"/>
                </a:solidFill>
                <a:latin typeface="Arial" pitchFamily="34" charset="0"/>
              </a:rPr>
              <a:pPr>
                <a:buClr>
                  <a:srgbClr val="C0504D"/>
                </a:buClr>
              </a:pPr>
              <a:t>2022/10/7 Friday</a:t>
            </a:fld>
            <a:endParaRPr kumimoji="0" lang="en-US" altLang="zh-CN" sz="1300" smtClean="0">
              <a:solidFill>
                <a:srgbClr val="000000"/>
              </a:solidFill>
              <a:latin typeface="Arial" pitchFamily="34" charset="0"/>
            </a:endParaRPr>
          </a:p>
        </p:txBody>
      </p:sp>
      <p:sp>
        <p:nvSpPr>
          <p:cNvPr id="123909" name="灯片编号占位符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1FF081A9-B6C8-4D07-B2DF-D74B58920F86}" type="slidenum">
              <a:rPr kumimoji="0" lang="zh-CN" altLang="en-US" sz="1300">
                <a:solidFill>
                  <a:srgbClr val="000000"/>
                </a:solidFill>
                <a:latin typeface="Arial" pitchFamily="34" charset="0"/>
              </a:rPr>
              <a:pPr>
                <a:buClr>
                  <a:srgbClr val="C0504D"/>
                </a:buClr>
              </a:pPr>
              <a:t>61</a:t>
            </a:fld>
            <a:endParaRPr kumimoji="0" lang="en-US" altLang="zh-CN" sz="1300">
              <a:solidFill>
                <a:srgbClr val="000000"/>
              </a:solidFill>
              <a:latin typeface="Arial"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幻灯片图像占位符 1"/>
          <p:cNvSpPr>
            <a:spLocks noGrp="1" noRot="1" noChangeAspect="1" noChangeArrowheads="1" noTextEdit="1"/>
          </p:cNvSpPr>
          <p:nvPr>
            <p:ph type="sldImg"/>
          </p:nvPr>
        </p:nvSpPr>
        <p:spPr>
          <a:ln/>
        </p:spPr>
      </p:sp>
      <p:sp>
        <p:nvSpPr>
          <p:cNvPr id="12595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smtClean="0"/>
              <a:t>解决该问题的自然方法是，在事件源和事件目标之间建立一个协议，既然事件目标希望获得事件的通知，那么要求其遵循这个协议就非常合理了。</a:t>
            </a:r>
            <a:endParaRPr lang="en-US" altLang="zh-CN" dirty="0" smtClean="0"/>
          </a:p>
          <a:p>
            <a:endParaRPr lang="en-US" altLang="zh-CN" dirty="0" smtClean="0"/>
          </a:p>
          <a:p>
            <a:r>
              <a:rPr lang="zh-CN" altLang="en-US" dirty="0" smtClean="0"/>
              <a:t>协议怎么表示？</a:t>
            </a:r>
            <a:r>
              <a:rPr lang="en-US" altLang="zh-CN" dirty="0" smtClean="0"/>
              <a:t>Java</a:t>
            </a:r>
            <a:r>
              <a:rPr lang="zh-CN" altLang="en-US" dirty="0" smtClean="0"/>
              <a:t>语言为此提供了一种非常好的协议表示方式：</a:t>
            </a:r>
            <a:r>
              <a:rPr lang="en-US" altLang="zh-CN" dirty="0" smtClean="0"/>
              <a:t>interface</a:t>
            </a:r>
            <a:r>
              <a:rPr lang="zh-CN" altLang="en-US" dirty="0" smtClean="0"/>
              <a:t>，</a:t>
            </a:r>
            <a:r>
              <a:rPr lang="en-US" altLang="zh-CN" dirty="0" smtClean="0"/>
              <a:t>interface</a:t>
            </a:r>
            <a:r>
              <a:rPr lang="zh-CN" altLang="en-US" dirty="0" smtClean="0"/>
              <a:t>是指不含任何方法实现体的抽象类，只有方法的标记（</a:t>
            </a:r>
            <a:r>
              <a:rPr lang="en-US" altLang="zh-CN" dirty="0" smtClean="0"/>
              <a:t>signature</a:t>
            </a:r>
            <a:r>
              <a:rPr lang="zh-CN" altLang="en-US" dirty="0" smtClean="0"/>
              <a:t>，即方法名称、参数表及返回值类型，没有函数体），换言之，接口中只有方法的标记说明，没有方法的实现体。</a:t>
            </a:r>
            <a:endParaRPr lang="en-US" altLang="zh-CN" dirty="0" smtClean="0"/>
          </a:p>
          <a:p>
            <a:endParaRPr lang="en-US" altLang="zh-CN" dirty="0" smtClean="0"/>
          </a:p>
          <a:p>
            <a:r>
              <a:rPr lang="en-US" altLang="zh-CN" dirty="0" smtClean="0"/>
              <a:t>interface</a:t>
            </a:r>
            <a:r>
              <a:rPr lang="zh-CN" altLang="en-US" dirty="0" smtClean="0"/>
              <a:t>作为事件源和目标之间的协议的含义是：事件源可以调用</a:t>
            </a:r>
            <a:r>
              <a:rPr lang="en-US" altLang="zh-CN" dirty="0" smtClean="0"/>
              <a:t>interface</a:t>
            </a:r>
            <a:r>
              <a:rPr lang="zh-CN" altLang="en-US" dirty="0" smtClean="0"/>
              <a:t>中规定的方法，事件目标则必须实现该接口，即，提供该方法的实现函数体。因此，在</a:t>
            </a:r>
            <a:r>
              <a:rPr lang="en-US" altLang="zh-CN" dirty="0" smtClean="0"/>
              <a:t>interface</a:t>
            </a:r>
            <a:r>
              <a:rPr lang="zh-CN" altLang="en-US" dirty="0" smtClean="0"/>
              <a:t>中只需包含事件响应方法的标记即可，事件源只需这些信息即可完成事件发送。因为</a:t>
            </a:r>
            <a:r>
              <a:rPr lang="en-US" altLang="zh-CN" dirty="0" smtClean="0"/>
              <a:t>interface</a:t>
            </a:r>
            <a:r>
              <a:rPr lang="zh-CN" altLang="en-US" dirty="0" smtClean="0"/>
              <a:t>中只包含事件响应方法的标记，这个接口被称为事件监听接口。</a:t>
            </a:r>
            <a:endParaRPr lang="en-US" altLang="zh-CN" dirty="0" smtClean="0"/>
          </a:p>
        </p:txBody>
      </p:sp>
      <p:sp>
        <p:nvSpPr>
          <p:cNvPr id="125956" name="日期占位符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EF74B04E-A9B3-48D2-89FA-67B1FF268C3A}" type="datetime1">
              <a:rPr kumimoji="0" lang="zh-CN" altLang="en-US" sz="1300" smtClean="0">
                <a:solidFill>
                  <a:srgbClr val="000000"/>
                </a:solidFill>
                <a:latin typeface="Arial" pitchFamily="34" charset="0"/>
              </a:rPr>
              <a:pPr>
                <a:buClr>
                  <a:srgbClr val="C0504D"/>
                </a:buClr>
              </a:pPr>
              <a:t>2022/10/7 Friday</a:t>
            </a:fld>
            <a:endParaRPr kumimoji="0" lang="en-US" altLang="zh-CN" sz="1300" smtClean="0">
              <a:solidFill>
                <a:srgbClr val="000000"/>
              </a:solidFill>
              <a:latin typeface="Arial" pitchFamily="34" charset="0"/>
            </a:endParaRPr>
          </a:p>
        </p:txBody>
      </p:sp>
      <p:sp>
        <p:nvSpPr>
          <p:cNvPr id="125957" name="灯片编号占位符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418860B4-375B-47C6-9DA5-32A046E7841E}" type="slidenum">
              <a:rPr kumimoji="0" lang="zh-CN" altLang="en-US" sz="1300">
                <a:solidFill>
                  <a:srgbClr val="000000"/>
                </a:solidFill>
                <a:latin typeface="Arial" pitchFamily="34" charset="0"/>
              </a:rPr>
              <a:pPr>
                <a:buClr>
                  <a:srgbClr val="C0504D"/>
                </a:buClr>
              </a:pPr>
              <a:t>62</a:t>
            </a:fld>
            <a:endParaRPr kumimoji="0" lang="en-US" altLang="zh-CN" sz="1300">
              <a:solidFill>
                <a:srgbClr val="000000"/>
              </a:solidFill>
              <a:latin typeface="Arial"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幻灯片图像占位符 1"/>
          <p:cNvSpPr>
            <a:spLocks noGrp="1" noRot="1" noChangeAspect="1" noChangeArrowheads="1" noTextEdit="1"/>
          </p:cNvSpPr>
          <p:nvPr>
            <p:ph type="sldImg"/>
          </p:nvPr>
        </p:nvSpPr>
        <p:spPr>
          <a:ln/>
        </p:spPr>
      </p:sp>
      <p:sp>
        <p:nvSpPr>
          <p:cNvPr id="12800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请看此图，</a:t>
            </a:r>
            <a:r>
              <a:rPr lang="en-US" altLang="zh-CN" smtClean="0"/>
              <a:t>UIEventListener</a:t>
            </a:r>
            <a:r>
              <a:rPr lang="zh-CN" altLang="en-US" smtClean="0"/>
              <a:t>作为事件源与事件目标之间的协议，事件源利用该接口中的事件响应方法</a:t>
            </a:r>
            <a:r>
              <a:rPr lang="en-US" altLang="zh-CN" smtClean="0"/>
              <a:t>onEvent</a:t>
            </a:r>
            <a:r>
              <a:rPr lang="zh-CN" altLang="en-US" smtClean="0"/>
              <a:t>发送事件，因为事件源知道事件目标必然具有该方法；事件目标所属的类必须实现该接口，即，它必须提供事件响应方法的实现函数体，在该函数体中，事件目标可以获得该事件的相关信息，这些信息被封装在事件对象之中，从事件源传递过来。</a:t>
            </a:r>
            <a:endParaRPr lang="en-US" altLang="zh-CN" smtClean="0"/>
          </a:p>
          <a:p>
            <a:endParaRPr lang="en-US" altLang="zh-CN" smtClean="0"/>
          </a:p>
          <a:p>
            <a:r>
              <a:rPr lang="zh-CN" altLang="en-US" smtClean="0"/>
              <a:t>表面上看，事件源调用接口中的抽象方法；但是，在软件运行过程中，这种调用将落实到接口的实现类的具体函数体，这是面向对象中继承关系的基本语义。</a:t>
            </a:r>
            <a:endParaRPr lang="en-US" altLang="zh-CN" smtClean="0"/>
          </a:p>
        </p:txBody>
      </p:sp>
      <p:sp>
        <p:nvSpPr>
          <p:cNvPr id="128004" name="日期占位符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5BA90790-66B8-422F-AC08-42CF3A7BE459}" type="datetime1">
              <a:rPr kumimoji="0" lang="zh-CN" altLang="en-US" sz="1300" smtClean="0">
                <a:solidFill>
                  <a:srgbClr val="000000"/>
                </a:solidFill>
                <a:latin typeface="Arial" pitchFamily="34" charset="0"/>
              </a:rPr>
              <a:pPr>
                <a:buClr>
                  <a:srgbClr val="C0504D"/>
                </a:buClr>
              </a:pPr>
              <a:t>2022/10/7 Friday</a:t>
            </a:fld>
            <a:endParaRPr kumimoji="0" lang="en-US" altLang="zh-CN" sz="1300" smtClean="0">
              <a:solidFill>
                <a:srgbClr val="000000"/>
              </a:solidFill>
              <a:latin typeface="Arial" pitchFamily="34" charset="0"/>
            </a:endParaRPr>
          </a:p>
        </p:txBody>
      </p:sp>
      <p:sp>
        <p:nvSpPr>
          <p:cNvPr id="128005" name="灯片编号占位符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A36365F9-72C3-4ED8-AC8D-227CDFD010EB}" type="slidenum">
              <a:rPr kumimoji="0" lang="zh-CN" altLang="en-US" sz="1300">
                <a:solidFill>
                  <a:srgbClr val="000000"/>
                </a:solidFill>
                <a:latin typeface="Arial" pitchFamily="34" charset="0"/>
              </a:rPr>
              <a:pPr>
                <a:buClr>
                  <a:srgbClr val="C0504D"/>
                </a:buClr>
              </a:pPr>
              <a:t>63</a:t>
            </a:fld>
            <a:endParaRPr kumimoji="0" lang="en-US" altLang="zh-CN" sz="1300">
              <a:solidFill>
                <a:srgbClr val="000000"/>
              </a:solidFill>
              <a:latin typeface="Arial"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幻灯片图像占位符 1"/>
          <p:cNvSpPr>
            <a:spLocks noGrp="1" noRot="1" noChangeAspect="1" noChangeArrowheads="1" noTextEdit="1"/>
          </p:cNvSpPr>
          <p:nvPr>
            <p:ph type="sldImg"/>
          </p:nvPr>
        </p:nvSpPr>
        <p:spPr>
          <a:ln/>
        </p:spPr>
      </p:sp>
      <p:sp>
        <p:nvSpPr>
          <p:cNvPr id="13005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smtClean="0"/>
          </a:p>
          <a:p>
            <a:r>
              <a:rPr lang="zh-CN" altLang="en-US" smtClean="0"/>
              <a:t>现在，我们终于获得了前述问题</a:t>
            </a:r>
            <a:r>
              <a:rPr lang="en-US" altLang="zh-CN" smtClean="0"/>
              <a:t>P1</a:t>
            </a:r>
            <a:r>
              <a:rPr lang="zh-CN" altLang="en-US" smtClean="0"/>
              <a:t>的解决方案，这个方案可以概述为三句话：</a:t>
            </a:r>
            <a:endParaRPr lang="en-US" altLang="zh-CN" smtClean="0"/>
          </a:p>
          <a:p>
            <a:r>
              <a:rPr lang="zh-CN" altLang="en-US" smtClean="0"/>
              <a:t>（</a:t>
            </a:r>
            <a:r>
              <a:rPr lang="en-US" altLang="zh-CN" smtClean="0"/>
              <a:t>1</a:t>
            </a:r>
            <a:r>
              <a:rPr lang="zh-CN" altLang="en-US" smtClean="0"/>
              <a:t>）对事件感兴趣的对象事先向事件源申请注册，事件源将其记录到注册表之中；</a:t>
            </a:r>
            <a:endParaRPr lang="en-US" altLang="zh-CN" smtClean="0"/>
          </a:p>
          <a:p>
            <a:r>
              <a:rPr lang="zh-CN" altLang="en-US" smtClean="0"/>
              <a:t>（</a:t>
            </a:r>
            <a:r>
              <a:rPr lang="en-US" altLang="zh-CN" smtClean="0"/>
              <a:t>2</a:t>
            </a:r>
            <a:r>
              <a:rPr lang="zh-CN" altLang="en-US" smtClean="0"/>
              <a:t>）事件目标所属的类必须实现事件监听接口；</a:t>
            </a:r>
            <a:endParaRPr lang="en-US" altLang="zh-CN" smtClean="0"/>
          </a:p>
          <a:p>
            <a:r>
              <a:rPr lang="zh-CN" altLang="en-US" smtClean="0"/>
              <a:t>（</a:t>
            </a:r>
            <a:r>
              <a:rPr lang="en-US" altLang="zh-CN" smtClean="0"/>
              <a:t>3</a:t>
            </a:r>
            <a:r>
              <a:rPr lang="zh-CN" altLang="en-US" smtClean="0"/>
              <a:t>）当事件发生时，事件源利用接口中定义的事件响应方法的标记，向注册表中的每个对象发送事件。</a:t>
            </a:r>
            <a:endParaRPr lang="en-US" altLang="zh-CN" smtClean="0"/>
          </a:p>
          <a:p>
            <a:endParaRPr lang="en-US" altLang="zh-CN" smtClean="0"/>
          </a:p>
        </p:txBody>
      </p:sp>
      <p:sp>
        <p:nvSpPr>
          <p:cNvPr id="130052" name="日期占位符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9C69507C-0790-40E5-B7E5-357178F0150F}" type="datetime1">
              <a:rPr kumimoji="0" lang="zh-CN" altLang="en-US" sz="1300" smtClean="0">
                <a:solidFill>
                  <a:srgbClr val="000000"/>
                </a:solidFill>
                <a:latin typeface="Arial" pitchFamily="34" charset="0"/>
              </a:rPr>
              <a:pPr>
                <a:buClr>
                  <a:srgbClr val="C0504D"/>
                </a:buClr>
              </a:pPr>
              <a:t>2022/10/7 Friday</a:t>
            </a:fld>
            <a:endParaRPr kumimoji="0" lang="en-US" altLang="zh-CN" sz="1300" smtClean="0">
              <a:solidFill>
                <a:srgbClr val="000000"/>
              </a:solidFill>
              <a:latin typeface="Arial" pitchFamily="34" charset="0"/>
            </a:endParaRPr>
          </a:p>
        </p:txBody>
      </p:sp>
      <p:sp>
        <p:nvSpPr>
          <p:cNvPr id="130053" name="灯片编号占位符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477F6510-3F01-4C18-961E-5D72ABCFF8CB}" type="slidenum">
              <a:rPr kumimoji="0" lang="zh-CN" altLang="en-US" sz="1300">
                <a:solidFill>
                  <a:srgbClr val="000000"/>
                </a:solidFill>
                <a:latin typeface="Arial" pitchFamily="34" charset="0"/>
              </a:rPr>
              <a:pPr>
                <a:buClr>
                  <a:srgbClr val="C0504D"/>
                </a:buClr>
              </a:pPr>
              <a:t>64</a:t>
            </a:fld>
            <a:endParaRPr kumimoji="0" lang="en-US" altLang="zh-CN" sz="1300">
              <a:solidFill>
                <a:srgbClr val="000000"/>
              </a:solidFill>
              <a:latin typeface="Arial"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幻灯片图像占位符 1"/>
          <p:cNvSpPr>
            <a:spLocks noGrp="1" noRot="1" noChangeAspect="1" noChangeArrowheads="1" noTextEdit="1"/>
          </p:cNvSpPr>
          <p:nvPr>
            <p:ph type="sldImg"/>
          </p:nvPr>
        </p:nvSpPr>
        <p:spPr>
          <a:ln/>
        </p:spPr>
      </p:sp>
      <p:sp>
        <p:nvSpPr>
          <p:cNvPr id="13209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让我们再用程序来精确地表示上述解决方案。</a:t>
            </a:r>
            <a:endParaRPr lang="en-US" altLang="zh-CN" smtClean="0"/>
          </a:p>
          <a:p>
            <a:endParaRPr lang="en-US" altLang="zh-CN" smtClean="0"/>
          </a:p>
          <a:p>
            <a:r>
              <a:rPr lang="zh-CN" altLang="en-US" smtClean="0"/>
              <a:t>首先，事件源可以确定对事件感兴趣的事件目标对象所属的类一定实现了事件监听接口，所以它知道事件目标对象的类型一定是</a:t>
            </a:r>
            <a:r>
              <a:rPr lang="en-US" altLang="zh-CN" smtClean="0">
                <a:solidFill>
                  <a:srgbClr val="FF0000"/>
                </a:solidFill>
                <a:latin typeface="Calibri" pitchFamily="34" charset="0"/>
                <a:ea typeface="楷体_GB2312"/>
                <a:cs typeface="楷体_GB2312"/>
              </a:rPr>
              <a:t>XxxEventListener</a:t>
            </a:r>
            <a:r>
              <a:rPr lang="zh-CN" altLang="en-US" smtClean="0">
                <a:solidFill>
                  <a:srgbClr val="FF0000"/>
                </a:solidFill>
                <a:latin typeface="Calibri" pitchFamily="34" charset="0"/>
                <a:ea typeface="楷体_GB2312"/>
                <a:cs typeface="楷体_GB2312"/>
              </a:rPr>
              <a:t>，于是，事件源的类可以规定其内部注册表中对象的类型为</a:t>
            </a:r>
            <a:r>
              <a:rPr lang="en-US" altLang="zh-CN" smtClean="0">
                <a:solidFill>
                  <a:srgbClr val="FF0000"/>
                </a:solidFill>
                <a:latin typeface="Calibri" pitchFamily="34" charset="0"/>
                <a:ea typeface="楷体_GB2312"/>
                <a:cs typeface="楷体_GB2312"/>
              </a:rPr>
              <a:t>XxxEventListener</a:t>
            </a:r>
            <a:r>
              <a:rPr lang="zh-CN" altLang="en-US" smtClean="0">
                <a:solidFill>
                  <a:srgbClr val="FF0000"/>
                </a:solidFill>
                <a:latin typeface="Calibri" pitchFamily="34" charset="0"/>
                <a:ea typeface="楷体_GB2312"/>
                <a:cs typeface="楷体_GB2312"/>
              </a:rPr>
              <a:t>，对外提供的注册方法的参数的类型也必然为</a:t>
            </a:r>
            <a:r>
              <a:rPr lang="en-US" altLang="zh-CN" smtClean="0">
                <a:solidFill>
                  <a:srgbClr val="FF0000"/>
                </a:solidFill>
                <a:latin typeface="Calibri" pitchFamily="34" charset="0"/>
                <a:ea typeface="楷体_GB2312"/>
                <a:cs typeface="楷体_GB2312"/>
              </a:rPr>
              <a:t>XxxEventListener</a:t>
            </a:r>
            <a:r>
              <a:rPr lang="zh-CN" altLang="en-US" smtClean="0">
                <a:solidFill>
                  <a:srgbClr val="FF0000"/>
                </a:solidFill>
                <a:latin typeface="Calibri" pitchFamily="34" charset="0"/>
                <a:ea typeface="楷体_GB2312"/>
                <a:cs typeface="楷体_GB2312"/>
              </a:rPr>
              <a:t>。这是由事件源与事件目标之间的协议所规定的。</a:t>
            </a:r>
            <a:endParaRPr lang="en-US" altLang="zh-CN" smtClean="0">
              <a:solidFill>
                <a:srgbClr val="FF0000"/>
              </a:solidFill>
              <a:latin typeface="Calibri" pitchFamily="34" charset="0"/>
              <a:ea typeface="楷体_GB2312"/>
              <a:cs typeface="楷体_GB2312"/>
            </a:endParaRPr>
          </a:p>
          <a:p>
            <a:endParaRPr lang="en-US" altLang="zh-CN" smtClean="0">
              <a:solidFill>
                <a:srgbClr val="FF0000"/>
              </a:solidFill>
              <a:latin typeface="Calibri" pitchFamily="34" charset="0"/>
              <a:ea typeface="楷体_GB2312"/>
              <a:cs typeface="楷体_GB2312"/>
            </a:endParaRPr>
          </a:p>
          <a:p>
            <a:r>
              <a:rPr lang="zh-CN" altLang="en-US" smtClean="0">
                <a:solidFill>
                  <a:srgbClr val="FF0000"/>
                </a:solidFill>
                <a:latin typeface="Calibri" pitchFamily="34" charset="0"/>
                <a:ea typeface="楷体_GB2312"/>
                <a:cs typeface="楷体_GB2312"/>
              </a:rPr>
              <a:t>按照业界的标准，我们将注册方法的名称改为</a:t>
            </a:r>
            <a:r>
              <a:rPr lang="en-US" altLang="zh-CN" smtClean="0">
                <a:latin typeface="Calibri" pitchFamily="34" charset="0"/>
                <a:ea typeface="楷体_GB2312"/>
                <a:cs typeface="楷体_GB2312"/>
              </a:rPr>
              <a:t>addXxx</a:t>
            </a:r>
            <a:r>
              <a:rPr lang="en-US" altLang="zh-CN" smtClean="0">
                <a:solidFill>
                  <a:srgbClr val="FF0000"/>
                </a:solidFill>
                <a:latin typeface="Calibri" pitchFamily="34" charset="0"/>
                <a:ea typeface="楷体_GB2312"/>
                <a:cs typeface="楷体_GB2312"/>
              </a:rPr>
              <a:t>EventListener</a:t>
            </a:r>
          </a:p>
          <a:p>
            <a:endParaRPr lang="en-US" altLang="zh-CN" smtClean="0">
              <a:solidFill>
                <a:srgbClr val="FF0000"/>
              </a:solidFill>
              <a:latin typeface="Calibri" pitchFamily="34" charset="0"/>
              <a:ea typeface="楷体_GB2312"/>
              <a:cs typeface="楷体_GB2312"/>
            </a:endParaRPr>
          </a:p>
          <a:p>
            <a:r>
              <a:rPr lang="zh-CN" altLang="en-US" smtClean="0">
                <a:solidFill>
                  <a:srgbClr val="FF0000"/>
                </a:solidFill>
                <a:latin typeface="Calibri" pitchFamily="34" charset="0"/>
                <a:ea typeface="楷体_GB2312"/>
                <a:cs typeface="楷体_GB2312"/>
              </a:rPr>
              <a:t>请特别注意，事件源仅知道事件目标所属的接口，并不知道它们的具体实现类！</a:t>
            </a:r>
            <a:endParaRPr lang="zh-CN" altLang="en-US" smtClean="0"/>
          </a:p>
          <a:p>
            <a:endParaRPr lang="zh-CN" altLang="en-US" smtClean="0"/>
          </a:p>
        </p:txBody>
      </p:sp>
      <p:sp>
        <p:nvSpPr>
          <p:cNvPr id="132100" name="日期占位符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788BEBAD-32F0-41ED-AD10-ABCBFF119FBC}" type="datetime1">
              <a:rPr kumimoji="0" lang="zh-CN" altLang="en-US" sz="1300" smtClean="0">
                <a:solidFill>
                  <a:srgbClr val="000000"/>
                </a:solidFill>
                <a:latin typeface="Arial" pitchFamily="34" charset="0"/>
              </a:rPr>
              <a:pPr>
                <a:buClr>
                  <a:srgbClr val="C0504D"/>
                </a:buClr>
              </a:pPr>
              <a:t>2022/10/7 Friday</a:t>
            </a:fld>
            <a:endParaRPr kumimoji="0" lang="en-US" altLang="zh-CN" sz="1300" smtClean="0">
              <a:solidFill>
                <a:srgbClr val="000000"/>
              </a:solidFill>
              <a:latin typeface="Arial" pitchFamily="34" charset="0"/>
            </a:endParaRPr>
          </a:p>
        </p:txBody>
      </p:sp>
      <p:sp>
        <p:nvSpPr>
          <p:cNvPr id="132101" name="灯片编号占位符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A16C9C08-8C2D-4746-BB61-2FAA69E9AA14}" type="slidenum">
              <a:rPr kumimoji="0" lang="zh-CN" altLang="en-US" sz="1300">
                <a:solidFill>
                  <a:srgbClr val="000000"/>
                </a:solidFill>
                <a:latin typeface="Arial" pitchFamily="34" charset="0"/>
              </a:rPr>
              <a:pPr>
                <a:buClr>
                  <a:srgbClr val="C0504D"/>
                </a:buClr>
              </a:pPr>
              <a:t>65</a:t>
            </a:fld>
            <a:endParaRPr kumimoji="0" lang="en-US" altLang="zh-CN" sz="1300">
              <a:solidFill>
                <a:srgbClr val="000000"/>
              </a:solidFill>
              <a:latin typeface="Arial"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幻灯片图像占位符 1"/>
          <p:cNvSpPr>
            <a:spLocks noGrp="1" noRot="1" noChangeAspect="1" noChangeArrowheads="1" noTextEdit="1"/>
          </p:cNvSpPr>
          <p:nvPr>
            <p:ph type="sldImg"/>
          </p:nvPr>
        </p:nvSpPr>
        <p:spPr>
          <a:ln/>
        </p:spPr>
      </p:sp>
      <p:sp>
        <p:nvSpPr>
          <p:cNvPr id="13414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接下来，在事件源的类中，定义事件发送方法。与前面尚未完成的事件发送方法不同，这里通过事件监听接口已经知道事件目标类中一定存在响应事件的方法</a:t>
            </a:r>
            <a:r>
              <a:rPr lang="en-US" altLang="zh-CN" smtClean="0">
                <a:solidFill>
                  <a:srgbClr val="FF0000"/>
                </a:solidFill>
                <a:latin typeface="Calibri" pitchFamily="34" charset="0"/>
                <a:ea typeface="楷体_GB2312"/>
                <a:cs typeface="楷体_GB2312"/>
              </a:rPr>
              <a:t>onXxxEvent</a:t>
            </a:r>
            <a:r>
              <a:rPr lang="zh-CN" altLang="en-US" smtClean="0">
                <a:solidFill>
                  <a:srgbClr val="FF0000"/>
                </a:solidFill>
                <a:latin typeface="Calibri" pitchFamily="34" charset="0"/>
                <a:ea typeface="楷体_GB2312"/>
                <a:cs typeface="楷体_GB2312"/>
              </a:rPr>
              <a:t>，所以可以针对注册表中的每个</a:t>
            </a:r>
            <a:r>
              <a:rPr lang="zh-CN" altLang="en-US" smtClean="0"/>
              <a:t>事件目标对象调用该方法，从而实现了事件发送。</a:t>
            </a:r>
            <a:endParaRPr lang="en-US" altLang="zh-CN" smtClean="0"/>
          </a:p>
          <a:p>
            <a:endParaRPr lang="en-US" altLang="zh-CN" smtClean="0"/>
          </a:p>
          <a:p>
            <a:r>
              <a:rPr lang="zh-CN" altLang="en-US" smtClean="0"/>
              <a:t>注意，</a:t>
            </a:r>
            <a:r>
              <a:rPr lang="zh-CN" altLang="en-US" smtClean="0">
                <a:solidFill>
                  <a:srgbClr val="FF0000"/>
                </a:solidFill>
                <a:latin typeface="Calibri" pitchFamily="34" charset="0"/>
                <a:ea typeface="楷体_GB2312"/>
                <a:cs typeface="楷体_GB2312"/>
              </a:rPr>
              <a:t>事件源仍然仅知道事件目标所属的接口，并不知道它们的具体实现类！这正是事件源与事件目标实现松耦合的关键所在！</a:t>
            </a:r>
            <a:endParaRPr lang="zh-CN" altLang="en-US" smtClean="0"/>
          </a:p>
        </p:txBody>
      </p:sp>
      <p:sp>
        <p:nvSpPr>
          <p:cNvPr id="134148" name="日期占位符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4D701DA1-DBC8-48C4-B944-EB325B3C525F}" type="datetime1">
              <a:rPr kumimoji="0" lang="zh-CN" altLang="en-US" sz="1300" smtClean="0">
                <a:solidFill>
                  <a:srgbClr val="000000"/>
                </a:solidFill>
                <a:latin typeface="Arial" pitchFamily="34" charset="0"/>
              </a:rPr>
              <a:pPr>
                <a:buClr>
                  <a:srgbClr val="C0504D"/>
                </a:buClr>
              </a:pPr>
              <a:t>2022/10/7 Friday</a:t>
            </a:fld>
            <a:endParaRPr kumimoji="0" lang="en-US" altLang="zh-CN" sz="1300" smtClean="0">
              <a:solidFill>
                <a:srgbClr val="000000"/>
              </a:solidFill>
              <a:latin typeface="Arial" pitchFamily="34" charset="0"/>
            </a:endParaRPr>
          </a:p>
        </p:txBody>
      </p:sp>
      <p:sp>
        <p:nvSpPr>
          <p:cNvPr id="134149" name="灯片编号占位符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71AECD24-EC0C-4A3A-90B4-2C244B315C6F}" type="slidenum">
              <a:rPr kumimoji="0" lang="zh-CN" altLang="en-US" sz="1300">
                <a:solidFill>
                  <a:srgbClr val="000000"/>
                </a:solidFill>
                <a:latin typeface="Arial" pitchFamily="34" charset="0"/>
              </a:rPr>
              <a:pPr>
                <a:buClr>
                  <a:srgbClr val="C0504D"/>
                </a:buClr>
              </a:pPr>
              <a:t>66</a:t>
            </a:fld>
            <a:endParaRPr kumimoji="0" lang="en-US" altLang="zh-CN" sz="1300">
              <a:solidFill>
                <a:srgbClr val="000000"/>
              </a:solidFill>
              <a:latin typeface="Arial"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幻灯片图像占位符 1"/>
          <p:cNvSpPr>
            <a:spLocks noGrp="1" noRot="1" noChangeAspect="1" noChangeArrowheads="1" noTextEdit="1"/>
          </p:cNvSpPr>
          <p:nvPr>
            <p:ph type="sldImg"/>
          </p:nvPr>
        </p:nvSpPr>
        <p:spPr>
          <a:ln/>
        </p:spPr>
      </p:sp>
      <p:sp>
        <p:nvSpPr>
          <p:cNvPr id="13619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为完整地实现前述解决方案，我们继续定义事件目标所属的类。</a:t>
            </a:r>
            <a:endParaRPr lang="en-US" altLang="zh-CN" smtClean="0"/>
          </a:p>
          <a:p>
            <a:endParaRPr lang="en-US" altLang="zh-CN" smtClean="0"/>
          </a:p>
          <a:p>
            <a:r>
              <a:rPr lang="zh-CN" altLang="en-US" smtClean="0"/>
              <a:t>注意，在我们的解决方案中，任何类，只要满足一个条件，即可成为事件的目标类：</a:t>
            </a:r>
            <a:endParaRPr lang="en-US" altLang="zh-CN" smtClean="0"/>
          </a:p>
          <a:p>
            <a:endParaRPr lang="en-US" altLang="zh-CN" smtClean="0"/>
          </a:p>
          <a:p>
            <a:r>
              <a:rPr lang="zh-CN" altLang="en-US" smtClean="0"/>
              <a:t>实现事件监听接口，并在其中提供事件响应方法的函数体。在该函数体中，即可收到来自事件源的事件。</a:t>
            </a:r>
            <a:endParaRPr lang="en-US" altLang="zh-CN" smtClean="0"/>
          </a:p>
          <a:p>
            <a:endParaRPr lang="en-US" altLang="zh-CN" smtClean="0"/>
          </a:p>
          <a:p>
            <a:r>
              <a:rPr lang="zh-CN" altLang="en-US" smtClean="0"/>
              <a:t>事件目标向事件源的注册动作既可以由事件目标自己完成，也可以由第三方完成。</a:t>
            </a:r>
          </a:p>
        </p:txBody>
      </p:sp>
      <p:sp>
        <p:nvSpPr>
          <p:cNvPr id="136196" name="日期占位符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6C99DAEF-6213-4584-8A2C-F0F207477F90}" type="datetime1">
              <a:rPr kumimoji="0" lang="zh-CN" altLang="en-US" sz="1300" smtClean="0">
                <a:solidFill>
                  <a:srgbClr val="000000"/>
                </a:solidFill>
                <a:latin typeface="Arial" pitchFamily="34" charset="0"/>
              </a:rPr>
              <a:pPr>
                <a:buClr>
                  <a:srgbClr val="C0504D"/>
                </a:buClr>
              </a:pPr>
              <a:t>2022/10/7 Friday</a:t>
            </a:fld>
            <a:endParaRPr kumimoji="0" lang="en-US" altLang="zh-CN" sz="1300" smtClean="0">
              <a:solidFill>
                <a:srgbClr val="000000"/>
              </a:solidFill>
              <a:latin typeface="Arial" pitchFamily="34" charset="0"/>
            </a:endParaRPr>
          </a:p>
        </p:txBody>
      </p:sp>
      <p:sp>
        <p:nvSpPr>
          <p:cNvPr id="136197" name="灯片编号占位符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C8AE9C9E-CAAB-487F-B232-82A0ADE0809E}" type="slidenum">
              <a:rPr kumimoji="0" lang="zh-CN" altLang="en-US" sz="1300">
                <a:solidFill>
                  <a:srgbClr val="000000"/>
                </a:solidFill>
                <a:latin typeface="Arial" pitchFamily="34" charset="0"/>
              </a:rPr>
              <a:pPr>
                <a:buClr>
                  <a:srgbClr val="C0504D"/>
                </a:buClr>
              </a:pPr>
              <a:t>67</a:t>
            </a:fld>
            <a:endParaRPr kumimoji="0" lang="en-US" altLang="zh-CN" sz="1300">
              <a:solidFill>
                <a:srgbClr val="000000"/>
              </a:solidFill>
              <a:latin typeface="Arial"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幻灯片图像占位符 1"/>
          <p:cNvSpPr>
            <a:spLocks noGrp="1" noRot="1" noChangeAspect="1" noChangeArrowheads="1" noTextEdit="1"/>
          </p:cNvSpPr>
          <p:nvPr>
            <p:ph type="sldImg"/>
          </p:nvPr>
        </p:nvSpPr>
        <p:spPr>
          <a:ln/>
        </p:spPr>
      </p:sp>
      <p:sp>
        <p:nvSpPr>
          <p:cNvPr id="13824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这张胶片显示的代码说明如何由第三方完成注册，只要在这个第三方类中添加将事件目标对象向事件源对象注册的代码即可。我们将完成双方绑定的类称为“胶水”类。</a:t>
            </a:r>
            <a:endParaRPr lang="en-US" altLang="zh-CN" smtClean="0"/>
          </a:p>
          <a:p>
            <a:endParaRPr lang="en-US" altLang="zh-CN" smtClean="0"/>
          </a:p>
          <a:p>
            <a:r>
              <a:rPr lang="zh-CN" altLang="en-US" smtClean="0"/>
              <a:t>完成以上工作后，事件的传递就将按照我们的设计预期 而正常工作了。</a:t>
            </a:r>
          </a:p>
        </p:txBody>
      </p:sp>
      <p:sp>
        <p:nvSpPr>
          <p:cNvPr id="138244" name="日期占位符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35E44EDA-A8FC-47BA-B7A5-0801DE19DC17}" type="datetime1">
              <a:rPr kumimoji="0" lang="zh-CN" altLang="en-US" sz="1300" smtClean="0">
                <a:solidFill>
                  <a:srgbClr val="000000"/>
                </a:solidFill>
                <a:latin typeface="Arial" pitchFamily="34" charset="0"/>
              </a:rPr>
              <a:pPr>
                <a:buClr>
                  <a:srgbClr val="C0504D"/>
                </a:buClr>
              </a:pPr>
              <a:t>2022/10/7 Friday</a:t>
            </a:fld>
            <a:endParaRPr kumimoji="0" lang="en-US" altLang="zh-CN" sz="1300" smtClean="0">
              <a:solidFill>
                <a:srgbClr val="000000"/>
              </a:solidFill>
              <a:latin typeface="Arial" pitchFamily="34" charset="0"/>
            </a:endParaRPr>
          </a:p>
        </p:txBody>
      </p:sp>
      <p:sp>
        <p:nvSpPr>
          <p:cNvPr id="138245" name="灯片编号占位符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CB816B95-B828-4875-B5CB-EF158FC8FEB0}" type="slidenum">
              <a:rPr kumimoji="0" lang="zh-CN" altLang="en-US" sz="1300">
                <a:solidFill>
                  <a:srgbClr val="000000"/>
                </a:solidFill>
                <a:latin typeface="Arial" pitchFamily="34" charset="0"/>
              </a:rPr>
              <a:pPr>
                <a:buClr>
                  <a:srgbClr val="C0504D"/>
                </a:buClr>
              </a:pPr>
              <a:t>68</a:t>
            </a:fld>
            <a:endParaRPr kumimoji="0" lang="en-US" altLang="zh-CN" sz="1300">
              <a:solidFill>
                <a:srgbClr val="000000"/>
              </a:solidFill>
              <a:latin typeface="Arial"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幻灯片图像占位符 1"/>
          <p:cNvSpPr>
            <a:spLocks noGrp="1" noRot="1" noChangeAspect="1" noChangeArrowheads="1" noTextEdit="1"/>
          </p:cNvSpPr>
          <p:nvPr>
            <p:ph type="sldImg"/>
          </p:nvPr>
        </p:nvSpPr>
        <p:spPr>
          <a:ln/>
        </p:spPr>
      </p:sp>
      <p:sp>
        <p:nvSpPr>
          <p:cNvPr id="14029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基于上述程序，我们可以回答：为什么说这种方案是低耦合的？</a:t>
            </a:r>
            <a:endParaRPr lang="en-US" altLang="zh-CN" smtClean="0"/>
          </a:p>
          <a:p>
            <a:endParaRPr lang="en-US" altLang="zh-CN" smtClean="0"/>
          </a:p>
          <a:p>
            <a:r>
              <a:rPr lang="zh-CN" altLang="en-US" smtClean="0"/>
              <a:t>第一，事件源对于事件目标仅知道其接口，除此之外，一无所知；</a:t>
            </a:r>
            <a:endParaRPr lang="en-US" altLang="zh-CN" smtClean="0"/>
          </a:p>
          <a:p>
            <a:r>
              <a:rPr lang="zh-CN" altLang="en-US" smtClean="0"/>
              <a:t>第二，事件源不会打扰事件目标，除非事件目标感兴趣的事件发生；</a:t>
            </a:r>
            <a:endParaRPr lang="en-US" altLang="zh-CN" smtClean="0"/>
          </a:p>
          <a:p>
            <a:r>
              <a:rPr lang="zh-CN" altLang="en-US" smtClean="0"/>
              <a:t>第三，事件源与事件目标之间的接口已经简单到极致：只包含一个事件响应方法的标记。</a:t>
            </a:r>
            <a:endParaRPr lang="en-US" altLang="zh-CN" smtClean="0"/>
          </a:p>
        </p:txBody>
      </p:sp>
      <p:sp>
        <p:nvSpPr>
          <p:cNvPr id="140292" name="日期占位符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76965D94-320F-4527-8BAA-045067705686}" type="datetime1">
              <a:rPr kumimoji="0" lang="zh-CN" altLang="en-US" sz="1300" smtClean="0">
                <a:solidFill>
                  <a:srgbClr val="000000"/>
                </a:solidFill>
                <a:latin typeface="Arial" pitchFamily="34" charset="0"/>
              </a:rPr>
              <a:pPr>
                <a:buClr>
                  <a:srgbClr val="C0504D"/>
                </a:buClr>
              </a:pPr>
              <a:t>2022/10/7 Friday</a:t>
            </a:fld>
            <a:endParaRPr kumimoji="0" lang="en-US" altLang="zh-CN" sz="1300" smtClean="0">
              <a:solidFill>
                <a:srgbClr val="000000"/>
              </a:solidFill>
              <a:latin typeface="Arial" pitchFamily="34" charset="0"/>
            </a:endParaRPr>
          </a:p>
        </p:txBody>
      </p:sp>
      <p:sp>
        <p:nvSpPr>
          <p:cNvPr id="140293" name="灯片编号占位符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049103E8-AB60-4294-8B1B-965FFE898FDB}" type="slidenum">
              <a:rPr kumimoji="0" lang="zh-CN" altLang="en-US" sz="1300">
                <a:solidFill>
                  <a:srgbClr val="000000"/>
                </a:solidFill>
                <a:latin typeface="Arial" pitchFamily="34" charset="0"/>
              </a:rPr>
              <a:pPr>
                <a:buClr>
                  <a:srgbClr val="C0504D"/>
                </a:buClr>
              </a:pPr>
              <a:t>69</a:t>
            </a:fld>
            <a:endParaRPr kumimoji="0" lang="en-US" altLang="zh-CN" sz="1300">
              <a:solidFill>
                <a:srgbClr val="000000"/>
              </a:solidFill>
              <a:latin typeface="Arial"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幻灯片图像占位符 1"/>
          <p:cNvSpPr>
            <a:spLocks noGrp="1" noRot="1" noChangeAspect="1" noChangeArrowheads="1" noTextEdit="1"/>
          </p:cNvSpPr>
          <p:nvPr>
            <p:ph type="sldImg"/>
          </p:nvPr>
        </p:nvSpPr>
        <p:spPr>
          <a:ln/>
        </p:spPr>
      </p:sp>
      <p:sp>
        <p:nvSpPr>
          <p:cNvPr id="14233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现在，让我们再回顾前述的三个问题：</a:t>
            </a:r>
            <a:endParaRPr lang="en-US" altLang="zh-CN" smtClean="0"/>
          </a:p>
          <a:p>
            <a:r>
              <a:rPr lang="en-US" altLang="zh-CN" smtClean="0"/>
              <a:t>P1</a:t>
            </a:r>
            <a:r>
              <a:rPr lang="zh-CN" altLang="en-US" smtClean="0"/>
              <a:t>：性能已经得到最大限度的优化，因为绝不会出现无价值的事件传递的情况；</a:t>
            </a:r>
            <a:endParaRPr lang="en-US" altLang="zh-CN" smtClean="0"/>
          </a:p>
          <a:p>
            <a:r>
              <a:rPr lang="en-US" altLang="zh-CN" smtClean="0"/>
              <a:t>P2</a:t>
            </a:r>
            <a:r>
              <a:rPr lang="zh-CN" altLang="en-US" smtClean="0"/>
              <a:t>：对于作为事件源的界面元素类和界面容器类而言，不再需要针对它们提供子类了；</a:t>
            </a:r>
            <a:endParaRPr lang="en-US" altLang="zh-CN" smtClean="0"/>
          </a:p>
          <a:p>
            <a:r>
              <a:rPr lang="en-US" altLang="zh-CN" smtClean="0"/>
              <a:t>P3</a:t>
            </a:r>
            <a:r>
              <a:rPr lang="zh-CN" altLang="en-US" smtClean="0"/>
              <a:t>：在新的技术方案之下，只需要利用边界类作为胶水类，将界面元素与业务逻辑对象绑定即可，业务逻辑处理的类可以与界面相互隔离。</a:t>
            </a:r>
          </a:p>
          <a:p>
            <a:endParaRPr lang="en-US" altLang="zh-CN" smtClean="0"/>
          </a:p>
        </p:txBody>
      </p:sp>
      <p:sp>
        <p:nvSpPr>
          <p:cNvPr id="142340" name="日期占位符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CC2F874E-4DE7-496B-8F0D-14DC72A29878}" type="datetime1">
              <a:rPr kumimoji="0" lang="zh-CN" altLang="en-US" sz="1300" smtClean="0">
                <a:solidFill>
                  <a:srgbClr val="000000"/>
                </a:solidFill>
                <a:latin typeface="Arial" pitchFamily="34" charset="0"/>
              </a:rPr>
              <a:pPr>
                <a:buClr>
                  <a:srgbClr val="C0504D"/>
                </a:buClr>
              </a:pPr>
              <a:t>2022/10/7 Friday</a:t>
            </a:fld>
            <a:endParaRPr kumimoji="0" lang="en-US" altLang="zh-CN" sz="1300" smtClean="0">
              <a:solidFill>
                <a:srgbClr val="000000"/>
              </a:solidFill>
              <a:latin typeface="Arial" pitchFamily="34" charset="0"/>
            </a:endParaRPr>
          </a:p>
        </p:txBody>
      </p:sp>
      <p:sp>
        <p:nvSpPr>
          <p:cNvPr id="142341" name="灯片编号占位符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903ED807-068F-401D-889E-4C9FCD0370C1}" type="slidenum">
              <a:rPr kumimoji="0" lang="zh-CN" altLang="en-US" sz="1300">
                <a:solidFill>
                  <a:srgbClr val="000000"/>
                </a:solidFill>
                <a:latin typeface="Arial" pitchFamily="34" charset="0"/>
              </a:rPr>
              <a:pPr>
                <a:buClr>
                  <a:srgbClr val="C0504D"/>
                </a:buClr>
              </a:pPr>
              <a:t>70</a:t>
            </a:fld>
            <a:endParaRPr kumimoji="0" lang="en-US" altLang="zh-CN" sz="1300">
              <a:solidFill>
                <a:srgbClr val="000000"/>
              </a:solidFill>
              <a:latin typeface="Arial"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幻灯片图像占位符 1"/>
          <p:cNvSpPr>
            <a:spLocks noGrp="1" noRot="1" noChangeAspect="1" noChangeArrowheads="1" noTextEdit="1"/>
          </p:cNvSpPr>
          <p:nvPr>
            <p:ph type="sldImg"/>
          </p:nvPr>
        </p:nvSpPr>
        <p:spPr>
          <a:ln/>
        </p:spPr>
      </p:sp>
      <p:sp>
        <p:nvSpPr>
          <p:cNvPr id="14438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现在，我们将迄今获得的解决方案稍作扩充，将它从界面事件处理模型发展成为任意两个构件之间的交互模型，最终获得一种简单、优雅的构件交互机制。</a:t>
            </a:r>
          </a:p>
        </p:txBody>
      </p:sp>
      <p:sp>
        <p:nvSpPr>
          <p:cNvPr id="144388" name="日期占位符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73E4AF0F-DA11-4123-ADFD-EB7CA5372DC0}" type="datetime1">
              <a:rPr kumimoji="0" lang="zh-CN" altLang="en-US" sz="1300" smtClean="0">
                <a:solidFill>
                  <a:srgbClr val="000000"/>
                </a:solidFill>
                <a:latin typeface="Arial" pitchFamily="34" charset="0"/>
              </a:rPr>
              <a:pPr>
                <a:buClr>
                  <a:srgbClr val="C0504D"/>
                </a:buClr>
              </a:pPr>
              <a:t>2022/10/7 Friday</a:t>
            </a:fld>
            <a:endParaRPr kumimoji="0" lang="en-US" altLang="zh-CN" sz="1300" smtClean="0">
              <a:solidFill>
                <a:srgbClr val="000000"/>
              </a:solidFill>
              <a:latin typeface="Arial" pitchFamily="34" charset="0"/>
            </a:endParaRPr>
          </a:p>
        </p:txBody>
      </p:sp>
      <p:sp>
        <p:nvSpPr>
          <p:cNvPr id="144389" name="灯片编号占位符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B920BED4-B292-4596-BEB2-1673F627715C}" type="slidenum">
              <a:rPr kumimoji="0" lang="zh-CN" altLang="en-US" sz="1300">
                <a:solidFill>
                  <a:srgbClr val="000000"/>
                </a:solidFill>
                <a:latin typeface="Arial" pitchFamily="34" charset="0"/>
              </a:rPr>
              <a:pPr>
                <a:buClr>
                  <a:srgbClr val="C0504D"/>
                </a:buClr>
              </a:pPr>
              <a:t>71</a:t>
            </a:fld>
            <a:endParaRPr kumimoji="0" lang="en-US" altLang="zh-CN" sz="1300">
              <a:solidFill>
                <a:srgbClr val="000000"/>
              </a:solidFill>
              <a:latin typeface="Arial"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幻灯片图像占位符 1"/>
          <p:cNvSpPr>
            <a:spLocks noGrp="1" noRot="1" noChangeAspect="1" noChangeArrowheads="1" noTextEdit="1"/>
          </p:cNvSpPr>
          <p:nvPr>
            <p:ph type="sldImg"/>
          </p:nvPr>
        </p:nvSpPr>
        <p:spPr>
          <a:ln/>
        </p:spPr>
      </p:sp>
      <p:sp>
        <p:nvSpPr>
          <p:cNvPr id="14643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细心的同学可能会提问，在前述的解决方案中，事件非得是界面事件吗？事件源非得是界面元素吗？</a:t>
            </a:r>
            <a:endParaRPr lang="en-US" altLang="zh-CN" smtClean="0"/>
          </a:p>
          <a:p>
            <a:endParaRPr lang="en-US" altLang="zh-CN" smtClean="0"/>
          </a:p>
          <a:p>
            <a:r>
              <a:rPr lang="zh-CN" altLang="en-US" smtClean="0"/>
              <a:t>这个问题的答案是，事件可以是任意的对象，即任意的事件源希望向事件目标传递的对象；事件源和事件目标可以是任意的构件实例，只要它们的定义符合这个</a:t>
            </a:r>
            <a:r>
              <a:rPr lang="en-US" altLang="zh-CN" smtClean="0"/>
              <a:t>UML</a:t>
            </a:r>
            <a:r>
              <a:rPr lang="zh-CN" altLang="en-US" smtClean="0"/>
              <a:t>类图所规定的设计模式，这些构件实例就可以 以松耦合的方式完成交互协作。</a:t>
            </a:r>
            <a:endParaRPr lang="en-US" altLang="zh-CN" smtClean="0"/>
          </a:p>
          <a:p>
            <a:endParaRPr lang="en-US" altLang="zh-CN" smtClean="0"/>
          </a:p>
          <a:p>
            <a:r>
              <a:rPr lang="zh-CN" altLang="en-US" smtClean="0"/>
              <a:t>现在，我们以构件实例的属性值的变化作为事件，利用前面已经获得的事件监听机制（或称发布</a:t>
            </a:r>
            <a:r>
              <a:rPr lang="en-US" altLang="zh-CN" smtClean="0"/>
              <a:t>-</a:t>
            </a:r>
            <a:r>
              <a:rPr lang="zh-CN" altLang="en-US" smtClean="0"/>
              <a:t>订阅机制）实现一种典型的构件交互：如果一个构件实例的属性值发生变化，另一构件实例可以即时获得通知。</a:t>
            </a:r>
            <a:endParaRPr lang="en-US" altLang="zh-CN" smtClean="0"/>
          </a:p>
          <a:p>
            <a:endParaRPr lang="en-US" altLang="zh-CN" smtClean="0"/>
          </a:p>
        </p:txBody>
      </p:sp>
      <p:sp>
        <p:nvSpPr>
          <p:cNvPr id="146436" name="日期占位符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9793F035-D918-45CA-ABF0-E7F29B943A95}" type="datetime1">
              <a:rPr kumimoji="0" lang="zh-CN" altLang="en-US" sz="1300" smtClean="0">
                <a:solidFill>
                  <a:srgbClr val="000000"/>
                </a:solidFill>
                <a:latin typeface="Arial" pitchFamily="34" charset="0"/>
              </a:rPr>
              <a:pPr>
                <a:buClr>
                  <a:srgbClr val="C0504D"/>
                </a:buClr>
              </a:pPr>
              <a:t>2022/10/7 Friday</a:t>
            </a:fld>
            <a:endParaRPr kumimoji="0" lang="en-US" altLang="zh-CN" sz="1300" smtClean="0">
              <a:solidFill>
                <a:srgbClr val="000000"/>
              </a:solidFill>
              <a:latin typeface="Arial" pitchFamily="34" charset="0"/>
            </a:endParaRPr>
          </a:p>
        </p:txBody>
      </p:sp>
      <p:sp>
        <p:nvSpPr>
          <p:cNvPr id="146437" name="灯片编号占位符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E9965B27-9E4C-43AE-A4E3-5DFF1CC9E6BE}" type="slidenum">
              <a:rPr kumimoji="0" lang="zh-CN" altLang="en-US" sz="1300">
                <a:solidFill>
                  <a:srgbClr val="000000"/>
                </a:solidFill>
                <a:latin typeface="Arial" pitchFamily="34" charset="0"/>
              </a:rPr>
              <a:pPr>
                <a:buClr>
                  <a:srgbClr val="C0504D"/>
                </a:buClr>
              </a:pPr>
              <a:t>72</a:t>
            </a:fld>
            <a:endParaRPr kumimoji="0" lang="en-US" altLang="zh-CN" sz="1300">
              <a:solidFill>
                <a:srgbClr val="000000"/>
              </a:solidFill>
              <a:latin typeface="Arial"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幻灯片图像占位符 1"/>
          <p:cNvSpPr>
            <a:spLocks noGrp="1" noRot="1" noChangeAspect="1" noChangeArrowheads="1" noTextEdit="1"/>
          </p:cNvSpPr>
          <p:nvPr>
            <p:ph type="sldImg"/>
          </p:nvPr>
        </p:nvSpPr>
        <p:spPr>
          <a:ln/>
        </p:spPr>
      </p:sp>
      <p:sp>
        <p:nvSpPr>
          <p:cNvPr id="3" name="备注占位符 2"/>
          <p:cNvSpPr>
            <a:spLocks noGrp="1"/>
          </p:cNvSpPr>
          <p:nvPr>
            <p:ph type="body" idx="1"/>
          </p:nvPr>
        </p:nvSpPr>
        <p:spPr/>
        <p:txBody>
          <a:bodyPr/>
          <a:lstStyle/>
          <a:p>
            <a:pPr>
              <a:defRPr/>
            </a:pPr>
            <a:r>
              <a:rPr lang="zh-CN" altLang="en-US" dirty="0"/>
              <a:t>为了实现这种构件交互，我们需要完成四项工作：</a:t>
            </a:r>
            <a:endParaRPr lang="en-US" altLang="zh-CN" dirty="0"/>
          </a:p>
          <a:p>
            <a:pPr>
              <a:defRPr/>
            </a:pPr>
            <a:endParaRPr lang="en-US" altLang="zh-CN" dirty="0"/>
          </a:p>
          <a:p>
            <a:pPr marL="228600" indent="-228600">
              <a:buFontTx/>
              <a:buAutoNum type="arabicPeriod"/>
              <a:defRPr/>
            </a:pPr>
            <a:r>
              <a:rPr lang="zh-CN" altLang="en-US" dirty="0"/>
              <a:t>定义属性变化的事件类和监听器接口</a:t>
            </a:r>
            <a:endParaRPr lang="en-US" altLang="zh-CN" dirty="0"/>
          </a:p>
          <a:p>
            <a:pPr marL="228600" indent="-228600">
              <a:buFontTx/>
              <a:buAutoNum type="arabicPeriod"/>
              <a:defRPr/>
            </a:pPr>
            <a:endParaRPr lang="en-US" altLang="zh-CN" dirty="0"/>
          </a:p>
          <a:p>
            <a:pPr marL="228600" indent="-228600">
              <a:buFontTx/>
              <a:buAutoNum type="arabicPeriod"/>
              <a:defRPr/>
            </a:pPr>
            <a:r>
              <a:rPr lang="zh-CN" altLang="en-US" dirty="0"/>
              <a:t>在作为事件源的构件中定义注册方法和事件发送方法</a:t>
            </a:r>
            <a:endParaRPr lang="en-US" altLang="zh-CN" dirty="0"/>
          </a:p>
          <a:p>
            <a:pPr marL="228600" indent="-228600">
              <a:buFontTx/>
              <a:buAutoNum type="arabicPeriod"/>
              <a:defRPr/>
            </a:pPr>
            <a:endParaRPr lang="en-US" altLang="zh-CN" dirty="0"/>
          </a:p>
          <a:p>
            <a:pPr marL="228600" indent="-228600">
              <a:buFontTx/>
              <a:buAutoNum type="arabicPeriod"/>
              <a:defRPr/>
            </a:pPr>
            <a:r>
              <a:rPr lang="zh-CN" altLang="en-US" dirty="0"/>
              <a:t>在作为事件目标的构件中定义事件接收方法</a:t>
            </a:r>
            <a:endParaRPr lang="en-US" altLang="zh-CN" dirty="0"/>
          </a:p>
          <a:p>
            <a:pPr marL="228600" indent="-228600">
              <a:buFontTx/>
              <a:buAutoNum type="arabicPeriod"/>
              <a:defRPr/>
            </a:pPr>
            <a:endParaRPr lang="en-US" altLang="zh-CN" dirty="0"/>
          </a:p>
          <a:p>
            <a:pPr marL="228600" indent="-228600">
              <a:buFontTx/>
              <a:buAutoNum type="arabicPeriod"/>
              <a:defRPr/>
            </a:pPr>
            <a:r>
              <a:rPr lang="zh-CN" altLang="en-US" dirty="0"/>
              <a:t>将事件目标向事件源注册</a:t>
            </a:r>
          </a:p>
        </p:txBody>
      </p:sp>
      <p:sp>
        <p:nvSpPr>
          <p:cNvPr id="148484" name="日期占位符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C6B868E9-2DA8-4105-BECA-01B994CA4598}" type="datetime1">
              <a:rPr kumimoji="0" lang="zh-CN" altLang="en-US" sz="1300" smtClean="0">
                <a:solidFill>
                  <a:srgbClr val="000000"/>
                </a:solidFill>
                <a:latin typeface="Arial" pitchFamily="34" charset="0"/>
              </a:rPr>
              <a:pPr>
                <a:buClr>
                  <a:srgbClr val="C0504D"/>
                </a:buClr>
              </a:pPr>
              <a:t>2022/10/7 Friday</a:t>
            </a:fld>
            <a:endParaRPr kumimoji="0" lang="en-US" altLang="zh-CN" sz="1300" smtClean="0">
              <a:solidFill>
                <a:srgbClr val="000000"/>
              </a:solidFill>
              <a:latin typeface="Arial" pitchFamily="34" charset="0"/>
            </a:endParaRPr>
          </a:p>
        </p:txBody>
      </p:sp>
      <p:sp>
        <p:nvSpPr>
          <p:cNvPr id="148485" name="灯片编号占位符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kumimoji="1" sz="1200">
                <a:solidFill>
                  <a:schemeClr val="tx1"/>
                </a:solidFill>
                <a:latin typeface="Times New Roman" pitchFamily="18" charset="0"/>
              </a:defRPr>
            </a:lvl1pPr>
            <a:lvl2pPr defTabSz="963613">
              <a:defRPr kumimoji="1" sz="1200">
                <a:solidFill>
                  <a:schemeClr val="tx1"/>
                </a:solidFill>
                <a:latin typeface="Times New Roman" pitchFamily="18" charset="0"/>
              </a:defRPr>
            </a:lvl2pPr>
            <a:lvl3pPr defTabSz="963613">
              <a:defRPr kumimoji="1" sz="1200">
                <a:solidFill>
                  <a:schemeClr val="tx1"/>
                </a:solidFill>
                <a:latin typeface="Times New Roman" pitchFamily="18" charset="0"/>
              </a:defRPr>
            </a:lvl3pPr>
            <a:lvl4pPr defTabSz="963613">
              <a:defRPr kumimoji="1" sz="1200">
                <a:solidFill>
                  <a:schemeClr val="tx1"/>
                </a:solidFill>
                <a:latin typeface="Times New Roman" pitchFamily="18" charset="0"/>
              </a:defRPr>
            </a:lvl4pPr>
            <a:lvl5pPr defTabSz="963613">
              <a:defRPr kumimoji="1" sz="1200">
                <a:solidFill>
                  <a:schemeClr val="tx1"/>
                </a:solidFill>
                <a:latin typeface="Times New Roman" pitchFamily="18" charset="0"/>
              </a:defRPr>
            </a:lvl5pPr>
            <a:lvl6pPr marL="2514600" indent="-228600" defTabSz="963613" eaLnBrk="0" fontAlgn="base" hangingPunct="0">
              <a:spcBef>
                <a:spcPct val="30000"/>
              </a:spcBef>
              <a:spcAft>
                <a:spcPct val="0"/>
              </a:spcAft>
              <a:defRPr kumimoji="1" sz="1200">
                <a:solidFill>
                  <a:schemeClr val="tx1"/>
                </a:solidFill>
                <a:latin typeface="Times New Roman" pitchFamily="18" charset="0"/>
              </a:defRPr>
            </a:lvl6pPr>
            <a:lvl7pPr marL="2971800" indent="-228600" defTabSz="963613" eaLnBrk="0" fontAlgn="base" hangingPunct="0">
              <a:spcBef>
                <a:spcPct val="30000"/>
              </a:spcBef>
              <a:spcAft>
                <a:spcPct val="0"/>
              </a:spcAft>
              <a:defRPr kumimoji="1" sz="1200">
                <a:solidFill>
                  <a:schemeClr val="tx1"/>
                </a:solidFill>
                <a:latin typeface="Times New Roman" pitchFamily="18" charset="0"/>
              </a:defRPr>
            </a:lvl7pPr>
            <a:lvl8pPr marL="3429000" indent="-228600" defTabSz="963613" eaLnBrk="0" fontAlgn="base" hangingPunct="0">
              <a:spcBef>
                <a:spcPct val="30000"/>
              </a:spcBef>
              <a:spcAft>
                <a:spcPct val="0"/>
              </a:spcAft>
              <a:defRPr kumimoji="1" sz="1200">
                <a:solidFill>
                  <a:schemeClr val="tx1"/>
                </a:solidFill>
                <a:latin typeface="Times New Roman" pitchFamily="18" charset="0"/>
              </a:defRPr>
            </a:lvl8pPr>
            <a:lvl9pPr marL="3886200" indent="-228600" defTabSz="963613" eaLnBrk="0" fontAlgn="base" hangingPunct="0">
              <a:spcBef>
                <a:spcPct val="30000"/>
              </a:spcBef>
              <a:spcAft>
                <a:spcPct val="0"/>
              </a:spcAft>
              <a:defRPr kumimoji="1" sz="1200">
                <a:solidFill>
                  <a:schemeClr val="tx1"/>
                </a:solidFill>
                <a:latin typeface="Times New Roman" pitchFamily="18" charset="0"/>
              </a:defRPr>
            </a:lvl9pPr>
          </a:lstStyle>
          <a:p>
            <a:pPr>
              <a:buClr>
                <a:srgbClr val="C0504D"/>
              </a:buClr>
            </a:pPr>
            <a:fld id="{6C44964B-723B-411F-8518-7F7A14DCE815}" type="slidenum">
              <a:rPr kumimoji="0" lang="zh-CN" altLang="en-US" sz="1300">
                <a:solidFill>
                  <a:srgbClr val="000000"/>
                </a:solidFill>
                <a:latin typeface="Arial" pitchFamily="34" charset="0"/>
              </a:rPr>
              <a:pPr>
                <a:buClr>
                  <a:srgbClr val="C0504D"/>
                </a:buClr>
              </a:pPr>
              <a:t>73</a:t>
            </a:fld>
            <a:endParaRPr kumimoji="0" lang="en-US" altLang="zh-CN" sz="1300">
              <a:solidFill>
                <a:srgbClr val="000000"/>
              </a:solidFill>
              <a:latin typeface="Arial"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Rot="1" noChangeAspect="1" noChangeArrowheads="1" noTextEdit="1"/>
          </p:cNvSpPr>
          <p:nvPr>
            <p:ph type="sldImg"/>
          </p:nvPr>
        </p:nvSpPr>
        <p:spPr>
          <a:ln/>
        </p:spPr>
      </p:sp>
      <p:sp>
        <p:nvSpPr>
          <p:cNvPr id="150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首先，定义属性变化的事件类，其中的四个成员变量分别表示事件源对象（即，属性发生变化的构件实例对象），发生变化的属性名，发生变化前、后的属性值。</a:t>
            </a:r>
            <a:endParaRPr lang="en-US" altLang="zh-CN" smtClean="0"/>
          </a:p>
          <a:p>
            <a:endParaRPr lang="en-US" altLang="zh-CN" smtClean="0"/>
          </a:p>
          <a:p>
            <a:r>
              <a:rPr lang="zh-CN" altLang="en-US" smtClean="0"/>
              <a:t>该类的构造函数要求四个参数，以便在初始时确定四个成员变量的值。</a:t>
            </a:r>
            <a:endParaRPr lang="en-US" altLang="zh-CN" smtClean="0"/>
          </a:p>
          <a:p>
            <a:endParaRPr lang="en-US" altLang="zh-CN" smtClean="0"/>
          </a:p>
          <a:p>
            <a:r>
              <a:rPr lang="zh-CN" altLang="en-US" smtClean="0"/>
              <a:t>四个成员变量的</a:t>
            </a:r>
            <a:r>
              <a:rPr lang="en-US" altLang="zh-CN" smtClean="0"/>
              <a:t>get</a:t>
            </a:r>
            <a:r>
              <a:rPr lang="zh-CN" altLang="en-US" smtClean="0"/>
              <a:t>方法被省略。</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Rot="1" noChangeAspect="1" noChangeArrowheads="1" noTextEdit="1"/>
          </p:cNvSpPr>
          <p:nvPr>
            <p:ph type="sldImg"/>
          </p:nvPr>
        </p:nvSpPr>
        <p:spPr>
          <a:ln/>
        </p:spPr>
      </p:sp>
      <p:sp>
        <p:nvSpPr>
          <p:cNvPr id="1525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事件监听类非常简单，只需要定义事件响应方法的标记即可。</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Rot="1" noChangeAspect="1" noChangeArrowheads="1" noTextEdit="1"/>
          </p:cNvSpPr>
          <p:nvPr>
            <p:ph type="sldImg"/>
          </p:nvPr>
        </p:nvSpPr>
        <p:spPr>
          <a:ln/>
        </p:spPr>
      </p:sp>
      <p:sp>
        <p:nvSpPr>
          <p:cNvPr id="15462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接下来定义作为事件源的构件。首先是事件目标的注册方法，前面已经多次出现，这里不再解释。</a:t>
            </a:r>
            <a:endParaRPr lang="en-US" altLang="zh-CN" smtClean="0"/>
          </a:p>
          <a:p>
            <a:endParaRPr lang="en-US" altLang="zh-CN"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Rot="1" noChangeAspect="1" noChangeArrowheads="1" noTextEdit="1"/>
          </p:cNvSpPr>
          <p:nvPr>
            <p:ph type="sldImg"/>
          </p:nvPr>
        </p:nvSpPr>
        <p:spPr>
          <a:ln/>
        </p:spPr>
      </p:sp>
      <p:sp>
        <p:nvSpPr>
          <p:cNvPr id="15667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这里再在事件源所属的类中添加一个用于撤销注册的方法，以使外界有机会将事件源和事件目标“松绑”。</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Rot="1" noChangeAspect="1" noChangeArrowheads="1" noTextEdit="1"/>
          </p:cNvSpPr>
          <p:nvPr>
            <p:ph type="sldImg"/>
          </p:nvPr>
        </p:nvSpPr>
        <p:spPr>
          <a:ln/>
        </p:spPr>
      </p:sp>
      <p:sp>
        <p:nvSpPr>
          <p:cNvPr id="15872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接下来，在事件源类中针对构件属性的</a:t>
            </a:r>
            <a:r>
              <a:rPr lang="en-US" altLang="zh-CN" smtClean="0"/>
              <a:t>set</a:t>
            </a:r>
            <a:r>
              <a:rPr lang="zh-CN" altLang="en-US" smtClean="0"/>
              <a:t>方法，在</a:t>
            </a:r>
            <a:r>
              <a:rPr lang="en-US" altLang="zh-CN" smtClean="0"/>
              <a:t>set</a:t>
            </a:r>
            <a:r>
              <a:rPr lang="zh-CN" altLang="en-US" smtClean="0"/>
              <a:t>方法中需要触发事件，代码如图所示。</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Rot="1" noChangeAspect="1" noChangeArrowheads="1" noTextEdit="1"/>
          </p:cNvSpPr>
          <p:nvPr>
            <p:ph type="sldImg"/>
          </p:nvPr>
        </p:nvSpPr>
        <p:spPr>
          <a:ln/>
        </p:spPr>
      </p:sp>
      <p:sp>
        <p:nvSpPr>
          <p:cNvPr id="1607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最后，在专门负责触发事件的方法中，构造事件对象，并将事件对象向注册表中的所有事件目标对象发送。</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Grp="1" noRot="1" noChangeAspect="1" noChangeArrowheads="1" noTextEdit="1"/>
          </p:cNvSpPr>
          <p:nvPr>
            <p:ph type="sldImg"/>
          </p:nvPr>
        </p:nvSpPr>
        <p:spPr>
          <a:ln/>
        </p:spPr>
      </p:sp>
      <p:sp>
        <p:nvSpPr>
          <p:cNvPr id="1628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现在进入第三步，定义作为事件目标的构件。同前面一样，事件目标所属的类必须实现事件监听接口，并且在其中实现事件响应方法。在事件响应方法中，可以利用事件对象的</a:t>
            </a:r>
            <a:r>
              <a:rPr lang="en-US" altLang="zh-CN" smtClean="0"/>
              <a:t>get</a:t>
            </a:r>
            <a:r>
              <a:rPr lang="zh-CN" altLang="en-US" smtClean="0"/>
              <a:t>方法获取事件对象中包含的数据，然后进行有针对性的处理。</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Rot="1" noChangeAspect="1" noChangeArrowheads="1" noTextEdit="1"/>
          </p:cNvSpPr>
          <p:nvPr>
            <p:ph type="sldImg"/>
          </p:nvPr>
        </p:nvSpPr>
        <p:spPr>
          <a:ln/>
        </p:spPr>
      </p:sp>
      <p:sp>
        <p:nvSpPr>
          <p:cNvPr id="1648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最后，定义胶水类，其中的两个方法分别实现注册 和 注册撤销。</a:t>
            </a:r>
            <a:endParaRPr lang="en-US" altLang="zh-CN" smtClean="0"/>
          </a:p>
          <a:p>
            <a:endParaRPr lang="en-US" altLang="zh-CN" smtClean="0"/>
          </a:p>
          <a:p>
            <a:r>
              <a:rPr lang="zh-CN" altLang="en-US" smtClean="0"/>
              <a:t>至此，基于事件监听机制的松耦合的构件交互机制就已经大功告成。</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Grp="1" noRot="1" noChangeAspect="1" noChangeArrowheads="1" noTextEdit="1"/>
          </p:cNvSpPr>
          <p:nvPr>
            <p:ph type="sldImg"/>
          </p:nvPr>
        </p:nvSpPr>
        <p:spPr>
          <a:ln/>
        </p:spPr>
      </p:sp>
      <p:sp>
        <p:nvSpPr>
          <p:cNvPr id="16691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我们可以对前述的构件交互机制进一步扩充，</a:t>
            </a:r>
            <a:endParaRPr lang="en-US" altLang="zh-CN" smtClean="0"/>
          </a:p>
          <a:p>
            <a:endParaRPr lang="en-US" altLang="zh-CN" smtClean="0"/>
          </a:p>
          <a:p>
            <a:r>
              <a:rPr lang="zh-CN" altLang="en-US" smtClean="0"/>
              <a:t>例如，如何实现可投票否决的属性变更？什么是可否决的属性变更？例如，某个国家希望将自己从无核国家更改为合法拥有核武器的国家，但联合国安理会对此拥有否决权，如何实现？</a:t>
            </a:r>
            <a:endParaRPr lang="en-US" altLang="zh-CN" smtClean="0"/>
          </a:p>
          <a:p>
            <a:endParaRPr lang="en-US" altLang="zh-CN" smtClean="0"/>
          </a:p>
          <a:p>
            <a:r>
              <a:rPr lang="zh-CN" altLang="en-US" smtClean="0"/>
              <a:t>又如，如何实现单目事件，即，事件最多只传递给一个事件目标？</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Grp="1" noRot="1" noChangeAspect="1" noChangeArrowheads="1" noTextEdit="1"/>
          </p:cNvSpPr>
          <p:nvPr>
            <p:ph type="sldImg"/>
          </p:nvPr>
        </p:nvSpPr>
        <p:spPr>
          <a:ln/>
        </p:spPr>
      </p:sp>
      <p:sp>
        <p:nvSpPr>
          <p:cNvPr id="16896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为了实现可否决的属性，我们修改事件监听接口，允许事件响应方法在处理事件的过程中抛出异常，</a:t>
            </a:r>
            <a:endParaRPr lang="en-US" altLang="zh-CN" smtClean="0"/>
          </a:p>
          <a:p>
            <a:endParaRPr lang="en-US" altLang="zh-CN" smtClean="0"/>
          </a:p>
          <a:p>
            <a:r>
              <a:rPr lang="zh-CN" altLang="en-US" smtClean="0"/>
              <a:t>这样设计的意图是，只要事件目标在响应过程中抛出异常，即可阻止事件源修改属性。如何阻止？马上即见分晓。</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Rot="1" noChangeAspect="1" noChangeArrowheads="1" noTextEdit="1"/>
          </p:cNvSpPr>
          <p:nvPr>
            <p:ph type="sldImg"/>
          </p:nvPr>
        </p:nvSpPr>
        <p:spPr>
          <a:ln/>
        </p:spPr>
      </p:sp>
      <p:sp>
        <p:nvSpPr>
          <p:cNvPr id="17101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    在事件源的属性修改方法中，在实质性修改构件属性之前，先向外界发出属性更改事件，导致所有注册目标中的事件响应方法被执行。只要其中一个方法抛出异常，按照程序语言的语义，这个异常就会传达到当前函数，从而阻止后面的属性修改动作的执行。这样就达到了否决属性变更的效果。</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Rot="1" noChangeAspect="1" noChangeArrowheads="1" noTextEdit="1"/>
          </p:cNvSpPr>
          <p:nvPr>
            <p:ph type="sldImg"/>
          </p:nvPr>
        </p:nvSpPr>
        <p:spPr>
          <a:ln/>
        </p:spPr>
      </p:sp>
      <p:sp>
        <p:nvSpPr>
          <p:cNvPr id="17305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    在事件源的属性修改方法中，在实质性修改构件属性之前，先向外界发出属性更改事件，导致所有注册目标中的事件响应方法被执行。只要其中一个方法抛出异常，按照程序语言的语义，这个异常就会传达到当前函数，从而阻止后面的属性修改动作的执行。这样就达到了否决属性变更的效果。</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Rot="1" noChangeAspect="1" noChangeArrowheads="1" noTextEdit="1"/>
          </p:cNvSpPr>
          <p:nvPr>
            <p:ph type="sldImg"/>
          </p:nvPr>
        </p:nvSpPr>
        <p:spPr>
          <a:ln/>
        </p:spPr>
      </p:sp>
      <p:sp>
        <p:nvSpPr>
          <p:cNvPr id="17510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最后，联合国安理会监听属性变更事件，根据事件中包含的数据来决定是否 抛出异常，只要抛出异常就意味着否决事件源对象的属性变更请求。</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Rot="1" noChangeAspect="1" noChangeArrowheads="1" noTextEdit="1"/>
          </p:cNvSpPr>
          <p:nvPr>
            <p:ph type="sldImg"/>
          </p:nvPr>
        </p:nvSpPr>
        <p:spPr>
          <a:ln/>
        </p:spPr>
      </p:sp>
      <p:sp>
        <p:nvSpPr>
          <p:cNvPr id="52227" name="Rectangle 3"/>
          <p:cNvSpPr>
            <a:spLocks noGrp="1" noChangeArrowheads="1"/>
          </p:cNvSpPr>
          <p:nvPr>
            <p:ph type="body" idx="1"/>
          </p:nvPr>
        </p:nvSpPr>
        <p:spPr>
          <a:ln/>
        </p:spPr>
        <p:txBody>
          <a:bodyPr/>
          <a:lstStyle/>
          <a:p>
            <a:pPr>
              <a:defRPr/>
            </a:pPr>
            <a:r>
              <a:rPr lang="zh-CN" altLang="en-US" dirty="0"/>
              <a:t>现在，让我们从时空隧道中回到现实，我们会惊喜地发现，</a:t>
            </a:r>
            <a:r>
              <a:rPr lang="en-US" altLang="zh-CN" dirty="0" err="1"/>
              <a:t>EventListener</a:t>
            </a:r>
            <a:r>
              <a:rPr lang="zh-CN" altLang="en-US" dirty="0"/>
              <a:t>机制现在已遍地开花</a:t>
            </a:r>
            <a:r>
              <a:rPr lang="zh-CN" altLang="en-US"/>
              <a:t>，使用非常广泛</a:t>
            </a:r>
            <a:r>
              <a:rPr lang="zh-CN" altLang="en-US" dirty="0"/>
              <a:t>。现在，在所有的软件代码和设计文档中，只要出现</a:t>
            </a:r>
            <a:r>
              <a:rPr lang="en-US" altLang="zh-CN" dirty="0" err="1"/>
              <a:t>EventListener</a:t>
            </a:r>
            <a:r>
              <a:rPr lang="zh-CN" altLang="en-US" dirty="0"/>
              <a:t>或者发布</a:t>
            </a:r>
            <a:r>
              <a:rPr lang="en-US" altLang="zh-CN" dirty="0"/>
              <a:t>-</a:t>
            </a:r>
            <a:r>
              <a:rPr lang="zh-CN" altLang="en-US" dirty="0"/>
              <a:t>订阅的字样，大家就应该知道，今天我们探讨的技术就派上用场了。</a:t>
            </a:r>
          </a:p>
          <a:p>
            <a:pPr>
              <a:defRPr/>
            </a:pPr>
            <a:endParaRPr lang="en-US" altLang="zh-CN" dirty="0"/>
          </a:p>
          <a:p>
            <a:pPr>
              <a:defRPr/>
            </a:pPr>
            <a:r>
              <a:rPr lang="zh-CN" altLang="en-US" dirty="0"/>
              <a:t>回顾前述的</a:t>
            </a:r>
            <a:r>
              <a:rPr lang="en-US" altLang="zh-CN" dirty="0" err="1"/>
              <a:t>EventListener</a:t>
            </a:r>
            <a:r>
              <a:rPr lang="zh-CN" altLang="en-US" dirty="0"/>
              <a:t>机制的创立过程，有三项关键技术：</a:t>
            </a:r>
            <a:endParaRPr lang="en-US" altLang="zh-CN" dirty="0"/>
          </a:p>
          <a:p>
            <a:pPr marL="228600" indent="-228600">
              <a:buFontTx/>
              <a:buAutoNum type="arabicPeriod"/>
              <a:defRPr/>
            </a:pPr>
            <a:r>
              <a:rPr lang="zh-CN" altLang="en-US" dirty="0"/>
              <a:t>精确的、毫不浪费的事件传递机制；</a:t>
            </a:r>
            <a:endParaRPr lang="en-US" altLang="zh-CN" dirty="0"/>
          </a:p>
          <a:p>
            <a:pPr marL="228600" indent="-228600">
              <a:buFontTx/>
              <a:buAutoNum type="arabicPeriod"/>
              <a:defRPr/>
            </a:pPr>
            <a:r>
              <a:rPr lang="zh-CN" altLang="en-US" dirty="0"/>
              <a:t>以简单到极致的事件监听接口作为事件源与事件目标之间的协议；</a:t>
            </a:r>
            <a:endParaRPr lang="en-US" altLang="zh-CN" dirty="0"/>
          </a:p>
          <a:p>
            <a:pPr marL="228600" indent="-228600">
              <a:buFontTx/>
              <a:buAutoNum type="arabicPeriod"/>
              <a:defRPr/>
            </a:pPr>
            <a:r>
              <a:rPr lang="zh-CN" altLang="en-US" dirty="0"/>
              <a:t>针对界面事件传播机制中的事件、事件源、事件目标进行抽象，将它拓广为一种普适的松耦合交互机制</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p:cNvSpPr>
            <a:spLocks noGrp="1" noRot="1" noChangeAspect="1" noChangeArrowheads="1" noTextEdit="1"/>
          </p:cNvSpPr>
          <p:nvPr>
            <p:ph type="sldImg"/>
          </p:nvPr>
        </p:nvSpPr>
        <p:spPr>
          <a:ln/>
        </p:spPr>
      </p:sp>
      <p:sp>
        <p:nvSpPr>
          <p:cNvPr id="53251" name="Rectangle 3"/>
          <p:cNvSpPr>
            <a:spLocks noGrp="1" noChangeArrowheads="1"/>
          </p:cNvSpPr>
          <p:nvPr>
            <p:ph type="body" idx="1"/>
          </p:nvPr>
        </p:nvSpPr>
        <p:spPr>
          <a:ln/>
        </p:spPr>
        <p:txBody>
          <a:bodyPr/>
          <a:lstStyle/>
          <a:p>
            <a:pPr>
              <a:defRPr/>
            </a:pPr>
            <a:r>
              <a:rPr lang="zh-CN" altLang="en-US" dirty="0"/>
              <a:t>前面已经强调，故事的结果固然重要，但是故事演进过程中所呈现的出来的发现问题、解决问题的思想方法更加重要、更加有用。</a:t>
            </a:r>
            <a:endParaRPr lang="en-US" altLang="zh-CN" dirty="0"/>
          </a:p>
          <a:p>
            <a:pPr>
              <a:defRPr/>
            </a:pPr>
            <a:endParaRPr lang="en-US" altLang="zh-CN" dirty="0"/>
          </a:p>
          <a:p>
            <a:pPr>
              <a:defRPr/>
            </a:pPr>
            <a:r>
              <a:rPr lang="zh-CN" altLang="en-US" dirty="0"/>
              <a:t>以下的思想方法值得我们牢记：</a:t>
            </a:r>
            <a:endParaRPr lang="en-US" altLang="zh-CN" dirty="0"/>
          </a:p>
          <a:p>
            <a:pPr marL="228600" indent="-228600">
              <a:buFontTx/>
              <a:buAutoNum type="arabicPeriod"/>
              <a:defRPr/>
            </a:pPr>
            <a:r>
              <a:rPr lang="zh-CN" altLang="en-US" dirty="0"/>
              <a:t>依赖于接口 远比依赖于实现类 要好；</a:t>
            </a:r>
            <a:endParaRPr lang="en-US" altLang="zh-CN" dirty="0"/>
          </a:p>
          <a:p>
            <a:pPr marL="228600" indent="-228600">
              <a:buFontTx/>
              <a:buAutoNum type="arabicPeriod"/>
              <a:defRPr/>
            </a:pPr>
            <a:r>
              <a:rPr lang="zh-CN" altLang="en-US" dirty="0"/>
              <a:t>将接口作为合作者之间的协议，一方使用该接口中的方法，另一方实现该接口；</a:t>
            </a:r>
            <a:endParaRPr lang="en-US" altLang="zh-CN" dirty="0"/>
          </a:p>
          <a:p>
            <a:pPr marL="228600" indent="-228600">
              <a:buFontTx/>
              <a:buAutoNum type="arabicPeriod"/>
              <a:defRPr/>
            </a:pPr>
            <a:r>
              <a:rPr lang="zh-CN" altLang="en-US" dirty="0"/>
              <a:t>将相关于</a:t>
            </a:r>
            <a:r>
              <a:rPr lang="en-US" altLang="zh-CN" dirty="0"/>
              <a:t>UI</a:t>
            </a:r>
            <a:r>
              <a:rPr lang="zh-CN" altLang="en-US" dirty="0"/>
              <a:t>的软件部件 与 业务逻辑部件 严格分离；</a:t>
            </a:r>
            <a:endParaRPr lang="en-US" altLang="zh-CN" dirty="0"/>
          </a:p>
          <a:p>
            <a:pPr marL="228600" indent="-228600">
              <a:buFontTx/>
              <a:buAutoNum type="arabicPeriod"/>
              <a:defRPr/>
            </a:pPr>
            <a:r>
              <a:rPr lang="zh-CN" altLang="en-US" dirty="0"/>
              <a:t>基于已有的解决方案进行抽象与拓广，可以获得意外的惊喜！</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vmlDrawing" Target="../drawings/vmlDrawing2.vml"/><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vmlDrawing" Target="../drawings/vmlDrawing4.vml"/><Relationship Id="rId4"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aphicFrame>
        <p:nvGraphicFramePr>
          <p:cNvPr id="4" name="Object 13"/>
          <p:cNvGraphicFramePr>
            <a:graphicFrameLocks noChangeAspect="1"/>
          </p:cNvGraphicFramePr>
          <p:nvPr/>
        </p:nvGraphicFramePr>
        <p:xfrm>
          <a:off x="5886450" y="6267450"/>
          <a:ext cx="3257550" cy="590550"/>
        </p:xfrm>
        <a:graphic>
          <a:graphicData uri="http://schemas.openxmlformats.org/presentationml/2006/ole">
            <mc:AlternateContent xmlns:mc="http://schemas.openxmlformats.org/markup-compatibility/2006">
              <mc:Choice xmlns:v="urn:schemas-microsoft-com:vml" Requires="v">
                <p:oleObj spid="_x0000_s70665" name="位图图像" r:id="rId3" imgW="3258005" imgH="590476" progId="PBrush">
                  <p:embed/>
                </p:oleObj>
              </mc:Choice>
              <mc:Fallback>
                <p:oleObj name="位图图像" r:id="rId3" imgW="3258005" imgH="590476" progId="PBrush">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86450" y="6267450"/>
                        <a:ext cx="3257550" cy="590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10595" name="Rectangle 3"/>
          <p:cNvSpPr>
            <a:spLocks noGrp="1" noChangeArrowheads="1"/>
          </p:cNvSpPr>
          <p:nvPr>
            <p:ph type="ctrTitle"/>
          </p:nvPr>
        </p:nvSpPr>
        <p:spPr>
          <a:xfrm>
            <a:off x="984250" y="762000"/>
            <a:ext cx="7034213" cy="1219200"/>
          </a:xfrm>
          <a:ln w="25400"/>
        </p:spPr>
        <p:txBody>
          <a:bodyPr/>
          <a:lstStyle>
            <a:lvl1pPr>
              <a:defRPr sz="4800"/>
            </a:lvl1pPr>
          </a:lstStyle>
          <a:p>
            <a:r>
              <a:rPr lang="en-US" altLang="zh-CN"/>
              <a:t>Click to edit Master title style</a:t>
            </a:r>
          </a:p>
        </p:txBody>
      </p:sp>
      <p:sp>
        <p:nvSpPr>
          <p:cNvPr id="110596" name="Rectangle 4"/>
          <p:cNvSpPr>
            <a:spLocks noGrp="1" noChangeArrowheads="1"/>
          </p:cNvSpPr>
          <p:nvPr>
            <p:ph type="subTitle" idx="1"/>
          </p:nvPr>
        </p:nvSpPr>
        <p:spPr>
          <a:xfrm>
            <a:off x="2057400" y="3048000"/>
            <a:ext cx="5943600" cy="1981200"/>
          </a:xfrm>
        </p:spPr>
        <p:txBody>
          <a:bodyPr/>
          <a:lstStyle>
            <a:lvl1pPr marL="0" indent="0">
              <a:buFont typeface="Wingdings" pitchFamily="2" charset="2"/>
              <a:buNone/>
              <a:defRPr/>
            </a:lvl1pPr>
          </a:lstStyle>
          <a:p>
            <a:r>
              <a:rPr lang="en-US" altLang="zh-CN"/>
              <a:t>Click to edit Master subtitle style</a:t>
            </a:r>
          </a:p>
        </p:txBody>
      </p:sp>
    </p:spTree>
    <p:extLst>
      <p:ext uri="{BB962C8B-B14F-4D97-AF65-F5344CB8AC3E}">
        <p14:creationId xmlns:p14="http://schemas.microsoft.com/office/powerpoint/2010/main" val="10444024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0"/>
          <p:cNvSpPr>
            <a:spLocks noGrp="1" noChangeArrowheads="1"/>
          </p:cNvSpPr>
          <p:nvPr>
            <p:ph type="sldNum" sz="quarter" idx="10"/>
          </p:nvPr>
        </p:nvSpPr>
        <p:spPr>
          <a:xfrm>
            <a:off x="6732588" y="6381750"/>
            <a:ext cx="2133600" cy="260350"/>
          </a:xfrm>
        </p:spPr>
        <p:txBody>
          <a:bodyPr/>
          <a:lstStyle>
            <a:lvl1pPr>
              <a:defRPr/>
            </a:lvl1pPr>
          </a:lstStyle>
          <a:p>
            <a:fld id="{D324496D-14CD-43A8-A982-AD10EB166FB8}" type="slidenum">
              <a:rPr lang="zh-CN" altLang="en-US"/>
              <a:pPr/>
              <a:t>‹#›</a:t>
            </a:fld>
            <a:endParaRPr lang="en-US" altLang="zh-CN"/>
          </a:p>
        </p:txBody>
      </p:sp>
    </p:spTree>
    <p:extLst>
      <p:ext uri="{BB962C8B-B14F-4D97-AF65-F5344CB8AC3E}">
        <p14:creationId xmlns:p14="http://schemas.microsoft.com/office/powerpoint/2010/main" val="12046293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10"/>
          <p:cNvSpPr>
            <a:spLocks noGrp="1" noChangeArrowheads="1"/>
          </p:cNvSpPr>
          <p:nvPr>
            <p:ph type="sldNum" sz="quarter" idx="10"/>
          </p:nvPr>
        </p:nvSpPr>
        <p:spPr>
          <a:xfrm>
            <a:off x="6732588" y="6381750"/>
            <a:ext cx="2133600" cy="260350"/>
          </a:xfrm>
        </p:spPr>
        <p:txBody>
          <a:bodyPr/>
          <a:lstStyle>
            <a:lvl1pPr>
              <a:defRPr/>
            </a:lvl1pPr>
          </a:lstStyle>
          <a:p>
            <a:fld id="{BB12A094-CB7F-4B90-A636-E46B44CD2EA4}" type="slidenum">
              <a:rPr lang="zh-CN" altLang="en-US"/>
              <a:pPr/>
              <a:t>‹#›</a:t>
            </a:fld>
            <a:endParaRPr lang="en-US" altLang="zh-CN"/>
          </a:p>
        </p:txBody>
      </p:sp>
    </p:spTree>
    <p:extLst>
      <p:ext uri="{BB962C8B-B14F-4D97-AF65-F5344CB8AC3E}">
        <p14:creationId xmlns:p14="http://schemas.microsoft.com/office/powerpoint/2010/main" val="20055175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484313"/>
            <a:ext cx="4013200" cy="46878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22800" y="1484313"/>
            <a:ext cx="4013200" cy="46878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0"/>
          <p:cNvSpPr>
            <a:spLocks noGrp="1" noChangeArrowheads="1"/>
          </p:cNvSpPr>
          <p:nvPr>
            <p:ph type="sldNum" sz="quarter" idx="10"/>
          </p:nvPr>
        </p:nvSpPr>
        <p:spPr>
          <a:xfrm>
            <a:off x="6732588" y="6381750"/>
            <a:ext cx="2133600" cy="260350"/>
          </a:xfrm>
        </p:spPr>
        <p:txBody>
          <a:bodyPr/>
          <a:lstStyle>
            <a:lvl1pPr>
              <a:defRPr/>
            </a:lvl1pPr>
          </a:lstStyle>
          <a:p>
            <a:fld id="{4DC079A3-EA57-434A-9F1B-693AE3DE4418}" type="slidenum">
              <a:rPr lang="zh-CN" altLang="en-US"/>
              <a:pPr/>
              <a:t>‹#›</a:t>
            </a:fld>
            <a:endParaRPr lang="en-US" altLang="zh-CN"/>
          </a:p>
        </p:txBody>
      </p:sp>
    </p:spTree>
    <p:extLst>
      <p:ext uri="{BB962C8B-B14F-4D97-AF65-F5344CB8AC3E}">
        <p14:creationId xmlns:p14="http://schemas.microsoft.com/office/powerpoint/2010/main" val="12940589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0"/>
          <p:cNvSpPr>
            <a:spLocks noGrp="1" noChangeArrowheads="1"/>
          </p:cNvSpPr>
          <p:nvPr>
            <p:ph type="sldNum" sz="quarter" idx="10"/>
          </p:nvPr>
        </p:nvSpPr>
        <p:spPr>
          <a:xfrm>
            <a:off x="6732588" y="6381750"/>
            <a:ext cx="2133600" cy="260350"/>
          </a:xfrm>
        </p:spPr>
        <p:txBody>
          <a:bodyPr/>
          <a:lstStyle>
            <a:lvl1pPr>
              <a:defRPr/>
            </a:lvl1pPr>
          </a:lstStyle>
          <a:p>
            <a:fld id="{A6C93767-F751-43B0-AADA-09D28777153C}" type="slidenum">
              <a:rPr lang="zh-CN" altLang="en-US"/>
              <a:pPr/>
              <a:t>‹#›</a:t>
            </a:fld>
            <a:endParaRPr lang="en-US" altLang="zh-CN"/>
          </a:p>
        </p:txBody>
      </p:sp>
    </p:spTree>
    <p:extLst>
      <p:ext uri="{BB962C8B-B14F-4D97-AF65-F5344CB8AC3E}">
        <p14:creationId xmlns:p14="http://schemas.microsoft.com/office/powerpoint/2010/main" val="2478083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0"/>
          <p:cNvSpPr>
            <a:spLocks noGrp="1" noChangeArrowheads="1"/>
          </p:cNvSpPr>
          <p:nvPr>
            <p:ph type="sldNum" sz="quarter" idx="10"/>
          </p:nvPr>
        </p:nvSpPr>
        <p:spPr>
          <a:xfrm>
            <a:off x="6732588" y="6381750"/>
            <a:ext cx="2133600" cy="260350"/>
          </a:xfrm>
        </p:spPr>
        <p:txBody>
          <a:bodyPr/>
          <a:lstStyle>
            <a:lvl1pPr>
              <a:defRPr/>
            </a:lvl1pPr>
          </a:lstStyle>
          <a:p>
            <a:fld id="{D904E213-1B2D-4B2E-9D6B-1AC0EAA6141B}" type="slidenum">
              <a:rPr lang="zh-CN" altLang="en-US"/>
              <a:pPr/>
              <a:t>‹#›</a:t>
            </a:fld>
            <a:endParaRPr lang="en-US" altLang="zh-CN"/>
          </a:p>
        </p:txBody>
      </p:sp>
    </p:spTree>
    <p:extLst>
      <p:ext uri="{BB962C8B-B14F-4D97-AF65-F5344CB8AC3E}">
        <p14:creationId xmlns:p14="http://schemas.microsoft.com/office/powerpoint/2010/main" val="22989552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Rectangle 10"/>
          <p:cNvSpPr>
            <a:spLocks noGrp="1" noChangeArrowheads="1"/>
          </p:cNvSpPr>
          <p:nvPr>
            <p:ph type="sldNum" sz="quarter" idx="10"/>
          </p:nvPr>
        </p:nvSpPr>
        <p:spPr>
          <a:xfrm>
            <a:off x="6732588" y="6381750"/>
            <a:ext cx="2133600" cy="260350"/>
          </a:xfrm>
        </p:spPr>
        <p:txBody>
          <a:bodyPr/>
          <a:lstStyle>
            <a:lvl1pPr>
              <a:defRPr/>
            </a:lvl1pPr>
          </a:lstStyle>
          <a:p>
            <a:fld id="{8F98CDD2-0BBD-448B-825C-54FB38551EEE}" type="slidenum">
              <a:rPr lang="zh-CN" altLang="en-US"/>
              <a:pPr/>
              <a:t>‹#›</a:t>
            </a:fld>
            <a:endParaRPr lang="en-US" altLang="zh-CN"/>
          </a:p>
        </p:txBody>
      </p:sp>
    </p:spTree>
    <p:extLst>
      <p:ext uri="{BB962C8B-B14F-4D97-AF65-F5344CB8AC3E}">
        <p14:creationId xmlns:p14="http://schemas.microsoft.com/office/powerpoint/2010/main" val="37538679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0"/>
          <p:cNvSpPr>
            <a:spLocks noGrp="1" noChangeArrowheads="1"/>
          </p:cNvSpPr>
          <p:nvPr>
            <p:ph type="sldNum" sz="quarter" idx="10"/>
          </p:nvPr>
        </p:nvSpPr>
        <p:spPr>
          <a:xfrm>
            <a:off x="6732588" y="6381750"/>
            <a:ext cx="2133600" cy="260350"/>
          </a:xfrm>
        </p:spPr>
        <p:txBody>
          <a:bodyPr/>
          <a:lstStyle>
            <a:lvl1pPr>
              <a:defRPr/>
            </a:lvl1pPr>
          </a:lstStyle>
          <a:p>
            <a:fld id="{72DDF6DB-1E03-4355-B9DE-5A90A231ADE0}" type="slidenum">
              <a:rPr lang="zh-CN" altLang="en-US"/>
              <a:pPr/>
              <a:t>‹#›</a:t>
            </a:fld>
            <a:endParaRPr lang="en-US" altLang="zh-CN"/>
          </a:p>
        </p:txBody>
      </p:sp>
    </p:spTree>
    <p:extLst>
      <p:ext uri="{BB962C8B-B14F-4D97-AF65-F5344CB8AC3E}">
        <p14:creationId xmlns:p14="http://schemas.microsoft.com/office/powerpoint/2010/main" val="1868481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0"/>
          <p:cNvSpPr>
            <a:spLocks noGrp="1" noChangeArrowheads="1"/>
          </p:cNvSpPr>
          <p:nvPr>
            <p:ph type="sldNum" sz="quarter" idx="10"/>
          </p:nvPr>
        </p:nvSpPr>
        <p:spPr>
          <a:xfrm>
            <a:off x="6732588" y="6381750"/>
            <a:ext cx="2133600" cy="260350"/>
          </a:xfrm>
        </p:spPr>
        <p:txBody>
          <a:bodyPr/>
          <a:lstStyle>
            <a:lvl1pPr>
              <a:defRPr/>
            </a:lvl1pPr>
          </a:lstStyle>
          <a:p>
            <a:fld id="{6D4538D0-5CFE-46BA-8E43-87399BC94BE7}" type="slidenum">
              <a:rPr lang="zh-CN" altLang="en-US"/>
              <a:pPr/>
              <a:t>‹#›</a:t>
            </a:fld>
            <a:endParaRPr lang="en-US" altLang="zh-CN"/>
          </a:p>
        </p:txBody>
      </p:sp>
    </p:spTree>
    <p:extLst>
      <p:ext uri="{BB962C8B-B14F-4D97-AF65-F5344CB8AC3E}">
        <p14:creationId xmlns:p14="http://schemas.microsoft.com/office/powerpoint/2010/main" val="28818954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0"/>
          <p:cNvSpPr>
            <a:spLocks noGrp="1" noChangeArrowheads="1"/>
          </p:cNvSpPr>
          <p:nvPr>
            <p:ph type="sldNum" sz="quarter" idx="10"/>
          </p:nvPr>
        </p:nvSpPr>
        <p:spPr>
          <a:xfrm>
            <a:off x="6732588" y="6381750"/>
            <a:ext cx="2133600" cy="260350"/>
          </a:xfrm>
        </p:spPr>
        <p:txBody>
          <a:bodyPr/>
          <a:lstStyle>
            <a:lvl1pPr>
              <a:defRPr/>
            </a:lvl1pPr>
          </a:lstStyle>
          <a:p>
            <a:fld id="{58B3D254-00CA-4C37-9982-A905AACFD912}" type="slidenum">
              <a:rPr lang="zh-CN" altLang="en-US"/>
              <a:pPr/>
              <a:t>‹#›</a:t>
            </a:fld>
            <a:endParaRPr lang="en-US" altLang="zh-CN"/>
          </a:p>
        </p:txBody>
      </p:sp>
    </p:spTree>
    <p:extLst>
      <p:ext uri="{BB962C8B-B14F-4D97-AF65-F5344CB8AC3E}">
        <p14:creationId xmlns:p14="http://schemas.microsoft.com/office/powerpoint/2010/main" val="4033503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2250" y="358775"/>
            <a:ext cx="2063750" cy="58134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81000" y="358775"/>
            <a:ext cx="6038850" cy="58134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0"/>
          <p:cNvSpPr>
            <a:spLocks noGrp="1" noChangeArrowheads="1"/>
          </p:cNvSpPr>
          <p:nvPr>
            <p:ph type="sldNum" sz="quarter" idx="10"/>
          </p:nvPr>
        </p:nvSpPr>
        <p:spPr>
          <a:xfrm>
            <a:off x="6732588" y="6381750"/>
            <a:ext cx="2133600" cy="260350"/>
          </a:xfrm>
        </p:spPr>
        <p:txBody>
          <a:bodyPr/>
          <a:lstStyle>
            <a:lvl1pPr>
              <a:defRPr/>
            </a:lvl1pPr>
          </a:lstStyle>
          <a:p>
            <a:fld id="{C7AE359E-49A8-4524-83F4-0B7689449467}" type="slidenum">
              <a:rPr lang="zh-CN" altLang="en-US"/>
              <a:pPr/>
              <a:t>‹#›</a:t>
            </a:fld>
            <a:endParaRPr lang="en-US" altLang="zh-CN"/>
          </a:p>
        </p:txBody>
      </p:sp>
    </p:spTree>
    <p:extLst>
      <p:ext uri="{BB962C8B-B14F-4D97-AF65-F5344CB8AC3E}">
        <p14:creationId xmlns:p14="http://schemas.microsoft.com/office/powerpoint/2010/main" val="22422467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AndChart" preserve="1">
  <p:cSld name="标题，文本与图表">
    <p:spTree>
      <p:nvGrpSpPr>
        <p:cNvPr id="1" name=""/>
        <p:cNvGrpSpPr/>
        <p:nvPr/>
      </p:nvGrpSpPr>
      <p:grpSpPr>
        <a:xfrm>
          <a:off x="0" y="0"/>
          <a:ext cx="0" cy="0"/>
          <a:chOff x="0" y="0"/>
          <a:chExt cx="0" cy="0"/>
        </a:xfrm>
      </p:grpSpPr>
      <p:sp>
        <p:nvSpPr>
          <p:cNvPr id="2" name="标题 1"/>
          <p:cNvSpPr>
            <a:spLocks noGrp="1"/>
          </p:cNvSpPr>
          <p:nvPr>
            <p:ph type="title"/>
          </p:nvPr>
        </p:nvSpPr>
        <p:spPr>
          <a:xfrm>
            <a:off x="381000" y="358775"/>
            <a:ext cx="8229600" cy="6858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484313"/>
            <a:ext cx="4013200" cy="46878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图表占位符 3"/>
          <p:cNvSpPr>
            <a:spLocks noGrp="1"/>
          </p:cNvSpPr>
          <p:nvPr>
            <p:ph type="chart" sz="half" idx="2"/>
          </p:nvPr>
        </p:nvSpPr>
        <p:spPr>
          <a:xfrm>
            <a:off x="4622800" y="1484313"/>
            <a:ext cx="4013200" cy="4687887"/>
          </a:xfrm>
        </p:spPr>
        <p:txBody>
          <a:bodyPr/>
          <a:lstStyle/>
          <a:p>
            <a:pPr lvl="0"/>
            <a:endParaRPr lang="zh-CN" altLang="en-US" noProof="0"/>
          </a:p>
        </p:txBody>
      </p:sp>
      <p:sp>
        <p:nvSpPr>
          <p:cNvPr id="5" name="Rectangle 10"/>
          <p:cNvSpPr>
            <a:spLocks noGrp="1" noChangeArrowheads="1"/>
          </p:cNvSpPr>
          <p:nvPr>
            <p:ph type="sldNum" sz="quarter" idx="10"/>
          </p:nvPr>
        </p:nvSpPr>
        <p:spPr>
          <a:xfrm>
            <a:off x="6732588" y="6381750"/>
            <a:ext cx="2133600" cy="260350"/>
          </a:xfrm>
        </p:spPr>
        <p:txBody>
          <a:bodyPr/>
          <a:lstStyle>
            <a:lvl1pPr>
              <a:defRPr/>
            </a:lvl1pPr>
          </a:lstStyle>
          <a:p>
            <a:fld id="{ECC15333-1464-48A4-AFEC-2475CD43A9BC}" type="slidenum">
              <a:rPr lang="zh-CN" altLang="en-US"/>
              <a:pPr/>
              <a:t>‹#›</a:t>
            </a:fld>
            <a:endParaRPr lang="en-US" altLang="zh-CN"/>
          </a:p>
        </p:txBody>
      </p:sp>
    </p:spTree>
    <p:extLst>
      <p:ext uri="{BB962C8B-B14F-4D97-AF65-F5344CB8AC3E}">
        <p14:creationId xmlns:p14="http://schemas.microsoft.com/office/powerpoint/2010/main" val="36288062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aphicFrame>
        <p:nvGraphicFramePr>
          <p:cNvPr id="4" name="Object 13"/>
          <p:cNvGraphicFramePr>
            <a:graphicFrameLocks noChangeAspect="1"/>
          </p:cNvGraphicFramePr>
          <p:nvPr/>
        </p:nvGraphicFramePr>
        <p:xfrm>
          <a:off x="5815013" y="6267450"/>
          <a:ext cx="3257550" cy="590550"/>
        </p:xfrm>
        <a:graphic>
          <a:graphicData uri="http://schemas.openxmlformats.org/presentationml/2006/ole">
            <mc:AlternateContent xmlns:mc="http://schemas.openxmlformats.org/markup-compatibility/2006">
              <mc:Choice xmlns:v="urn:schemas-microsoft-com:vml" Requires="v">
                <p:oleObj spid="_x0000_s71689" name="位图图像" r:id="rId3" imgW="3258005" imgH="590476" progId="PBrush">
                  <p:embed/>
                </p:oleObj>
              </mc:Choice>
              <mc:Fallback>
                <p:oleObj name="位图图像" r:id="rId3" imgW="3258005" imgH="590476" progId="PBrush">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15013" y="6267450"/>
                        <a:ext cx="3257550" cy="590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10595" name="Rectangle 3"/>
          <p:cNvSpPr>
            <a:spLocks noGrp="1" noChangeArrowheads="1"/>
          </p:cNvSpPr>
          <p:nvPr>
            <p:ph type="ctrTitle"/>
          </p:nvPr>
        </p:nvSpPr>
        <p:spPr>
          <a:xfrm>
            <a:off x="984250" y="762000"/>
            <a:ext cx="7034213" cy="1219200"/>
          </a:xfrm>
          <a:ln w="25400"/>
        </p:spPr>
        <p:txBody>
          <a:bodyPr/>
          <a:lstStyle>
            <a:lvl1pPr>
              <a:defRPr sz="4800"/>
            </a:lvl1pPr>
          </a:lstStyle>
          <a:p>
            <a:r>
              <a:rPr lang="en-US" altLang="zh-CN"/>
              <a:t>Click to edit Master title style</a:t>
            </a:r>
          </a:p>
        </p:txBody>
      </p:sp>
      <p:sp>
        <p:nvSpPr>
          <p:cNvPr id="110596" name="Rectangle 4"/>
          <p:cNvSpPr>
            <a:spLocks noGrp="1" noChangeArrowheads="1"/>
          </p:cNvSpPr>
          <p:nvPr>
            <p:ph type="subTitle" idx="1"/>
          </p:nvPr>
        </p:nvSpPr>
        <p:spPr>
          <a:xfrm>
            <a:off x="2057400" y="3048000"/>
            <a:ext cx="5943600" cy="1981200"/>
          </a:xfrm>
        </p:spPr>
        <p:txBody>
          <a:bodyPr/>
          <a:lstStyle>
            <a:lvl1pPr marL="0" indent="0">
              <a:buFont typeface="Wingdings" pitchFamily="2" charset="2"/>
              <a:buNone/>
              <a:defRPr/>
            </a:lvl1pPr>
          </a:lstStyle>
          <a:p>
            <a:r>
              <a:rPr lang="en-US" altLang="zh-CN"/>
              <a:t>Click to edit Master subtitle style</a:t>
            </a:r>
          </a:p>
        </p:txBody>
      </p:sp>
      <p:sp>
        <p:nvSpPr>
          <p:cNvPr id="5" name="Rectangle 10"/>
          <p:cNvSpPr>
            <a:spLocks noGrp="1" noChangeArrowheads="1"/>
          </p:cNvSpPr>
          <p:nvPr>
            <p:ph type="sldNum" sz="quarter" idx="10"/>
          </p:nvPr>
        </p:nvSpPr>
        <p:spPr/>
        <p:txBody>
          <a:bodyPr/>
          <a:lstStyle>
            <a:lvl1pPr>
              <a:defRPr/>
            </a:lvl1pPr>
          </a:lstStyle>
          <a:p>
            <a:fld id="{9FA8150A-DA86-4FEC-BA03-C9D0891DBBDE}" type="slidenum">
              <a:rPr lang="zh-CN" altLang="en-US"/>
              <a:pPr/>
              <a:t>‹#›</a:t>
            </a:fld>
            <a:endParaRPr lang="en-US" altLang="zh-CN"/>
          </a:p>
        </p:txBody>
      </p:sp>
    </p:spTree>
    <p:extLst>
      <p:ext uri="{BB962C8B-B14F-4D97-AF65-F5344CB8AC3E}">
        <p14:creationId xmlns:p14="http://schemas.microsoft.com/office/powerpoint/2010/main" val="26816323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24520" y="188640"/>
            <a:ext cx="6450943" cy="685800"/>
          </a:xfrm>
        </p:spPr>
        <p:txBody>
          <a:bodyPr/>
          <a:lstStyle/>
          <a:p>
            <a:r>
              <a:rPr lang="zh-CN" altLang="en-US" dirty="0"/>
              <a:t>单击此处编辑母版标题样式</a:t>
            </a:r>
          </a:p>
        </p:txBody>
      </p:sp>
      <p:sp>
        <p:nvSpPr>
          <p:cNvPr id="3" name="内容占位符 2"/>
          <p:cNvSpPr>
            <a:spLocks noGrp="1"/>
          </p:cNvSpPr>
          <p:nvPr>
            <p:ph idx="1"/>
          </p:nvPr>
        </p:nvSpPr>
        <p:spPr>
          <a:xfrm>
            <a:off x="457200" y="1052736"/>
            <a:ext cx="8178800" cy="511946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10"/>
          <p:cNvSpPr>
            <a:spLocks noGrp="1" noChangeArrowheads="1"/>
          </p:cNvSpPr>
          <p:nvPr>
            <p:ph type="sldNum" sz="quarter" idx="10"/>
          </p:nvPr>
        </p:nvSpPr>
        <p:spPr>
          <a:xfrm>
            <a:off x="6875463" y="6381750"/>
            <a:ext cx="2133600" cy="260350"/>
          </a:xfrm>
        </p:spPr>
        <p:txBody>
          <a:bodyPr/>
          <a:lstStyle>
            <a:lvl1pPr>
              <a:defRPr/>
            </a:lvl1pPr>
          </a:lstStyle>
          <a:p>
            <a:fld id="{B6CE0B97-79CE-4B24-8800-4E709EC17882}" type="slidenum">
              <a:rPr lang="zh-CN" altLang="en-US"/>
              <a:pPr/>
              <a:t>‹#›</a:t>
            </a:fld>
            <a:endParaRPr lang="en-US" altLang="zh-CN"/>
          </a:p>
        </p:txBody>
      </p:sp>
    </p:spTree>
    <p:extLst>
      <p:ext uri="{BB962C8B-B14F-4D97-AF65-F5344CB8AC3E}">
        <p14:creationId xmlns:p14="http://schemas.microsoft.com/office/powerpoint/2010/main" val="8978164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10"/>
          <p:cNvSpPr>
            <a:spLocks noGrp="1" noChangeArrowheads="1"/>
          </p:cNvSpPr>
          <p:nvPr>
            <p:ph type="sldNum" sz="quarter" idx="10"/>
          </p:nvPr>
        </p:nvSpPr>
        <p:spPr>
          <a:xfrm>
            <a:off x="6875463" y="6381750"/>
            <a:ext cx="2133600" cy="260350"/>
          </a:xfrm>
        </p:spPr>
        <p:txBody>
          <a:bodyPr/>
          <a:lstStyle>
            <a:lvl1pPr>
              <a:defRPr/>
            </a:lvl1pPr>
          </a:lstStyle>
          <a:p>
            <a:fld id="{13A18DF7-54A9-4013-943A-D64101A7733F}" type="slidenum">
              <a:rPr lang="zh-CN" altLang="en-US"/>
              <a:pPr/>
              <a:t>‹#›</a:t>
            </a:fld>
            <a:endParaRPr lang="en-US" altLang="zh-CN"/>
          </a:p>
        </p:txBody>
      </p:sp>
    </p:spTree>
    <p:extLst>
      <p:ext uri="{BB962C8B-B14F-4D97-AF65-F5344CB8AC3E}">
        <p14:creationId xmlns:p14="http://schemas.microsoft.com/office/powerpoint/2010/main" val="13537850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484313"/>
            <a:ext cx="4013200" cy="46878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22800" y="1484313"/>
            <a:ext cx="4013200" cy="46878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0"/>
          <p:cNvSpPr>
            <a:spLocks noGrp="1" noChangeArrowheads="1"/>
          </p:cNvSpPr>
          <p:nvPr>
            <p:ph type="sldNum" sz="quarter" idx="10"/>
          </p:nvPr>
        </p:nvSpPr>
        <p:spPr>
          <a:xfrm>
            <a:off x="6875463" y="6381750"/>
            <a:ext cx="2133600" cy="260350"/>
          </a:xfrm>
        </p:spPr>
        <p:txBody>
          <a:bodyPr/>
          <a:lstStyle>
            <a:lvl1pPr>
              <a:defRPr/>
            </a:lvl1pPr>
          </a:lstStyle>
          <a:p>
            <a:fld id="{91944860-01C5-449E-B294-CE2C8CF0F25F}" type="slidenum">
              <a:rPr lang="zh-CN" altLang="en-US"/>
              <a:pPr/>
              <a:t>‹#›</a:t>
            </a:fld>
            <a:endParaRPr lang="en-US" altLang="zh-CN"/>
          </a:p>
        </p:txBody>
      </p:sp>
    </p:spTree>
    <p:extLst>
      <p:ext uri="{BB962C8B-B14F-4D97-AF65-F5344CB8AC3E}">
        <p14:creationId xmlns:p14="http://schemas.microsoft.com/office/powerpoint/2010/main" val="6212215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0"/>
          <p:cNvSpPr>
            <a:spLocks noGrp="1" noChangeArrowheads="1"/>
          </p:cNvSpPr>
          <p:nvPr>
            <p:ph type="sldNum" sz="quarter" idx="10"/>
          </p:nvPr>
        </p:nvSpPr>
        <p:spPr>
          <a:xfrm>
            <a:off x="6875463" y="6381750"/>
            <a:ext cx="2133600" cy="260350"/>
          </a:xfrm>
        </p:spPr>
        <p:txBody>
          <a:bodyPr/>
          <a:lstStyle>
            <a:lvl1pPr>
              <a:defRPr/>
            </a:lvl1pPr>
          </a:lstStyle>
          <a:p>
            <a:fld id="{7DED6F9D-AFA0-40BC-B9ED-BAA9665BF96C}" type="slidenum">
              <a:rPr lang="zh-CN" altLang="en-US"/>
              <a:pPr/>
              <a:t>‹#›</a:t>
            </a:fld>
            <a:endParaRPr lang="en-US" altLang="zh-CN"/>
          </a:p>
        </p:txBody>
      </p:sp>
    </p:spTree>
    <p:extLst>
      <p:ext uri="{BB962C8B-B14F-4D97-AF65-F5344CB8AC3E}">
        <p14:creationId xmlns:p14="http://schemas.microsoft.com/office/powerpoint/2010/main" val="41556032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0"/>
          <p:cNvSpPr>
            <a:spLocks noGrp="1" noChangeArrowheads="1"/>
          </p:cNvSpPr>
          <p:nvPr>
            <p:ph type="sldNum" sz="quarter" idx="10"/>
          </p:nvPr>
        </p:nvSpPr>
        <p:spPr>
          <a:xfrm>
            <a:off x="6875463" y="6381750"/>
            <a:ext cx="2133600" cy="260350"/>
          </a:xfrm>
        </p:spPr>
        <p:txBody>
          <a:bodyPr/>
          <a:lstStyle>
            <a:lvl1pPr>
              <a:defRPr/>
            </a:lvl1pPr>
          </a:lstStyle>
          <a:p>
            <a:fld id="{5AA3ECE2-C91F-403C-BEA5-0C7DD0429EF7}" type="slidenum">
              <a:rPr lang="zh-CN" altLang="en-US"/>
              <a:pPr/>
              <a:t>‹#›</a:t>
            </a:fld>
            <a:endParaRPr lang="en-US" altLang="zh-CN"/>
          </a:p>
        </p:txBody>
      </p:sp>
    </p:spTree>
    <p:extLst>
      <p:ext uri="{BB962C8B-B14F-4D97-AF65-F5344CB8AC3E}">
        <p14:creationId xmlns:p14="http://schemas.microsoft.com/office/powerpoint/2010/main" val="29638715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Rectangle 10"/>
          <p:cNvSpPr>
            <a:spLocks noGrp="1" noChangeArrowheads="1"/>
          </p:cNvSpPr>
          <p:nvPr>
            <p:ph type="sldNum" sz="quarter" idx="10"/>
          </p:nvPr>
        </p:nvSpPr>
        <p:spPr>
          <a:xfrm>
            <a:off x="6875463" y="6381750"/>
            <a:ext cx="2133600" cy="260350"/>
          </a:xfrm>
        </p:spPr>
        <p:txBody>
          <a:bodyPr/>
          <a:lstStyle>
            <a:lvl1pPr>
              <a:defRPr/>
            </a:lvl1pPr>
          </a:lstStyle>
          <a:p>
            <a:fld id="{840F636A-60A9-4A05-99E2-137F807ADCEF}" type="slidenum">
              <a:rPr lang="zh-CN" altLang="en-US"/>
              <a:pPr/>
              <a:t>‹#›</a:t>
            </a:fld>
            <a:endParaRPr lang="en-US" altLang="zh-CN"/>
          </a:p>
        </p:txBody>
      </p:sp>
    </p:spTree>
    <p:extLst>
      <p:ext uri="{BB962C8B-B14F-4D97-AF65-F5344CB8AC3E}">
        <p14:creationId xmlns:p14="http://schemas.microsoft.com/office/powerpoint/2010/main" val="32985465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0"/>
          <p:cNvSpPr>
            <a:spLocks noGrp="1" noChangeArrowheads="1"/>
          </p:cNvSpPr>
          <p:nvPr>
            <p:ph type="sldNum" sz="quarter" idx="10"/>
          </p:nvPr>
        </p:nvSpPr>
        <p:spPr>
          <a:xfrm>
            <a:off x="6875463" y="6381750"/>
            <a:ext cx="2133600" cy="260350"/>
          </a:xfrm>
        </p:spPr>
        <p:txBody>
          <a:bodyPr/>
          <a:lstStyle>
            <a:lvl1pPr>
              <a:defRPr/>
            </a:lvl1pPr>
          </a:lstStyle>
          <a:p>
            <a:fld id="{42C49CE7-236D-4ED8-8D00-490FF64E644E}" type="slidenum">
              <a:rPr lang="zh-CN" altLang="en-US"/>
              <a:pPr/>
              <a:t>‹#›</a:t>
            </a:fld>
            <a:endParaRPr lang="en-US" altLang="zh-CN"/>
          </a:p>
        </p:txBody>
      </p:sp>
    </p:spTree>
    <p:extLst>
      <p:ext uri="{BB962C8B-B14F-4D97-AF65-F5344CB8AC3E}">
        <p14:creationId xmlns:p14="http://schemas.microsoft.com/office/powerpoint/2010/main" val="19805800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0"/>
          <p:cNvSpPr>
            <a:spLocks noGrp="1" noChangeArrowheads="1"/>
          </p:cNvSpPr>
          <p:nvPr>
            <p:ph type="sldNum" sz="quarter" idx="10"/>
          </p:nvPr>
        </p:nvSpPr>
        <p:spPr>
          <a:xfrm>
            <a:off x="6875463" y="6381750"/>
            <a:ext cx="2133600" cy="260350"/>
          </a:xfrm>
        </p:spPr>
        <p:txBody>
          <a:bodyPr/>
          <a:lstStyle>
            <a:lvl1pPr>
              <a:defRPr/>
            </a:lvl1pPr>
          </a:lstStyle>
          <a:p>
            <a:fld id="{C061BD59-571E-4955-895B-1643B2E3620E}" type="slidenum">
              <a:rPr lang="zh-CN" altLang="en-US"/>
              <a:pPr/>
              <a:t>‹#›</a:t>
            </a:fld>
            <a:endParaRPr lang="en-US" altLang="zh-CN"/>
          </a:p>
        </p:txBody>
      </p:sp>
    </p:spTree>
    <p:extLst>
      <p:ext uri="{BB962C8B-B14F-4D97-AF65-F5344CB8AC3E}">
        <p14:creationId xmlns:p14="http://schemas.microsoft.com/office/powerpoint/2010/main" val="22334604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0"/>
          <p:cNvSpPr>
            <a:spLocks noGrp="1" noChangeArrowheads="1"/>
          </p:cNvSpPr>
          <p:nvPr>
            <p:ph type="sldNum" sz="quarter" idx="10"/>
          </p:nvPr>
        </p:nvSpPr>
        <p:spPr>
          <a:xfrm>
            <a:off x="6875463" y="6381750"/>
            <a:ext cx="2133600" cy="260350"/>
          </a:xfrm>
        </p:spPr>
        <p:txBody>
          <a:bodyPr/>
          <a:lstStyle>
            <a:lvl1pPr>
              <a:defRPr/>
            </a:lvl1pPr>
          </a:lstStyle>
          <a:p>
            <a:fld id="{51440B2B-D22F-4AF4-9228-C0048C21ADFE}" type="slidenum">
              <a:rPr lang="zh-CN" altLang="en-US"/>
              <a:pPr/>
              <a:t>‹#›</a:t>
            </a:fld>
            <a:endParaRPr lang="en-US" altLang="zh-CN"/>
          </a:p>
        </p:txBody>
      </p:sp>
    </p:spTree>
    <p:extLst>
      <p:ext uri="{BB962C8B-B14F-4D97-AF65-F5344CB8AC3E}">
        <p14:creationId xmlns:p14="http://schemas.microsoft.com/office/powerpoint/2010/main" val="3353872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2250" y="358775"/>
            <a:ext cx="2063750" cy="58134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81000" y="358775"/>
            <a:ext cx="6038850" cy="58134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0"/>
          <p:cNvSpPr>
            <a:spLocks noGrp="1" noChangeArrowheads="1"/>
          </p:cNvSpPr>
          <p:nvPr>
            <p:ph type="sldNum" sz="quarter" idx="10"/>
          </p:nvPr>
        </p:nvSpPr>
        <p:spPr>
          <a:xfrm>
            <a:off x="6875463" y="6381750"/>
            <a:ext cx="2133600" cy="260350"/>
          </a:xfrm>
        </p:spPr>
        <p:txBody>
          <a:bodyPr/>
          <a:lstStyle>
            <a:lvl1pPr>
              <a:defRPr/>
            </a:lvl1pPr>
          </a:lstStyle>
          <a:p>
            <a:fld id="{DBC5B447-0C2C-4D7B-98C2-1A815C4E01CB}" type="slidenum">
              <a:rPr lang="zh-CN" altLang="en-US"/>
              <a:pPr/>
              <a:t>‹#›</a:t>
            </a:fld>
            <a:endParaRPr lang="en-US" altLang="zh-CN"/>
          </a:p>
        </p:txBody>
      </p:sp>
    </p:spTree>
    <p:extLst>
      <p:ext uri="{BB962C8B-B14F-4D97-AF65-F5344CB8AC3E}">
        <p14:creationId xmlns:p14="http://schemas.microsoft.com/office/powerpoint/2010/main" val="242727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18" Type="http://schemas.openxmlformats.org/officeDocument/2006/relationships/image" Target="../media/image3.png"/><Relationship Id="rId3" Type="http://schemas.openxmlformats.org/officeDocument/2006/relationships/slideLayout" Target="../slideLayouts/slideLayout3.xml"/><Relationship Id="rId21" Type="http://schemas.openxmlformats.org/officeDocument/2006/relationships/image" Target="../media/image6.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oleObject" Target="../embeddings/oleObject1.bin"/><Relationship Id="rId20"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19"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vmlDrawing" Target="../drawings/vmlDrawing1.v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vmlDrawing" Target="../drawings/vmlDrawing3.vml"/><Relationship Id="rId18" Type="http://schemas.openxmlformats.org/officeDocument/2006/relationships/image" Target="../media/image4.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17" Type="http://schemas.openxmlformats.org/officeDocument/2006/relationships/image" Target="../media/image3.png"/><Relationship Id="rId2" Type="http://schemas.openxmlformats.org/officeDocument/2006/relationships/slideLayout" Target="../slideLayouts/slideLayout14.xml"/><Relationship Id="rId16" Type="http://schemas.openxmlformats.org/officeDocument/2006/relationships/image" Target="../media/image1.png"/><Relationship Id="rId20" Type="http://schemas.openxmlformats.org/officeDocument/2006/relationships/image" Target="../media/image6.pn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oleObject" Target="../embeddings/oleObject3.bin"/><Relationship Id="rId10" Type="http://schemas.openxmlformats.org/officeDocument/2006/relationships/slideLayout" Target="../slideLayouts/slideLayout22.xml"/><Relationship Id="rId19" Type="http://schemas.openxmlformats.org/officeDocument/2006/relationships/image" Target="../media/image5.png"/><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1026" name="Rectangle 4"/>
          <p:cNvSpPr>
            <a:spLocks noGrp="1" noChangeArrowheads="1"/>
          </p:cNvSpPr>
          <p:nvPr>
            <p:ph type="body" idx="1"/>
          </p:nvPr>
        </p:nvSpPr>
        <p:spPr bwMode="auto">
          <a:xfrm>
            <a:off x="457200" y="1484313"/>
            <a:ext cx="8178800" cy="4687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smtClean="0"/>
              <a:t>Click to edit</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p>
        </p:txBody>
      </p:sp>
      <p:sp>
        <p:nvSpPr>
          <p:cNvPr id="1027" name="Rectangle 5"/>
          <p:cNvSpPr>
            <a:spLocks noGrp="1" noChangeArrowheads="1"/>
          </p:cNvSpPr>
          <p:nvPr>
            <p:ph type="title"/>
          </p:nvPr>
        </p:nvSpPr>
        <p:spPr bwMode="auto">
          <a:xfrm>
            <a:off x="381000" y="358775"/>
            <a:ext cx="8229600" cy="685800"/>
          </a:xfrm>
          <a:prstGeom prst="rect">
            <a:avLst/>
          </a:prstGeom>
          <a:solidFill>
            <a:schemeClr val="tx2"/>
          </a:solidFill>
          <a:ln w="19050">
            <a:solidFill>
              <a:schemeClr val="tx1"/>
            </a:solidFill>
            <a:miter lim="800000"/>
            <a:headEnd/>
            <a:tailEnd/>
          </a:ln>
          <a:effectLst>
            <a:outerShdw dist="107763" dir="2700000" algn="ctr" rotWithShape="0">
              <a:srgbClr val="808080"/>
            </a:outerShdw>
          </a:effectLst>
        </p:spPr>
        <p:txBody>
          <a:bodyPr vert="horz" wrap="square" lIns="91440" tIns="45720" rIns="91440" bIns="45720" numCol="1" anchor="b" anchorCtr="0" compatLnSpc="1">
            <a:prstTxWarp prst="textNoShape">
              <a:avLst/>
            </a:prstTxWarp>
          </a:bodyPr>
          <a:lstStyle/>
          <a:p>
            <a:pPr lvl="0"/>
            <a:r>
              <a:rPr lang="en-US" altLang="zh-CN" smtClean="0"/>
              <a:t>Click to edit</a:t>
            </a:r>
          </a:p>
        </p:txBody>
      </p:sp>
      <p:graphicFrame>
        <p:nvGraphicFramePr>
          <p:cNvPr id="1028" name="Object 9"/>
          <p:cNvGraphicFramePr>
            <a:graphicFrameLocks noChangeAspect="1"/>
          </p:cNvGraphicFramePr>
          <p:nvPr/>
        </p:nvGraphicFramePr>
        <p:xfrm>
          <a:off x="5886450" y="6267450"/>
          <a:ext cx="3257550" cy="590550"/>
        </p:xfrm>
        <a:graphic>
          <a:graphicData uri="http://schemas.openxmlformats.org/presentationml/2006/ole">
            <mc:AlternateContent xmlns:mc="http://schemas.openxmlformats.org/markup-compatibility/2006">
              <mc:Choice xmlns:v="urn:schemas-microsoft-com:vml" Requires="v">
                <p:oleObj spid="_x0000_s1037" name="位图图像" r:id="rId16" imgW="3258005" imgH="590476" progId="PBrush">
                  <p:embed/>
                </p:oleObj>
              </mc:Choice>
              <mc:Fallback>
                <p:oleObj name="位图图像" r:id="rId16" imgW="3258005" imgH="590476" progId="PBrush">
                  <p:embed/>
                  <p:pic>
                    <p:nvPicPr>
                      <p:cNvPr id="0" name="Object 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886450" y="6267450"/>
                        <a:ext cx="3257550" cy="590550"/>
                      </a:xfrm>
                      <a:prstGeom prst="rect">
                        <a:avLst/>
                      </a:prstGeom>
                      <a:noFill/>
                      <a:ln>
                        <a:noFill/>
                      </a:ln>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rgbClr val="000066"/>
                            </a:solidFill>
                            <a:miter lim="800000"/>
                            <a:headEnd/>
                            <a:tailEnd/>
                          </a14:hiddenLine>
                        </a:ext>
                      </a:extLst>
                    </p:spPr>
                  </p:pic>
                </p:oleObj>
              </mc:Fallback>
            </mc:AlternateContent>
          </a:graphicData>
        </a:graphic>
      </p:graphicFrame>
      <p:sp>
        <p:nvSpPr>
          <p:cNvPr id="109578" name="Rectangle 10"/>
          <p:cNvSpPr>
            <a:spLocks noGrp="1" noChangeArrowheads="1"/>
          </p:cNvSpPr>
          <p:nvPr>
            <p:ph type="sldNum" sz="quarter" idx="4"/>
          </p:nvPr>
        </p:nvSpPr>
        <p:spPr bwMode="auto">
          <a:xfrm>
            <a:off x="6875463" y="6381750"/>
            <a:ext cx="2133600" cy="2603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kumimoji="0" sz="1400">
                <a:solidFill>
                  <a:srgbClr val="000066"/>
                </a:solidFill>
                <a:latin typeface="Times New Roman" pitchFamily="18" charset="0"/>
                <a:ea typeface="宋体" pitchFamily="2" charset="-122"/>
              </a:defRPr>
            </a:lvl1pPr>
          </a:lstStyle>
          <a:p>
            <a:fld id="{88BB0E20-CE4F-4BBA-A0C3-385AC266FDA2}" type="slidenum">
              <a:rPr lang="zh-CN" altLang="en-US"/>
              <a:pPr/>
              <a:t>‹#›</a:t>
            </a:fld>
            <a:endParaRPr lang="en-US" altLang="zh-CN"/>
          </a:p>
        </p:txBody>
      </p:sp>
    </p:spTree>
  </p:cSld>
  <p:clrMap bg1="lt1" tx1="dk1" bg2="lt2" tx2="dk2" accent1="accent1" accent2="accent2" accent3="accent3" accent4="accent4" accent5="accent5" accent6="accent6" hlink="hlink" folHlink="folHlink"/>
  <p:sldLayoutIdLst>
    <p:sldLayoutId id="2147484112" r:id="rId1"/>
    <p:sldLayoutId id="2147484113" r:id="rId2"/>
    <p:sldLayoutId id="2147484114" r:id="rId3"/>
    <p:sldLayoutId id="2147484115" r:id="rId4"/>
    <p:sldLayoutId id="2147484116" r:id="rId5"/>
    <p:sldLayoutId id="2147484117" r:id="rId6"/>
    <p:sldLayoutId id="2147484118" r:id="rId7"/>
    <p:sldLayoutId id="2147484119" r:id="rId8"/>
    <p:sldLayoutId id="2147484120" r:id="rId9"/>
    <p:sldLayoutId id="2147484121" r:id="rId10"/>
    <p:sldLayoutId id="2147484122" r:id="rId11"/>
    <p:sldLayoutId id="2147484123" r:id="rId12"/>
  </p:sldLayoutIdLst>
  <p:timing>
    <p:tnLst>
      <p:par>
        <p:cTn id="1" dur="indefinite" restart="never" nodeType="tmRoot"/>
      </p:par>
    </p:tnLst>
  </p:timing>
  <p:hf hdr="0" ftr="0" dt="0"/>
  <p:txStyles>
    <p:titleStyle>
      <a:lvl1pPr algn="ctr" rtl="0" eaLnBrk="0" fontAlgn="base" hangingPunct="0">
        <a:spcBef>
          <a:spcPct val="0"/>
        </a:spcBef>
        <a:spcAft>
          <a:spcPct val="0"/>
        </a:spcAft>
        <a:defRPr kumimoji="1" sz="4000" b="1">
          <a:solidFill>
            <a:schemeClr val="bg1"/>
          </a:solidFill>
          <a:latin typeface="+mj-lt"/>
          <a:ea typeface="+mj-ea"/>
          <a:cs typeface="+mj-cs"/>
        </a:defRPr>
      </a:lvl1pPr>
      <a:lvl2pPr algn="ctr" rtl="0" eaLnBrk="0" fontAlgn="base" hangingPunct="0">
        <a:spcBef>
          <a:spcPct val="0"/>
        </a:spcBef>
        <a:spcAft>
          <a:spcPct val="0"/>
        </a:spcAft>
        <a:defRPr kumimoji="1" sz="4000" b="1">
          <a:solidFill>
            <a:schemeClr val="bg1"/>
          </a:solidFill>
          <a:latin typeface="隶书" pitchFamily="49" charset="-122"/>
          <a:ea typeface="隶书" pitchFamily="49" charset="-122"/>
        </a:defRPr>
      </a:lvl2pPr>
      <a:lvl3pPr algn="ctr" rtl="0" eaLnBrk="0" fontAlgn="base" hangingPunct="0">
        <a:spcBef>
          <a:spcPct val="0"/>
        </a:spcBef>
        <a:spcAft>
          <a:spcPct val="0"/>
        </a:spcAft>
        <a:defRPr kumimoji="1" sz="4000" b="1">
          <a:solidFill>
            <a:schemeClr val="bg1"/>
          </a:solidFill>
          <a:latin typeface="隶书" pitchFamily="49" charset="-122"/>
          <a:ea typeface="隶书" pitchFamily="49" charset="-122"/>
        </a:defRPr>
      </a:lvl3pPr>
      <a:lvl4pPr algn="ctr" rtl="0" eaLnBrk="0" fontAlgn="base" hangingPunct="0">
        <a:spcBef>
          <a:spcPct val="0"/>
        </a:spcBef>
        <a:spcAft>
          <a:spcPct val="0"/>
        </a:spcAft>
        <a:defRPr kumimoji="1" sz="4000" b="1">
          <a:solidFill>
            <a:schemeClr val="bg1"/>
          </a:solidFill>
          <a:latin typeface="隶书" pitchFamily="49" charset="-122"/>
          <a:ea typeface="隶书" pitchFamily="49" charset="-122"/>
        </a:defRPr>
      </a:lvl4pPr>
      <a:lvl5pPr algn="ctr" rtl="0" eaLnBrk="0" fontAlgn="base" hangingPunct="0">
        <a:spcBef>
          <a:spcPct val="0"/>
        </a:spcBef>
        <a:spcAft>
          <a:spcPct val="0"/>
        </a:spcAft>
        <a:defRPr kumimoji="1" sz="4000" b="1">
          <a:solidFill>
            <a:schemeClr val="bg1"/>
          </a:solidFill>
          <a:latin typeface="隶书" pitchFamily="49" charset="-122"/>
          <a:ea typeface="隶书" pitchFamily="49" charset="-122"/>
        </a:defRPr>
      </a:lvl5pPr>
      <a:lvl6pPr marL="457200" algn="ctr" rtl="0" eaLnBrk="0" fontAlgn="base" hangingPunct="0">
        <a:spcBef>
          <a:spcPct val="0"/>
        </a:spcBef>
        <a:spcAft>
          <a:spcPct val="0"/>
        </a:spcAft>
        <a:defRPr kumimoji="1" sz="4000" b="1">
          <a:solidFill>
            <a:schemeClr val="bg1"/>
          </a:solidFill>
          <a:latin typeface="隶书" pitchFamily="49" charset="-122"/>
          <a:ea typeface="隶书" pitchFamily="49" charset="-122"/>
        </a:defRPr>
      </a:lvl6pPr>
      <a:lvl7pPr marL="914400" algn="ctr" rtl="0" eaLnBrk="0" fontAlgn="base" hangingPunct="0">
        <a:spcBef>
          <a:spcPct val="0"/>
        </a:spcBef>
        <a:spcAft>
          <a:spcPct val="0"/>
        </a:spcAft>
        <a:defRPr kumimoji="1" sz="4000" b="1">
          <a:solidFill>
            <a:schemeClr val="bg1"/>
          </a:solidFill>
          <a:latin typeface="隶书" pitchFamily="49" charset="-122"/>
          <a:ea typeface="隶书" pitchFamily="49" charset="-122"/>
        </a:defRPr>
      </a:lvl7pPr>
      <a:lvl8pPr marL="1371600" algn="ctr" rtl="0" eaLnBrk="0" fontAlgn="base" hangingPunct="0">
        <a:spcBef>
          <a:spcPct val="0"/>
        </a:spcBef>
        <a:spcAft>
          <a:spcPct val="0"/>
        </a:spcAft>
        <a:defRPr kumimoji="1" sz="4000" b="1">
          <a:solidFill>
            <a:schemeClr val="bg1"/>
          </a:solidFill>
          <a:latin typeface="隶书" pitchFamily="49" charset="-122"/>
          <a:ea typeface="隶书" pitchFamily="49" charset="-122"/>
        </a:defRPr>
      </a:lvl8pPr>
      <a:lvl9pPr marL="1828800" algn="ctr" rtl="0" eaLnBrk="0" fontAlgn="base" hangingPunct="0">
        <a:spcBef>
          <a:spcPct val="0"/>
        </a:spcBef>
        <a:spcAft>
          <a:spcPct val="0"/>
        </a:spcAft>
        <a:defRPr kumimoji="1" sz="4000" b="1">
          <a:solidFill>
            <a:schemeClr val="bg1"/>
          </a:solidFill>
          <a:latin typeface="隶书" pitchFamily="49" charset="-122"/>
          <a:ea typeface="隶书" pitchFamily="49" charset="-122"/>
        </a:defRPr>
      </a:lvl9pPr>
    </p:titleStyle>
    <p:bodyStyle>
      <a:lvl1pPr marL="457200" indent="-457200" algn="l" rtl="0" eaLnBrk="0" fontAlgn="base" hangingPunct="0">
        <a:lnSpc>
          <a:spcPct val="120000"/>
        </a:lnSpc>
        <a:spcBef>
          <a:spcPct val="20000"/>
        </a:spcBef>
        <a:spcAft>
          <a:spcPct val="0"/>
        </a:spcAft>
        <a:buClr>
          <a:schemeClr val="accent2"/>
        </a:buClr>
        <a:buFont typeface="Wingdings" pitchFamily="2" charset="2"/>
        <a:buChar char="p"/>
        <a:defRPr kumimoji="1" sz="3200" b="1">
          <a:solidFill>
            <a:schemeClr val="tx1"/>
          </a:solidFill>
          <a:latin typeface="+mn-lt"/>
          <a:ea typeface="+mn-ea"/>
          <a:cs typeface="+mn-cs"/>
        </a:defRPr>
      </a:lvl1pPr>
      <a:lvl2pPr marL="990600" indent="-354013" algn="l" rtl="0" eaLnBrk="0" fontAlgn="base" hangingPunct="0">
        <a:lnSpc>
          <a:spcPct val="120000"/>
        </a:lnSpc>
        <a:spcBef>
          <a:spcPct val="20000"/>
        </a:spcBef>
        <a:spcAft>
          <a:spcPct val="0"/>
        </a:spcAft>
        <a:buClr>
          <a:schemeClr val="folHlink"/>
        </a:buClr>
        <a:buFont typeface="Wingdings" pitchFamily="2" charset="2"/>
        <a:buBlip>
          <a:blip r:embed="rId18"/>
        </a:buBlip>
        <a:defRPr kumimoji="1" sz="2800" b="1">
          <a:solidFill>
            <a:schemeClr val="tx1"/>
          </a:solidFill>
          <a:latin typeface="楷体_GB2312" pitchFamily="49" charset="-122"/>
          <a:ea typeface="楷体_GB2312" pitchFamily="49" charset="-122"/>
          <a:cs typeface="楷体_GB2312"/>
        </a:defRPr>
      </a:lvl2pPr>
      <a:lvl3pPr marL="1619250" indent="-354013" algn="l" rtl="0" eaLnBrk="0" fontAlgn="base" hangingPunct="0">
        <a:lnSpc>
          <a:spcPct val="120000"/>
        </a:lnSpc>
        <a:spcBef>
          <a:spcPct val="20000"/>
        </a:spcBef>
        <a:spcAft>
          <a:spcPct val="0"/>
        </a:spcAft>
        <a:buClr>
          <a:schemeClr val="accent2"/>
        </a:buClr>
        <a:buBlip>
          <a:blip r:embed="rId19"/>
        </a:buBlip>
        <a:defRPr kumimoji="1" sz="2400" b="1">
          <a:solidFill>
            <a:schemeClr val="tx1"/>
          </a:solidFill>
          <a:latin typeface="+mn-lt"/>
          <a:ea typeface="+mn-ea"/>
          <a:cs typeface="楷体_GB2312"/>
        </a:defRPr>
      </a:lvl3pPr>
      <a:lvl4pPr marL="2152650" indent="-315913" algn="l" rtl="0" eaLnBrk="0" fontAlgn="base" hangingPunct="0">
        <a:lnSpc>
          <a:spcPct val="120000"/>
        </a:lnSpc>
        <a:spcBef>
          <a:spcPct val="20000"/>
        </a:spcBef>
        <a:spcAft>
          <a:spcPct val="0"/>
        </a:spcAft>
        <a:buClr>
          <a:schemeClr val="accent2"/>
        </a:buClr>
        <a:buBlip>
          <a:blip r:embed="rId20"/>
        </a:buBlip>
        <a:defRPr kumimoji="1" sz="2000" b="1">
          <a:solidFill>
            <a:schemeClr val="tx1"/>
          </a:solidFill>
          <a:latin typeface="+mn-lt"/>
          <a:ea typeface="+mn-ea"/>
          <a:cs typeface="楷体_GB2312"/>
        </a:defRPr>
      </a:lvl4pPr>
      <a:lvl5pPr marL="2609850" indent="-269875" algn="l" rtl="0" eaLnBrk="0" fontAlgn="base" hangingPunct="0">
        <a:lnSpc>
          <a:spcPct val="120000"/>
        </a:lnSpc>
        <a:spcBef>
          <a:spcPct val="20000"/>
        </a:spcBef>
        <a:spcAft>
          <a:spcPct val="0"/>
        </a:spcAft>
        <a:buClr>
          <a:schemeClr val="accent2"/>
        </a:buClr>
        <a:buBlip>
          <a:blip r:embed="rId21"/>
        </a:buBlip>
        <a:defRPr kumimoji="1" sz="2000" b="1">
          <a:solidFill>
            <a:schemeClr val="tx1"/>
          </a:solidFill>
          <a:latin typeface="+mn-lt"/>
          <a:ea typeface="+mn-ea"/>
          <a:cs typeface="楷体_GB2312"/>
        </a:defRPr>
      </a:lvl5pPr>
      <a:lvl6pPr marL="3067050" indent="-269875" algn="l" rtl="0" eaLnBrk="0" fontAlgn="base" hangingPunct="0">
        <a:lnSpc>
          <a:spcPct val="120000"/>
        </a:lnSpc>
        <a:spcBef>
          <a:spcPct val="20000"/>
        </a:spcBef>
        <a:spcAft>
          <a:spcPct val="0"/>
        </a:spcAft>
        <a:buClr>
          <a:schemeClr val="accent2"/>
        </a:buClr>
        <a:buBlip>
          <a:blip r:embed="rId21"/>
        </a:buBlip>
        <a:defRPr kumimoji="1" b="1">
          <a:solidFill>
            <a:schemeClr val="tx1"/>
          </a:solidFill>
          <a:latin typeface="+mn-lt"/>
          <a:ea typeface="+mn-ea"/>
        </a:defRPr>
      </a:lvl6pPr>
      <a:lvl7pPr marL="3524250" indent="-269875" algn="l" rtl="0" eaLnBrk="0" fontAlgn="base" hangingPunct="0">
        <a:lnSpc>
          <a:spcPct val="120000"/>
        </a:lnSpc>
        <a:spcBef>
          <a:spcPct val="20000"/>
        </a:spcBef>
        <a:spcAft>
          <a:spcPct val="0"/>
        </a:spcAft>
        <a:buClr>
          <a:schemeClr val="accent2"/>
        </a:buClr>
        <a:buBlip>
          <a:blip r:embed="rId21"/>
        </a:buBlip>
        <a:defRPr kumimoji="1" b="1">
          <a:solidFill>
            <a:schemeClr val="tx1"/>
          </a:solidFill>
          <a:latin typeface="+mn-lt"/>
          <a:ea typeface="+mn-ea"/>
        </a:defRPr>
      </a:lvl7pPr>
      <a:lvl8pPr marL="3981450" indent="-269875" algn="l" rtl="0" eaLnBrk="0" fontAlgn="base" hangingPunct="0">
        <a:lnSpc>
          <a:spcPct val="120000"/>
        </a:lnSpc>
        <a:spcBef>
          <a:spcPct val="20000"/>
        </a:spcBef>
        <a:spcAft>
          <a:spcPct val="0"/>
        </a:spcAft>
        <a:buClr>
          <a:schemeClr val="accent2"/>
        </a:buClr>
        <a:buBlip>
          <a:blip r:embed="rId21"/>
        </a:buBlip>
        <a:defRPr kumimoji="1" b="1">
          <a:solidFill>
            <a:schemeClr val="tx1"/>
          </a:solidFill>
          <a:latin typeface="+mn-lt"/>
          <a:ea typeface="+mn-ea"/>
        </a:defRPr>
      </a:lvl8pPr>
      <a:lvl9pPr marL="4438650" indent="-269875" algn="l" rtl="0" eaLnBrk="0" fontAlgn="base" hangingPunct="0">
        <a:lnSpc>
          <a:spcPct val="120000"/>
        </a:lnSpc>
        <a:spcBef>
          <a:spcPct val="20000"/>
        </a:spcBef>
        <a:spcAft>
          <a:spcPct val="0"/>
        </a:spcAft>
        <a:buClr>
          <a:schemeClr val="accent2"/>
        </a:buClr>
        <a:buBlip>
          <a:blip r:embed="rId21"/>
        </a:buBlip>
        <a:defRPr kumimoji="1"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2050" name="Rectangle 4"/>
          <p:cNvSpPr>
            <a:spLocks noGrp="1" noChangeArrowheads="1"/>
          </p:cNvSpPr>
          <p:nvPr>
            <p:ph type="body" idx="1"/>
          </p:nvPr>
        </p:nvSpPr>
        <p:spPr bwMode="auto">
          <a:xfrm>
            <a:off x="457200" y="1484313"/>
            <a:ext cx="8178800" cy="4687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smtClean="0"/>
              <a:t>Click to edit</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p>
        </p:txBody>
      </p:sp>
      <p:sp>
        <p:nvSpPr>
          <p:cNvPr id="2051" name="Rectangle 5"/>
          <p:cNvSpPr>
            <a:spLocks noGrp="1" noChangeArrowheads="1"/>
          </p:cNvSpPr>
          <p:nvPr>
            <p:ph type="title"/>
          </p:nvPr>
        </p:nvSpPr>
        <p:spPr bwMode="auto">
          <a:xfrm>
            <a:off x="381000" y="358775"/>
            <a:ext cx="8229600" cy="685800"/>
          </a:xfrm>
          <a:prstGeom prst="rect">
            <a:avLst/>
          </a:prstGeom>
          <a:solidFill>
            <a:schemeClr val="tx2"/>
          </a:solidFill>
          <a:ln w="19050">
            <a:solidFill>
              <a:schemeClr val="tx1"/>
            </a:solidFill>
            <a:miter lim="800000"/>
            <a:headEnd/>
            <a:tailEnd/>
          </a:ln>
          <a:effectLst>
            <a:outerShdw dist="107763" dir="2700000" algn="ctr" rotWithShape="0">
              <a:srgbClr val="808080"/>
            </a:outerShdw>
          </a:effectLst>
        </p:spPr>
        <p:txBody>
          <a:bodyPr vert="horz" wrap="square" lIns="91440" tIns="45720" rIns="91440" bIns="45720" numCol="1" anchor="b" anchorCtr="0" compatLnSpc="1">
            <a:prstTxWarp prst="textNoShape">
              <a:avLst/>
            </a:prstTxWarp>
          </a:bodyPr>
          <a:lstStyle/>
          <a:p>
            <a:pPr lvl="0"/>
            <a:r>
              <a:rPr lang="en-US" altLang="zh-CN" smtClean="0"/>
              <a:t>Click to edit</a:t>
            </a:r>
          </a:p>
        </p:txBody>
      </p:sp>
      <p:graphicFrame>
        <p:nvGraphicFramePr>
          <p:cNvPr id="2052" name="Object 9"/>
          <p:cNvGraphicFramePr>
            <a:graphicFrameLocks noChangeAspect="1"/>
          </p:cNvGraphicFramePr>
          <p:nvPr/>
        </p:nvGraphicFramePr>
        <p:xfrm>
          <a:off x="5886450" y="6267450"/>
          <a:ext cx="3257550" cy="590550"/>
        </p:xfrm>
        <a:graphic>
          <a:graphicData uri="http://schemas.openxmlformats.org/presentationml/2006/ole">
            <mc:AlternateContent xmlns:mc="http://schemas.openxmlformats.org/markup-compatibility/2006">
              <mc:Choice xmlns:v="urn:schemas-microsoft-com:vml" Requires="v">
                <p:oleObj spid="_x0000_s2061" name="位图图像" r:id="rId15" imgW="3258005" imgH="590476" progId="PBrush">
                  <p:embed/>
                </p:oleObj>
              </mc:Choice>
              <mc:Fallback>
                <p:oleObj name="位图图像" r:id="rId15" imgW="3258005" imgH="590476" progId="PBrush">
                  <p:embed/>
                  <p:pic>
                    <p:nvPicPr>
                      <p:cNvPr id="0" name="Object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886450" y="6267450"/>
                        <a:ext cx="3257550" cy="590550"/>
                      </a:xfrm>
                      <a:prstGeom prst="rect">
                        <a:avLst/>
                      </a:prstGeom>
                      <a:noFill/>
                      <a:ln>
                        <a:noFill/>
                      </a:ln>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rgbClr val="000066"/>
                            </a:solidFill>
                            <a:miter lim="800000"/>
                            <a:headEnd/>
                            <a:tailEnd/>
                          </a14:hiddenLine>
                        </a:ext>
                      </a:extLst>
                    </p:spPr>
                  </p:pic>
                </p:oleObj>
              </mc:Fallback>
            </mc:AlternateContent>
          </a:graphicData>
        </a:graphic>
      </p:graphicFrame>
      <p:sp>
        <p:nvSpPr>
          <p:cNvPr id="8" name="Rectangle 10"/>
          <p:cNvSpPr>
            <a:spLocks noGrp="1" noChangeArrowheads="1"/>
          </p:cNvSpPr>
          <p:nvPr>
            <p:ph type="sldNum" sz="quarter" idx="4"/>
          </p:nvPr>
        </p:nvSpPr>
        <p:spPr>
          <a:xfrm>
            <a:off x="7010400" y="6381750"/>
            <a:ext cx="2133600" cy="260350"/>
          </a:xfrm>
          <a:prstGeom prst="rect">
            <a:avLst/>
          </a:prstGeom>
          <a:ln/>
        </p:spPr>
        <p:txBody>
          <a:bodyPr vert="horz" wrap="square" lIns="91440" tIns="45720" rIns="91440" bIns="45720" numCol="1" anchor="t" anchorCtr="0" compatLnSpc="1">
            <a:prstTxWarp prst="textNoShape">
              <a:avLst/>
            </a:prstTxWarp>
          </a:bodyPr>
          <a:lstStyle>
            <a:lvl1pPr algn="r">
              <a:spcBef>
                <a:spcPct val="20000"/>
              </a:spcBef>
              <a:buClr>
                <a:srgbClr val="3333CC"/>
              </a:buClr>
              <a:defRPr sz="1600">
                <a:solidFill>
                  <a:srgbClr val="000066"/>
                </a:solidFill>
                <a:latin typeface="微软雅黑" pitchFamily="34" charset="-122"/>
                <a:ea typeface="微软雅黑" pitchFamily="34" charset="-122"/>
              </a:defRPr>
            </a:lvl1pPr>
          </a:lstStyle>
          <a:p>
            <a:fld id="{84A696FA-DEDD-40D7-9331-DEBB3F6AB50D}" type="slidenum">
              <a:rPr lang="zh-CN" altLang="en-US"/>
              <a:pPr/>
              <a:t>‹#›</a:t>
            </a:fld>
            <a:endParaRPr lang="en-US" altLang="zh-CN"/>
          </a:p>
        </p:txBody>
      </p:sp>
    </p:spTree>
  </p:cSld>
  <p:clrMap bg1="lt1" tx1="dk1" bg2="lt2" tx2="dk2" accent1="accent1" accent2="accent2" accent3="accent3" accent4="accent4" accent5="accent5" accent6="accent6" hlink="hlink" folHlink="folHlink"/>
  <p:sldLayoutIdLst>
    <p:sldLayoutId id="2147484124" r:id="rId1"/>
    <p:sldLayoutId id="2147484125" r:id="rId2"/>
    <p:sldLayoutId id="2147484126" r:id="rId3"/>
    <p:sldLayoutId id="2147484127" r:id="rId4"/>
    <p:sldLayoutId id="2147484128" r:id="rId5"/>
    <p:sldLayoutId id="2147484129" r:id="rId6"/>
    <p:sldLayoutId id="2147484130" r:id="rId7"/>
    <p:sldLayoutId id="2147484131" r:id="rId8"/>
    <p:sldLayoutId id="2147484132" r:id="rId9"/>
    <p:sldLayoutId id="2147484133" r:id="rId10"/>
    <p:sldLayoutId id="2147484134" r:id="rId11"/>
  </p:sldLayoutIdLst>
  <p:timing>
    <p:tnLst>
      <p:par>
        <p:cTn id="1" dur="indefinite" restart="never" nodeType="tmRoot"/>
      </p:par>
    </p:tnLst>
  </p:timing>
  <p:hf hdr="0" dt="0"/>
  <p:txStyles>
    <p:titleStyle>
      <a:lvl1pPr algn="ctr" rtl="0" eaLnBrk="0" fontAlgn="base" hangingPunct="0">
        <a:spcBef>
          <a:spcPct val="0"/>
        </a:spcBef>
        <a:spcAft>
          <a:spcPct val="0"/>
        </a:spcAft>
        <a:defRPr kumimoji="1" sz="4000" b="1">
          <a:solidFill>
            <a:schemeClr val="bg1"/>
          </a:solidFill>
          <a:latin typeface="+mj-lt"/>
          <a:ea typeface="+mj-ea"/>
          <a:cs typeface="+mj-cs"/>
        </a:defRPr>
      </a:lvl1pPr>
      <a:lvl2pPr algn="ctr" rtl="0" eaLnBrk="0" fontAlgn="base" hangingPunct="0">
        <a:spcBef>
          <a:spcPct val="0"/>
        </a:spcBef>
        <a:spcAft>
          <a:spcPct val="0"/>
        </a:spcAft>
        <a:defRPr kumimoji="1" sz="4000" b="1">
          <a:solidFill>
            <a:schemeClr val="bg1"/>
          </a:solidFill>
          <a:latin typeface="隶书" pitchFamily="49" charset="-122"/>
          <a:ea typeface="隶书" pitchFamily="49" charset="-122"/>
        </a:defRPr>
      </a:lvl2pPr>
      <a:lvl3pPr algn="ctr" rtl="0" eaLnBrk="0" fontAlgn="base" hangingPunct="0">
        <a:spcBef>
          <a:spcPct val="0"/>
        </a:spcBef>
        <a:spcAft>
          <a:spcPct val="0"/>
        </a:spcAft>
        <a:defRPr kumimoji="1" sz="4000" b="1">
          <a:solidFill>
            <a:schemeClr val="bg1"/>
          </a:solidFill>
          <a:latin typeface="隶书" pitchFamily="49" charset="-122"/>
          <a:ea typeface="隶书" pitchFamily="49" charset="-122"/>
        </a:defRPr>
      </a:lvl3pPr>
      <a:lvl4pPr algn="ctr" rtl="0" eaLnBrk="0" fontAlgn="base" hangingPunct="0">
        <a:spcBef>
          <a:spcPct val="0"/>
        </a:spcBef>
        <a:spcAft>
          <a:spcPct val="0"/>
        </a:spcAft>
        <a:defRPr kumimoji="1" sz="4000" b="1">
          <a:solidFill>
            <a:schemeClr val="bg1"/>
          </a:solidFill>
          <a:latin typeface="隶书" pitchFamily="49" charset="-122"/>
          <a:ea typeface="隶书" pitchFamily="49" charset="-122"/>
        </a:defRPr>
      </a:lvl4pPr>
      <a:lvl5pPr algn="ctr" rtl="0" eaLnBrk="0" fontAlgn="base" hangingPunct="0">
        <a:spcBef>
          <a:spcPct val="0"/>
        </a:spcBef>
        <a:spcAft>
          <a:spcPct val="0"/>
        </a:spcAft>
        <a:defRPr kumimoji="1" sz="4000" b="1">
          <a:solidFill>
            <a:schemeClr val="bg1"/>
          </a:solidFill>
          <a:latin typeface="隶书" pitchFamily="49" charset="-122"/>
          <a:ea typeface="隶书" pitchFamily="49" charset="-122"/>
        </a:defRPr>
      </a:lvl5pPr>
      <a:lvl6pPr marL="457200" algn="ctr" rtl="0" eaLnBrk="0" fontAlgn="base" hangingPunct="0">
        <a:spcBef>
          <a:spcPct val="0"/>
        </a:spcBef>
        <a:spcAft>
          <a:spcPct val="0"/>
        </a:spcAft>
        <a:defRPr kumimoji="1" sz="4000" b="1">
          <a:solidFill>
            <a:schemeClr val="bg1"/>
          </a:solidFill>
          <a:latin typeface="隶书" pitchFamily="49" charset="-122"/>
          <a:ea typeface="隶书" pitchFamily="49" charset="-122"/>
        </a:defRPr>
      </a:lvl6pPr>
      <a:lvl7pPr marL="914400" algn="ctr" rtl="0" eaLnBrk="0" fontAlgn="base" hangingPunct="0">
        <a:spcBef>
          <a:spcPct val="0"/>
        </a:spcBef>
        <a:spcAft>
          <a:spcPct val="0"/>
        </a:spcAft>
        <a:defRPr kumimoji="1" sz="4000" b="1">
          <a:solidFill>
            <a:schemeClr val="bg1"/>
          </a:solidFill>
          <a:latin typeface="隶书" pitchFamily="49" charset="-122"/>
          <a:ea typeface="隶书" pitchFamily="49" charset="-122"/>
        </a:defRPr>
      </a:lvl7pPr>
      <a:lvl8pPr marL="1371600" algn="ctr" rtl="0" eaLnBrk="0" fontAlgn="base" hangingPunct="0">
        <a:spcBef>
          <a:spcPct val="0"/>
        </a:spcBef>
        <a:spcAft>
          <a:spcPct val="0"/>
        </a:spcAft>
        <a:defRPr kumimoji="1" sz="4000" b="1">
          <a:solidFill>
            <a:schemeClr val="bg1"/>
          </a:solidFill>
          <a:latin typeface="隶书" pitchFamily="49" charset="-122"/>
          <a:ea typeface="隶书" pitchFamily="49" charset="-122"/>
        </a:defRPr>
      </a:lvl8pPr>
      <a:lvl9pPr marL="1828800" algn="ctr" rtl="0" eaLnBrk="0" fontAlgn="base" hangingPunct="0">
        <a:spcBef>
          <a:spcPct val="0"/>
        </a:spcBef>
        <a:spcAft>
          <a:spcPct val="0"/>
        </a:spcAft>
        <a:defRPr kumimoji="1" sz="4000" b="1">
          <a:solidFill>
            <a:schemeClr val="bg1"/>
          </a:solidFill>
          <a:latin typeface="隶书" pitchFamily="49" charset="-122"/>
          <a:ea typeface="隶书" pitchFamily="49" charset="-122"/>
        </a:defRPr>
      </a:lvl9pPr>
    </p:titleStyle>
    <p:bodyStyle>
      <a:lvl1pPr marL="457200" indent="-457200" algn="l" rtl="0" eaLnBrk="0" fontAlgn="base" hangingPunct="0">
        <a:lnSpc>
          <a:spcPct val="120000"/>
        </a:lnSpc>
        <a:spcBef>
          <a:spcPct val="20000"/>
        </a:spcBef>
        <a:spcAft>
          <a:spcPct val="0"/>
        </a:spcAft>
        <a:buClr>
          <a:schemeClr val="accent2"/>
        </a:buClr>
        <a:buFont typeface="Wingdings" pitchFamily="2" charset="2"/>
        <a:buChar char="p"/>
        <a:defRPr kumimoji="1" sz="3200" b="1">
          <a:solidFill>
            <a:schemeClr val="tx1"/>
          </a:solidFill>
          <a:latin typeface="+mn-lt"/>
          <a:ea typeface="+mn-ea"/>
          <a:cs typeface="+mn-cs"/>
        </a:defRPr>
      </a:lvl1pPr>
      <a:lvl2pPr marL="990600" indent="-354013" algn="l" rtl="0" eaLnBrk="0" fontAlgn="base" hangingPunct="0">
        <a:lnSpc>
          <a:spcPct val="120000"/>
        </a:lnSpc>
        <a:spcBef>
          <a:spcPct val="20000"/>
        </a:spcBef>
        <a:spcAft>
          <a:spcPct val="0"/>
        </a:spcAft>
        <a:buClr>
          <a:schemeClr val="folHlink"/>
        </a:buClr>
        <a:buFont typeface="Wingdings" pitchFamily="2" charset="2"/>
        <a:buBlip>
          <a:blip r:embed="rId17"/>
        </a:buBlip>
        <a:defRPr kumimoji="1" sz="2800" b="1">
          <a:solidFill>
            <a:schemeClr val="tx1"/>
          </a:solidFill>
          <a:latin typeface="楷体_GB2312" pitchFamily="49" charset="-122"/>
          <a:ea typeface="楷体_GB2312" pitchFamily="49" charset="-122"/>
          <a:cs typeface="楷体_GB2312"/>
        </a:defRPr>
      </a:lvl2pPr>
      <a:lvl3pPr marL="1619250" indent="-354013" algn="l" rtl="0" eaLnBrk="0" fontAlgn="base" hangingPunct="0">
        <a:lnSpc>
          <a:spcPct val="120000"/>
        </a:lnSpc>
        <a:spcBef>
          <a:spcPct val="20000"/>
        </a:spcBef>
        <a:spcAft>
          <a:spcPct val="0"/>
        </a:spcAft>
        <a:buClr>
          <a:schemeClr val="accent2"/>
        </a:buClr>
        <a:buBlip>
          <a:blip r:embed="rId18"/>
        </a:buBlip>
        <a:defRPr kumimoji="1" sz="2400" b="1">
          <a:solidFill>
            <a:schemeClr val="tx1"/>
          </a:solidFill>
          <a:latin typeface="+mn-lt"/>
          <a:ea typeface="+mn-ea"/>
          <a:cs typeface="楷体_GB2312"/>
        </a:defRPr>
      </a:lvl3pPr>
      <a:lvl4pPr marL="2152650" indent="-315913" algn="l" rtl="0" eaLnBrk="0" fontAlgn="base" hangingPunct="0">
        <a:lnSpc>
          <a:spcPct val="120000"/>
        </a:lnSpc>
        <a:spcBef>
          <a:spcPct val="20000"/>
        </a:spcBef>
        <a:spcAft>
          <a:spcPct val="0"/>
        </a:spcAft>
        <a:buClr>
          <a:schemeClr val="accent2"/>
        </a:buClr>
        <a:buBlip>
          <a:blip r:embed="rId19"/>
        </a:buBlip>
        <a:defRPr kumimoji="1" sz="2000" b="1">
          <a:solidFill>
            <a:schemeClr val="tx1"/>
          </a:solidFill>
          <a:latin typeface="+mn-lt"/>
          <a:ea typeface="+mn-ea"/>
          <a:cs typeface="楷体_GB2312"/>
        </a:defRPr>
      </a:lvl4pPr>
      <a:lvl5pPr marL="2609850" indent="-269875" algn="l" rtl="0" eaLnBrk="0" fontAlgn="base" hangingPunct="0">
        <a:lnSpc>
          <a:spcPct val="120000"/>
        </a:lnSpc>
        <a:spcBef>
          <a:spcPct val="20000"/>
        </a:spcBef>
        <a:spcAft>
          <a:spcPct val="0"/>
        </a:spcAft>
        <a:buClr>
          <a:schemeClr val="accent2"/>
        </a:buClr>
        <a:buBlip>
          <a:blip r:embed="rId20"/>
        </a:buBlip>
        <a:defRPr kumimoji="1" b="1">
          <a:solidFill>
            <a:schemeClr val="tx1"/>
          </a:solidFill>
          <a:latin typeface="+mn-lt"/>
          <a:ea typeface="+mn-ea"/>
          <a:cs typeface="楷体_GB2312"/>
        </a:defRPr>
      </a:lvl5pPr>
      <a:lvl6pPr marL="3067050" indent="-269875" algn="l" rtl="0" eaLnBrk="0" fontAlgn="base" hangingPunct="0">
        <a:lnSpc>
          <a:spcPct val="120000"/>
        </a:lnSpc>
        <a:spcBef>
          <a:spcPct val="20000"/>
        </a:spcBef>
        <a:spcAft>
          <a:spcPct val="0"/>
        </a:spcAft>
        <a:buClr>
          <a:schemeClr val="accent2"/>
        </a:buClr>
        <a:buBlip>
          <a:blip r:embed="rId20"/>
        </a:buBlip>
        <a:defRPr kumimoji="1" b="1">
          <a:solidFill>
            <a:schemeClr val="tx1"/>
          </a:solidFill>
          <a:latin typeface="+mn-lt"/>
          <a:ea typeface="+mn-ea"/>
        </a:defRPr>
      </a:lvl6pPr>
      <a:lvl7pPr marL="3524250" indent="-269875" algn="l" rtl="0" eaLnBrk="0" fontAlgn="base" hangingPunct="0">
        <a:lnSpc>
          <a:spcPct val="120000"/>
        </a:lnSpc>
        <a:spcBef>
          <a:spcPct val="20000"/>
        </a:spcBef>
        <a:spcAft>
          <a:spcPct val="0"/>
        </a:spcAft>
        <a:buClr>
          <a:schemeClr val="accent2"/>
        </a:buClr>
        <a:buBlip>
          <a:blip r:embed="rId20"/>
        </a:buBlip>
        <a:defRPr kumimoji="1" b="1">
          <a:solidFill>
            <a:schemeClr val="tx1"/>
          </a:solidFill>
          <a:latin typeface="+mn-lt"/>
          <a:ea typeface="+mn-ea"/>
        </a:defRPr>
      </a:lvl7pPr>
      <a:lvl8pPr marL="3981450" indent="-269875" algn="l" rtl="0" eaLnBrk="0" fontAlgn="base" hangingPunct="0">
        <a:lnSpc>
          <a:spcPct val="120000"/>
        </a:lnSpc>
        <a:spcBef>
          <a:spcPct val="20000"/>
        </a:spcBef>
        <a:spcAft>
          <a:spcPct val="0"/>
        </a:spcAft>
        <a:buClr>
          <a:schemeClr val="accent2"/>
        </a:buClr>
        <a:buBlip>
          <a:blip r:embed="rId20"/>
        </a:buBlip>
        <a:defRPr kumimoji="1" b="1">
          <a:solidFill>
            <a:schemeClr val="tx1"/>
          </a:solidFill>
          <a:latin typeface="+mn-lt"/>
          <a:ea typeface="+mn-ea"/>
        </a:defRPr>
      </a:lvl8pPr>
      <a:lvl9pPr marL="4438650" indent="-269875" algn="l" rtl="0" eaLnBrk="0" fontAlgn="base" hangingPunct="0">
        <a:lnSpc>
          <a:spcPct val="120000"/>
        </a:lnSpc>
        <a:spcBef>
          <a:spcPct val="20000"/>
        </a:spcBef>
        <a:spcAft>
          <a:spcPct val="0"/>
        </a:spcAft>
        <a:buClr>
          <a:schemeClr val="accent2"/>
        </a:buClr>
        <a:buBlip>
          <a:blip r:embed="rId20"/>
        </a:buBlip>
        <a:defRPr kumimoji="1"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1.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ags" Target="../tags/tag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ags" Target="../tags/tag9.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ags" Target="../tags/tag10.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ags" Target="../tags/tag1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ags" Target="../tags/tag1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14.xml"/><Relationship Id="rId1" Type="http://schemas.openxmlformats.org/officeDocument/2006/relationships/tags" Target="../tags/tag1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0.gif"/><Relationship Id="rId2" Type="http://schemas.openxmlformats.org/officeDocument/2006/relationships/slideLayout" Target="../slideLayouts/slideLayout14.xml"/><Relationship Id="rId1" Type="http://schemas.openxmlformats.org/officeDocument/2006/relationships/tags" Target="../tags/tag1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14.xml"/><Relationship Id="rId1" Type="http://schemas.openxmlformats.org/officeDocument/2006/relationships/tags" Target="../tags/tag15.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14.xml"/><Relationship Id="rId1" Type="http://schemas.openxmlformats.org/officeDocument/2006/relationships/tags" Target="../tags/tag1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slideLayout" Target="../slideLayouts/slideLayout14.xml"/><Relationship Id="rId1" Type="http://schemas.openxmlformats.org/officeDocument/2006/relationships/tags" Target="../tags/tag1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14.xml"/><Relationship Id="rId1" Type="http://schemas.openxmlformats.org/officeDocument/2006/relationships/tags" Target="../tags/tag18.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14.xml"/><Relationship Id="rId1" Type="http://schemas.openxmlformats.org/officeDocument/2006/relationships/tags" Target="../tags/tag19.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14.xml"/><Relationship Id="rId1" Type="http://schemas.openxmlformats.org/officeDocument/2006/relationships/tags" Target="../tags/tag20.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14.xml"/><Relationship Id="rId1" Type="http://schemas.openxmlformats.org/officeDocument/2006/relationships/tags" Target="../tags/tag2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2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23.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24.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25.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14.xml"/><Relationship Id="rId1" Type="http://schemas.openxmlformats.org/officeDocument/2006/relationships/tags" Target="../tags/tag2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14.xml"/><Relationship Id="rId1" Type="http://schemas.openxmlformats.org/officeDocument/2006/relationships/tags" Target="../tags/tag2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14.xml"/><Relationship Id="rId1" Type="http://schemas.openxmlformats.org/officeDocument/2006/relationships/tags" Target="../tags/tag28.xml"/></Relationships>
</file>

<file path=ppt/slides/_rels/slide4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14.xml"/><Relationship Id="rId1" Type="http://schemas.openxmlformats.org/officeDocument/2006/relationships/tags" Target="../tags/tag29.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30.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6.png"/><Relationship Id="rId2" Type="http://schemas.openxmlformats.org/officeDocument/2006/relationships/slideLayout" Target="../slideLayouts/slideLayout14.xml"/><Relationship Id="rId1" Type="http://schemas.openxmlformats.org/officeDocument/2006/relationships/tags" Target="../tags/tag3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8" Type="http://schemas.openxmlformats.org/officeDocument/2006/relationships/image" Target="../media/image15.png"/><Relationship Id="rId13" Type="http://schemas.microsoft.com/office/2007/relationships/diagramDrawing" Target="../diagrams/drawing3.xml"/><Relationship Id="rId3" Type="http://schemas.openxmlformats.org/officeDocument/2006/relationships/image" Target="../media/image3.png"/><Relationship Id="rId7" Type="http://schemas.openxmlformats.org/officeDocument/2006/relationships/image" Target="../media/image14.png"/><Relationship Id="rId12" Type="http://schemas.openxmlformats.org/officeDocument/2006/relationships/diagramColors" Target="../diagrams/colors3.xml"/><Relationship Id="rId2" Type="http://schemas.openxmlformats.org/officeDocument/2006/relationships/slideLayout" Target="../slideLayouts/slideLayout14.xml"/><Relationship Id="rId1" Type="http://schemas.openxmlformats.org/officeDocument/2006/relationships/tags" Target="../tags/tag32.xml"/><Relationship Id="rId6" Type="http://schemas.openxmlformats.org/officeDocument/2006/relationships/image" Target="../media/image6.png"/><Relationship Id="rId11" Type="http://schemas.openxmlformats.org/officeDocument/2006/relationships/diagramQuickStyle" Target="../diagrams/quickStyle3.xml"/><Relationship Id="rId5" Type="http://schemas.openxmlformats.org/officeDocument/2006/relationships/image" Target="../media/image5.png"/><Relationship Id="rId15" Type="http://schemas.openxmlformats.org/officeDocument/2006/relationships/image" Target="../media/image17.png"/><Relationship Id="rId10" Type="http://schemas.openxmlformats.org/officeDocument/2006/relationships/diagramLayout" Target="../diagrams/layout3.xml"/><Relationship Id="rId4" Type="http://schemas.openxmlformats.org/officeDocument/2006/relationships/image" Target="../media/image4.png"/><Relationship Id="rId9" Type="http://schemas.openxmlformats.org/officeDocument/2006/relationships/diagramData" Target="../diagrams/data3.xml"/><Relationship Id="rId14" Type="http://schemas.openxmlformats.org/officeDocument/2006/relationships/image" Target="../media/image16.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image" Target="../media/image6.png"/><Relationship Id="rId2" Type="http://schemas.openxmlformats.org/officeDocument/2006/relationships/slideLayout" Target="../slideLayouts/slideLayout14.xml"/><Relationship Id="rId1" Type="http://schemas.openxmlformats.org/officeDocument/2006/relationships/tags" Target="../tags/tag3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4.xml"/><Relationship Id="rId1" Type="http://schemas.openxmlformats.org/officeDocument/2006/relationships/tags" Target="../tags/tag34.xml"/></Relationships>
</file>

<file path=ppt/slides/_rels/slide46.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notesSlide" Target="../notesSlides/notesSlide7.xml"/><Relationship Id="rId7" Type="http://schemas.openxmlformats.org/officeDocument/2006/relationships/diagramColors" Target="../diagrams/colors4.xml"/><Relationship Id="rId2" Type="http://schemas.openxmlformats.org/officeDocument/2006/relationships/slideLayout" Target="../slideLayouts/slideLayout14.xml"/><Relationship Id="rId1" Type="http://schemas.openxmlformats.org/officeDocument/2006/relationships/tags" Target="../tags/tag35.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6.png"/><Relationship Id="rId2" Type="http://schemas.openxmlformats.org/officeDocument/2006/relationships/slideLayout" Target="../slideLayouts/slideLayout14.xml"/><Relationship Id="rId1" Type="http://schemas.openxmlformats.org/officeDocument/2006/relationships/tags" Target="../tags/tag36.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notesSlide" Target="../notesSlides/notesSlide9.xml"/><Relationship Id="rId7" Type="http://schemas.openxmlformats.org/officeDocument/2006/relationships/diagramColors" Target="../diagrams/colors5.xml"/><Relationship Id="rId2" Type="http://schemas.openxmlformats.org/officeDocument/2006/relationships/slideLayout" Target="../slideLayouts/slideLayout14.xml"/><Relationship Id="rId1" Type="http://schemas.openxmlformats.org/officeDocument/2006/relationships/tags" Target="../tags/tag37.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4.xml"/><Relationship Id="rId1" Type="http://schemas.openxmlformats.org/officeDocument/2006/relationships/tags" Target="../tags/tag38.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4.xml"/><Relationship Id="rId1" Type="http://schemas.openxmlformats.org/officeDocument/2006/relationships/tags" Target="../tags/tag39.xml"/><Relationship Id="rId4" Type="http://schemas.openxmlformats.org/officeDocument/2006/relationships/image" Target="../media/image18.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12.xml"/><Relationship Id="rId7" Type="http://schemas.openxmlformats.org/officeDocument/2006/relationships/image" Target="../media/image6.png"/><Relationship Id="rId2" Type="http://schemas.openxmlformats.org/officeDocument/2006/relationships/slideLayout" Target="../slideLayouts/slideLayout14.xml"/><Relationship Id="rId1" Type="http://schemas.openxmlformats.org/officeDocument/2006/relationships/tags" Target="../tags/tag40.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4.xml"/><Relationship Id="rId1" Type="http://schemas.openxmlformats.org/officeDocument/2006/relationships/tags" Target="../tags/tag41.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4.xml"/><Relationship Id="rId1" Type="http://schemas.openxmlformats.org/officeDocument/2006/relationships/tags" Target="../tags/tag42.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15.xml"/><Relationship Id="rId7" Type="http://schemas.openxmlformats.org/officeDocument/2006/relationships/image" Target="../media/image6.png"/><Relationship Id="rId2" Type="http://schemas.openxmlformats.org/officeDocument/2006/relationships/slideLayout" Target="../slideLayouts/slideLayout14.xml"/><Relationship Id="rId1" Type="http://schemas.openxmlformats.org/officeDocument/2006/relationships/tags" Target="../tags/tag4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16.xml"/><Relationship Id="rId7" Type="http://schemas.openxmlformats.org/officeDocument/2006/relationships/image" Target="../media/image6.png"/><Relationship Id="rId2" Type="http://schemas.openxmlformats.org/officeDocument/2006/relationships/slideLayout" Target="../slideLayouts/slideLayout14.xml"/><Relationship Id="rId1" Type="http://schemas.openxmlformats.org/officeDocument/2006/relationships/tags" Target="../tags/tag4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6.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notesSlide" Target="../notesSlides/notesSlide17.xml"/><Relationship Id="rId7" Type="http://schemas.openxmlformats.org/officeDocument/2006/relationships/diagramColors" Target="../diagrams/colors6.xml"/><Relationship Id="rId2" Type="http://schemas.openxmlformats.org/officeDocument/2006/relationships/slideLayout" Target="../slideLayouts/slideLayout14.xml"/><Relationship Id="rId1" Type="http://schemas.openxmlformats.org/officeDocument/2006/relationships/tags" Target="../tags/tag45.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18.xml"/><Relationship Id="rId7" Type="http://schemas.openxmlformats.org/officeDocument/2006/relationships/image" Target="../media/image6.png"/><Relationship Id="rId2" Type="http://schemas.openxmlformats.org/officeDocument/2006/relationships/slideLayout" Target="../slideLayouts/slideLayout14.xml"/><Relationship Id="rId1" Type="http://schemas.openxmlformats.org/officeDocument/2006/relationships/tags" Target="../tags/tag46.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19.xml"/><Relationship Id="rId7" Type="http://schemas.openxmlformats.org/officeDocument/2006/relationships/image" Target="../media/image6.png"/><Relationship Id="rId2" Type="http://schemas.openxmlformats.org/officeDocument/2006/relationships/slideLayout" Target="../slideLayouts/slideLayout14.xml"/><Relationship Id="rId1" Type="http://schemas.openxmlformats.org/officeDocument/2006/relationships/tags" Target="../tags/tag4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20.xml"/><Relationship Id="rId7" Type="http://schemas.openxmlformats.org/officeDocument/2006/relationships/image" Target="../media/image6.png"/><Relationship Id="rId2" Type="http://schemas.openxmlformats.org/officeDocument/2006/relationships/slideLayout" Target="../slideLayouts/slideLayout14.xml"/><Relationship Id="rId1" Type="http://schemas.openxmlformats.org/officeDocument/2006/relationships/tags" Target="../tags/tag48.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4.xml"/><Relationship Id="rId1" Type="http://schemas.openxmlformats.org/officeDocument/2006/relationships/tags" Target="../tags/tag49.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4.xml"/><Relationship Id="rId1" Type="http://schemas.openxmlformats.org/officeDocument/2006/relationships/tags" Target="../tags/tag50.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23.xml"/><Relationship Id="rId7" Type="http://schemas.openxmlformats.org/officeDocument/2006/relationships/image" Target="../media/image6.png"/><Relationship Id="rId2" Type="http://schemas.openxmlformats.org/officeDocument/2006/relationships/slideLayout" Target="../slideLayouts/slideLayout14.xml"/><Relationship Id="rId1" Type="http://schemas.openxmlformats.org/officeDocument/2006/relationships/tags" Target="../tags/tag5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4.xml"/><Relationship Id="rId1" Type="http://schemas.openxmlformats.org/officeDocument/2006/relationships/tags" Target="../tags/tag5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64.xml.rels><?xml version="1.0" encoding="UTF-8" standalone="yes"?>
<Relationships xmlns="http://schemas.openxmlformats.org/package/2006/relationships"><Relationship Id="rId8" Type="http://schemas.openxmlformats.org/officeDocument/2006/relationships/diagramColors" Target="../diagrams/colors7.xml"/><Relationship Id="rId3" Type="http://schemas.openxmlformats.org/officeDocument/2006/relationships/notesSlide" Target="../notesSlides/notesSlide25.xml"/><Relationship Id="rId7" Type="http://schemas.openxmlformats.org/officeDocument/2006/relationships/diagramQuickStyle" Target="../diagrams/quickStyle7.xml"/><Relationship Id="rId2" Type="http://schemas.openxmlformats.org/officeDocument/2006/relationships/slideLayout" Target="../slideLayouts/slideLayout14.xml"/><Relationship Id="rId1" Type="http://schemas.openxmlformats.org/officeDocument/2006/relationships/tags" Target="../tags/tag53.xml"/><Relationship Id="rId6" Type="http://schemas.openxmlformats.org/officeDocument/2006/relationships/diagramLayout" Target="../diagrams/layout7.xml"/><Relationship Id="rId5" Type="http://schemas.openxmlformats.org/officeDocument/2006/relationships/diagramData" Target="../diagrams/data7.xml"/><Relationship Id="rId4" Type="http://schemas.openxmlformats.org/officeDocument/2006/relationships/image" Target="../media/image19.png"/><Relationship Id="rId9" Type="http://schemas.microsoft.com/office/2007/relationships/diagramDrawing" Target="../diagrams/drawing7.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4.xml"/><Relationship Id="rId1" Type="http://schemas.openxmlformats.org/officeDocument/2006/relationships/tags" Target="../tags/tag54.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4.xml"/><Relationship Id="rId1" Type="http://schemas.openxmlformats.org/officeDocument/2006/relationships/tags" Target="../tags/tag55.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4.xml"/><Relationship Id="rId1" Type="http://schemas.openxmlformats.org/officeDocument/2006/relationships/tags" Target="../tags/tag56.xml"/></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4.xml"/><Relationship Id="rId1" Type="http://schemas.openxmlformats.org/officeDocument/2006/relationships/tags" Target="../tags/tag57.xml"/></Relationships>
</file>

<file path=ppt/slides/_rels/slide6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notesSlide" Target="../notesSlides/notesSlide30.xml"/><Relationship Id="rId7" Type="http://schemas.openxmlformats.org/officeDocument/2006/relationships/image" Target="../media/image6.png"/><Relationship Id="rId2" Type="http://schemas.openxmlformats.org/officeDocument/2006/relationships/slideLayout" Target="../slideLayouts/slideLayout14.xml"/><Relationship Id="rId1" Type="http://schemas.openxmlformats.org/officeDocument/2006/relationships/tags" Target="../tags/tag58.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0.xml.rels><?xml version="1.0" encoding="UTF-8" standalone="yes"?>
<Relationships xmlns="http://schemas.openxmlformats.org/package/2006/relationships"><Relationship Id="rId8" Type="http://schemas.openxmlformats.org/officeDocument/2006/relationships/diagramData" Target="../diagrams/data8.xml"/><Relationship Id="rId3" Type="http://schemas.openxmlformats.org/officeDocument/2006/relationships/notesSlide" Target="../notesSlides/notesSlide31.xml"/><Relationship Id="rId7" Type="http://schemas.openxmlformats.org/officeDocument/2006/relationships/image" Target="../media/image6.png"/><Relationship Id="rId12" Type="http://schemas.microsoft.com/office/2007/relationships/diagramDrawing" Target="../diagrams/drawing8.xml"/><Relationship Id="rId2" Type="http://schemas.openxmlformats.org/officeDocument/2006/relationships/slideLayout" Target="../slideLayouts/slideLayout14.xml"/><Relationship Id="rId1" Type="http://schemas.openxmlformats.org/officeDocument/2006/relationships/tags" Target="../tags/tag59.xml"/><Relationship Id="rId6" Type="http://schemas.openxmlformats.org/officeDocument/2006/relationships/image" Target="../media/image5.png"/><Relationship Id="rId11" Type="http://schemas.openxmlformats.org/officeDocument/2006/relationships/diagramColors" Target="../diagrams/colors8.xml"/><Relationship Id="rId5" Type="http://schemas.openxmlformats.org/officeDocument/2006/relationships/image" Target="../media/image4.png"/><Relationship Id="rId10" Type="http://schemas.openxmlformats.org/officeDocument/2006/relationships/diagramQuickStyle" Target="../diagrams/quickStyle8.xml"/><Relationship Id="rId4" Type="http://schemas.openxmlformats.org/officeDocument/2006/relationships/image" Target="../media/image3.png"/><Relationship Id="rId9" Type="http://schemas.openxmlformats.org/officeDocument/2006/relationships/diagramLayout" Target="../diagrams/layout8.xml"/></Relationships>
</file>

<file path=ppt/slides/_rels/slide71.xml.rels><?xml version="1.0" encoding="UTF-8" standalone="yes"?>
<Relationships xmlns="http://schemas.openxmlformats.org/package/2006/relationships"><Relationship Id="rId8" Type="http://schemas.microsoft.com/office/2007/relationships/diagramDrawing" Target="../diagrams/drawing9.xml"/><Relationship Id="rId3" Type="http://schemas.openxmlformats.org/officeDocument/2006/relationships/notesSlide" Target="../notesSlides/notesSlide32.xml"/><Relationship Id="rId7" Type="http://schemas.openxmlformats.org/officeDocument/2006/relationships/diagramColors" Target="../diagrams/colors9.xml"/><Relationship Id="rId2" Type="http://schemas.openxmlformats.org/officeDocument/2006/relationships/slideLayout" Target="../slideLayouts/slideLayout14.xml"/><Relationship Id="rId1" Type="http://schemas.openxmlformats.org/officeDocument/2006/relationships/tags" Target="../tags/tag60.xm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4.xml"/><Relationship Id="rId1" Type="http://schemas.openxmlformats.org/officeDocument/2006/relationships/tags" Target="../tags/tag61.xml"/><Relationship Id="rId4" Type="http://schemas.openxmlformats.org/officeDocument/2006/relationships/image" Target="../media/image22.png"/></Relationships>
</file>

<file path=ppt/slides/_rels/slide73.xml.rels><?xml version="1.0" encoding="UTF-8" standalone="yes"?>
<Relationships xmlns="http://schemas.openxmlformats.org/package/2006/relationships"><Relationship Id="rId8" Type="http://schemas.microsoft.com/office/2007/relationships/diagramDrawing" Target="../diagrams/drawing10.xml"/><Relationship Id="rId3" Type="http://schemas.openxmlformats.org/officeDocument/2006/relationships/notesSlide" Target="../notesSlides/notesSlide34.xml"/><Relationship Id="rId7" Type="http://schemas.openxmlformats.org/officeDocument/2006/relationships/diagramColors" Target="../diagrams/colors10.xml"/><Relationship Id="rId2" Type="http://schemas.openxmlformats.org/officeDocument/2006/relationships/slideLayout" Target="../slideLayouts/slideLayout14.xml"/><Relationship Id="rId1" Type="http://schemas.openxmlformats.org/officeDocument/2006/relationships/tags" Target="../tags/tag62.xml"/><Relationship Id="rId6" Type="http://schemas.openxmlformats.org/officeDocument/2006/relationships/diagramQuickStyle" Target="../diagrams/quickStyle10.xml"/><Relationship Id="rId5" Type="http://schemas.openxmlformats.org/officeDocument/2006/relationships/diagramLayout" Target="../diagrams/layout10.xml"/><Relationship Id="rId4" Type="http://schemas.openxmlformats.org/officeDocument/2006/relationships/diagramData" Target="../diagrams/data10.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4.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4.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4.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4.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4.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4.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4.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4.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4.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4.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4.xml"/></Relationships>
</file>

<file path=ppt/slides/_rels/slide85.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46.xml"/><Relationship Id="rId1" Type="http://schemas.openxmlformats.org/officeDocument/2006/relationships/slideLayout" Target="../slideLayouts/slideLayout14.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4.xml"/></Relationships>
</file>

<file path=ppt/slides/_rels/slide87.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48.xml"/><Relationship Id="rId1" Type="http://schemas.openxmlformats.org/officeDocument/2006/relationships/slideLayout" Target="../slideLayouts/slideLayout14.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8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4.xml"/></Relationships>
</file>

<file path=ppt/slides/_rels/slide8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1.xml.rels><?xml version="1.0" encoding="UTF-8" standalone="yes"?>
<Relationships xmlns="http://schemas.openxmlformats.org/package/2006/relationships"><Relationship Id="rId2" Type="http://schemas.openxmlformats.org/officeDocument/2006/relationships/hyperlink" Target="http://www.juhe.cn/" TargetMode="External"/><Relationship Id="rId1" Type="http://schemas.openxmlformats.org/officeDocument/2006/relationships/slideLayout" Target="../slideLayouts/slideLayout1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74" name="标题 1"/>
          <p:cNvSpPr>
            <a:spLocks noGrp="1" noChangeArrowheads="1"/>
          </p:cNvSpPr>
          <p:nvPr>
            <p:ph type="ctrTitle"/>
          </p:nvPr>
        </p:nvSpPr>
        <p:spPr>
          <a:xfrm>
            <a:off x="539750" y="1052513"/>
            <a:ext cx="7907338" cy="3816350"/>
          </a:xfrm>
        </p:spPr>
        <p:txBody>
          <a:bodyPr anchor="ctr"/>
          <a:lstStyle/>
          <a:p>
            <a:pPr algn="l">
              <a:lnSpc>
                <a:spcPct val="150000"/>
              </a:lnSpc>
            </a:pPr>
            <a:r>
              <a:rPr lang="zh-CN" altLang="en-US" sz="4400" b="0" smtClean="0">
                <a:latin typeface="微软雅黑" pitchFamily="34" charset="-122"/>
                <a:ea typeface="微软雅黑" pitchFamily="34" charset="-122"/>
              </a:rPr>
              <a:t>               软件工程</a:t>
            </a:r>
            <a:r>
              <a:rPr lang="en-US" altLang="zh-CN" sz="4400" b="0" smtClean="0">
                <a:latin typeface="微软雅黑" pitchFamily="34" charset="-122"/>
                <a:ea typeface="微软雅黑" pitchFamily="34" charset="-122"/>
              </a:rPr>
              <a:t/>
            </a:r>
            <a:br>
              <a:rPr lang="en-US" altLang="zh-CN" sz="4400" b="0" smtClean="0">
                <a:latin typeface="微软雅黑" pitchFamily="34" charset="-122"/>
                <a:ea typeface="微软雅黑" pitchFamily="34" charset="-122"/>
              </a:rPr>
            </a:br>
            <a:r>
              <a:rPr lang="zh-CN" altLang="en-US" sz="3600" b="0" smtClean="0">
                <a:latin typeface="楷体" pitchFamily="49" charset="-122"/>
                <a:ea typeface="楷体" pitchFamily="49" charset="-122"/>
              </a:rPr>
              <a:t>第</a:t>
            </a:r>
            <a:r>
              <a:rPr lang="en-US" altLang="zh-CN" sz="3600" b="0" smtClean="0">
                <a:latin typeface="楷体" pitchFamily="49" charset="-122"/>
                <a:ea typeface="楷体" pitchFamily="49" charset="-122"/>
              </a:rPr>
              <a:t>4</a:t>
            </a:r>
            <a:r>
              <a:rPr lang="zh-CN" altLang="en-US" sz="3600" b="0" smtClean="0">
                <a:latin typeface="楷体" pitchFamily="49" charset="-122"/>
                <a:ea typeface="楷体" pitchFamily="49" charset="-122"/>
              </a:rPr>
              <a:t>章</a:t>
            </a:r>
            <a:r>
              <a:rPr lang="en-US" altLang="zh-CN" sz="3600" b="0" smtClean="0">
                <a:latin typeface="楷体" pitchFamily="49" charset="-122"/>
                <a:ea typeface="楷体" pitchFamily="49" charset="-122"/>
              </a:rPr>
              <a:t> </a:t>
            </a:r>
            <a:r>
              <a:rPr lang="zh-CN" altLang="en-US" sz="3600" b="0" smtClean="0">
                <a:latin typeface="楷体" pitchFamily="49" charset="-122"/>
                <a:ea typeface="楷体" pitchFamily="49" charset="-122"/>
              </a:rPr>
              <a:t>软件设计</a:t>
            </a:r>
            <a:r>
              <a:rPr lang="en-US" altLang="zh-CN" sz="3600" b="0" smtClean="0">
                <a:latin typeface="楷体" pitchFamily="49" charset="-122"/>
                <a:ea typeface="楷体" pitchFamily="49" charset="-122"/>
              </a:rPr>
              <a:t/>
            </a:r>
            <a:br>
              <a:rPr lang="en-US" altLang="zh-CN" sz="3600" b="0" smtClean="0">
                <a:latin typeface="楷体" pitchFamily="49" charset="-122"/>
                <a:ea typeface="楷体" pitchFamily="49" charset="-122"/>
              </a:rPr>
            </a:br>
            <a:r>
              <a:rPr lang="en-US" altLang="zh-CN" sz="3600" b="0" smtClean="0">
                <a:latin typeface="楷体" pitchFamily="49" charset="-122"/>
                <a:ea typeface="楷体" pitchFamily="49" charset="-122"/>
              </a:rPr>
              <a:t>  4.2 </a:t>
            </a:r>
            <a:r>
              <a:rPr lang="zh-CN" altLang="en-US" sz="3600" b="0" smtClean="0">
                <a:latin typeface="楷体" pitchFamily="49" charset="-122"/>
                <a:ea typeface="楷体" pitchFamily="49" charset="-122"/>
              </a:rPr>
              <a:t>体系结构设计</a:t>
            </a:r>
            <a:endParaRPr lang="zh-CN" altLang="en-US" sz="4400" b="0" smtClean="0">
              <a:latin typeface="楷体" pitchFamily="49" charset="-122"/>
              <a:ea typeface="楷体" pitchFamily="49"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p:txBody>
          <a:bodyPr/>
          <a:lstStyle/>
          <a:p>
            <a:r>
              <a:rPr lang="zh-CN" altLang="en-US" smtClean="0"/>
              <a:t>为什么需要体系结构设计</a:t>
            </a:r>
          </a:p>
        </p:txBody>
      </p:sp>
      <p:sp>
        <p:nvSpPr>
          <p:cNvPr id="30723" name="内容占位符 2"/>
          <p:cNvSpPr>
            <a:spLocks noGrp="1"/>
          </p:cNvSpPr>
          <p:nvPr>
            <p:ph idx="1"/>
          </p:nvPr>
        </p:nvSpPr>
        <p:spPr/>
        <p:txBody>
          <a:bodyPr/>
          <a:lstStyle/>
          <a:p>
            <a:r>
              <a:rPr lang="zh-CN" altLang="en-US" b="0" smtClean="0"/>
              <a:t>架构，体系结构一个意思</a:t>
            </a:r>
            <a:endParaRPr lang="en-US" altLang="zh-CN" b="0" smtClean="0"/>
          </a:p>
          <a:p>
            <a:r>
              <a:rPr lang="zh-CN" altLang="en-US" b="0" smtClean="0"/>
              <a:t>架构设计，就是通过组织人员和技术，低成本满足需求以及需求的变化，保障软件稳定高效运行。</a:t>
            </a:r>
            <a:endParaRPr lang="zh-CN" altLang="en-US" smtClean="0"/>
          </a:p>
        </p:txBody>
      </p:sp>
      <p:sp>
        <p:nvSpPr>
          <p:cNvPr id="30724"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itchFamily="34" charset="0"/>
                <a:ea typeface="幼圆" pitchFamily="49" charset="-122"/>
              </a:defRPr>
            </a:lvl1pPr>
            <a:lvl2pPr marL="742950" indent="-285750">
              <a:defRPr kumimoji="1" sz="2400">
                <a:solidFill>
                  <a:schemeClr val="tx1"/>
                </a:solidFill>
                <a:latin typeface="Tahoma" pitchFamily="34" charset="0"/>
                <a:ea typeface="幼圆" pitchFamily="49" charset="-122"/>
              </a:defRPr>
            </a:lvl2pPr>
            <a:lvl3pPr marL="1143000" indent="-228600">
              <a:defRPr kumimoji="1" sz="2400">
                <a:solidFill>
                  <a:schemeClr val="tx1"/>
                </a:solidFill>
                <a:latin typeface="Tahoma" pitchFamily="34" charset="0"/>
                <a:ea typeface="幼圆" pitchFamily="49" charset="-122"/>
              </a:defRPr>
            </a:lvl3pPr>
            <a:lvl4pPr marL="1600200" indent="-228600">
              <a:defRPr kumimoji="1" sz="2400">
                <a:solidFill>
                  <a:schemeClr val="tx1"/>
                </a:solidFill>
                <a:latin typeface="Tahoma" pitchFamily="34" charset="0"/>
                <a:ea typeface="幼圆" pitchFamily="49" charset="-122"/>
              </a:defRPr>
            </a:lvl4pPr>
            <a:lvl5pPr marL="2057400" indent="-228600">
              <a:defRPr kumimoji="1" sz="2400">
                <a:solidFill>
                  <a:schemeClr val="tx1"/>
                </a:solidFill>
                <a:latin typeface="Tahoma" pitchFamily="34" charset="0"/>
                <a:ea typeface="幼圆" pitchFamily="49"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幼圆" pitchFamily="49"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幼圆" pitchFamily="49"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幼圆" pitchFamily="49"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幼圆" pitchFamily="49" charset="-122"/>
              </a:defRPr>
            </a:lvl9pPr>
          </a:lstStyle>
          <a:p>
            <a:fld id="{EFEC23EC-70C0-496A-AE8A-2846BC2F3948}" type="slidenum">
              <a:rPr kumimoji="0" lang="zh-CN" altLang="en-US" sz="1400">
                <a:solidFill>
                  <a:srgbClr val="000066"/>
                </a:solidFill>
                <a:latin typeface="Times New Roman" pitchFamily="18" charset="0"/>
                <a:ea typeface="宋体" pitchFamily="2" charset="-122"/>
              </a:rPr>
              <a:pPr/>
              <a:t>2</a:t>
            </a:fld>
            <a:endParaRPr kumimoji="0" lang="en-US" altLang="zh-CN" sz="1400">
              <a:solidFill>
                <a:srgbClr val="000066"/>
              </a:solidFill>
              <a:latin typeface="Times New Roman" pitchFamily="18" charset="0"/>
              <a:ea typeface="宋体"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p:txBody>
          <a:bodyPr/>
          <a:lstStyle/>
          <a:p>
            <a:r>
              <a:rPr lang="zh-CN" altLang="en-US" smtClean="0"/>
              <a:t>复杂软件项目</a:t>
            </a:r>
          </a:p>
        </p:txBody>
      </p:sp>
      <p:sp>
        <p:nvSpPr>
          <p:cNvPr id="31747" name="内容占位符 2"/>
          <p:cNvSpPr>
            <a:spLocks noGrp="1"/>
          </p:cNvSpPr>
          <p:nvPr>
            <p:ph idx="1"/>
          </p:nvPr>
        </p:nvSpPr>
        <p:spPr/>
        <p:txBody>
          <a:bodyPr/>
          <a:lstStyle/>
          <a:p>
            <a:r>
              <a:rPr lang="zh-CN" altLang="en-US" b="0" smtClean="0"/>
              <a:t>需求不确定</a:t>
            </a:r>
          </a:p>
          <a:p>
            <a:r>
              <a:rPr lang="zh-CN" altLang="en-US" b="0" smtClean="0"/>
              <a:t>技术复杂</a:t>
            </a:r>
            <a:endParaRPr lang="en-US" altLang="zh-CN" smtClean="0"/>
          </a:p>
          <a:p>
            <a:pPr lvl="1"/>
            <a:r>
              <a:rPr lang="zh-CN" altLang="en-US" sz="2400" b="0" smtClean="0">
                <a:latin typeface="楷体_GB2312"/>
                <a:ea typeface="楷体_GB2312"/>
              </a:rPr>
              <a:t>需求让技术变复杂：软件要能不断响应新的需求</a:t>
            </a:r>
          </a:p>
          <a:p>
            <a:pPr lvl="1"/>
            <a:r>
              <a:rPr lang="zh-CN" altLang="en-US" sz="2400" b="0" smtClean="0">
                <a:latin typeface="楷体_GB2312"/>
                <a:ea typeface="楷体_GB2312"/>
              </a:rPr>
              <a:t>人员让技术变复杂：团队成员水平不一，擅长的技术方向也不一样</a:t>
            </a:r>
          </a:p>
          <a:p>
            <a:pPr lvl="1"/>
            <a:r>
              <a:rPr lang="zh-CN" altLang="en-US" sz="2400" b="0" smtClean="0">
                <a:latin typeface="楷体_GB2312"/>
                <a:ea typeface="楷体_GB2312"/>
              </a:rPr>
              <a:t>技术本身复杂：技术本身的使用门槛较高</a:t>
            </a:r>
          </a:p>
          <a:p>
            <a:pPr lvl="1"/>
            <a:r>
              <a:rPr lang="zh-CN" altLang="en-US" sz="2400" b="0" smtClean="0">
                <a:latin typeface="楷体_GB2312"/>
                <a:ea typeface="楷体_GB2312"/>
              </a:rPr>
              <a:t>保证软件稳定运行是复杂的：运行时的不确定性</a:t>
            </a:r>
          </a:p>
          <a:p>
            <a:pPr lvl="1"/>
            <a:endParaRPr lang="zh-CN" altLang="en-US" b="0" smtClean="0">
              <a:latin typeface="楷体_GB2312"/>
              <a:ea typeface="楷体_GB2312"/>
            </a:endParaRPr>
          </a:p>
        </p:txBody>
      </p:sp>
      <p:sp>
        <p:nvSpPr>
          <p:cNvPr id="31748"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itchFamily="34" charset="0"/>
                <a:ea typeface="幼圆" pitchFamily="49" charset="-122"/>
              </a:defRPr>
            </a:lvl1pPr>
            <a:lvl2pPr marL="742950" indent="-285750">
              <a:defRPr kumimoji="1" sz="2400">
                <a:solidFill>
                  <a:schemeClr val="tx1"/>
                </a:solidFill>
                <a:latin typeface="Tahoma" pitchFamily="34" charset="0"/>
                <a:ea typeface="幼圆" pitchFamily="49" charset="-122"/>
              </a:defRPr>
            </a:lvl2pPr>
            <a:lvl3pPr marL="1143000" indent="-228600">
              <a:defRPr kumimoji="1" sz="2400">
                <a:solidFill>
                  <a:schemeClr val="tx1"/>
                </a:solidFill>
                <a:latin typeface="Tahoma" pitchFamily="34" charset="0"/>
                <a:ea typeface="幼圆" pitchFamily="49" charset="-122"/>
              </a:defRPr>
            </a:lvl3pPr>
            <a:lvl4pPr marL="1600200" indent="-228600">
              <a:defRPr kumimoji="1" sz="2400">
                <a:solidFill>
                  <a:schemeClr val="tx1"/>
                </a:solidFill>
                <a:latin typeface="Tahoma" pitchFamily="34" charset="0"/>
                <a:ea typeface="幼圆" pitchFamily="49" charset="-122"/>
              </a:defRPr>
            </a:lvl4pPr>
            <a:lvl5pPr marL="2057400" indent="-228600">
              <a:defRPr kumimoji="1" sz="2400">
                <a:solidFill>
                  <a:schemeClr val="tx1"/>
                </a:solidFill>
                <a:latin typeface="Tahoma" pitchFamily="34" charset="0"/>
                <a:ea typeface="幼圆" pitchFamily="49"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幼圆" pitchFamily="49"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幼圆" pitchFamily="49"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幼圆" pitchFamily="49"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幼圆" pitchFamily="49" charset="-122"/>
              </a:defRPr>
            </a:lvl9pPr>
          </a:lstStyle>
          <a:p>
            <a:fld id="{F0AF10E8-0374-4520-8A0C-BE7603DAF760}" type="slidenum">
              <a:rPr kumimoji="0" lang="zh-CN" altLang="en-US" sz="1400">
                <a:solidFill>
                  <a:srgbClr val="000066"/>
                </a:solidFill>
                <a:latin typeface="Times New Roman" pitchFamily="18" charset="0"/>
                <a:ea typeface="宋体" pitchFamily="2" charset="-122"/>
              </a:rPr>
              <a:pPr/>
              <a:t>3</a:t>
            </a:fld>
            <a:endParaRPr kumimoji="0" lang="en-US" altLang="zh-CN" sz="1400">
              <a:solidFill>
                <a:srgbClr val="000066"/>
              </a:solidFill>
              <a:latin typeface="Times New Roman" pitchFamily="18" charset="0"/>
              <a:ea typeface="宋体"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p:txBody>
          <a:bodyPr/>
          <a:lstStyle/>
          <a:p>
            <a:r>
              <a:rPr lang="zh-CN" altLang="en-US" smtClean="0"/>
              <a:t>如何解决</a:t>
            </a:r>
          </a:p>
        </p:txBody>
      </p:sp>
      <p:sp>
        <p:nvSpPr>
          <p:cNvPr id="32771" name="内容占位符 2"/>
          <p:cNvSpPr>
            <a:spLocks noGrp="1"/>
          </p:cNvSpPr>
          <p:nvPr>
            <p:ph idx="1"/>
          </p:nvPr>
        </p:nvSpPr>
        <p:spPr>
          <a:xfrm>
            <a:off x="457200" y="1484313"/>
            <a:ext cx="8153400" cy="4537075"/>
          </a:xfrm>
        </p:spPr>
        <p:txBody>
          <a:bodyPr/>
          <a:lstStyle/>
          <a:p>
            <a:r>
              <a:rPr lang="zh-CN" altLang="en-US" sz="2800" b="0" smtClean="0"/>
              <a:t>通过对系统抽象和分解，把复杂系统拆分成若干简单的</a:t>
            </a:r>
            <a:endParaRPr lang="en-US" altLang="zh-CN" sz="2800" b="0" smtClean="0"/>
          </a:p>
          <a:p>
            <a:r>
              <a:rPr lang="zh-CN" altLang="en-US" sz="2800" b="0" smtClean="0"/>
              <a:t>通过抽象再拆分，可以把复杂的系统拆分成开发人员可以各自独立完成的模块</a:t>
            </a:r>
            <a:endParaRPr lang="en-US" altLang="zh-CN" sz="2800" b="0" smtClean="0"/>
          </a:p>
          <a:p>
            <a:r>
              <a:rPr lang="zh-CN" altLang="en-US" sz="2800" b="0" smtClean="0"/>
              <a:t>架构设计可以帮助组织好各种技术：如分层架构</a:t>
            </a:r>
          </a:p>
          <a:p>
            <a:r>
              <a:rPr lang="zh-CN" altLang="en-US" sz="2800" b="0" smtClean="0"/>
              <a:t>架构设计可以保障服务稳定运行：如分布式架构、异地多活等</a:t>
            </a:r>
            <a:endParaRPr lang="zh-CN" altLang="en-US" sz="2800" smtClean="0"/>
          </a:p>
        </p:txBody>
      </p:sp>
      <p:sp>
        <p:nvSpPr>
          <p:cNvPr id="32772"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itchFamily="34" charset="0"/>
                <a:ea typeface="幼圆" pitchFamily="49" charset="-122"/>
              </a:defRPr>
            </a:lvl1pPr>
            <a:lvl2pPr marL="742950" indent="-285750">
              <a:defRPr kumimoji="1" sz="2400">
                <a:solidFill>
                  <a:schemeClr val="tx1"/>
                </a:solidFill>
                <a:latin typeface="Tahoma" pitchFamily="34" charset="0"/>
                <a:ea typeface="幼圆" pitchFamily="49" charset="-122"/>
              </a:defRPr>
            </a:lvl2pPr>
            <a:lvl3pPr marL="1143000" indent="-228600">
              <a:defRPr kumimoji="1" sz="2400">
                <a:solidFill>
                  <a:schemeClr val="tx1"/>
                </a:solidFill>
                <a:latin typeface="Tahoma" pitchFamily="34" charset="0"/>
                <a:ea typeface="幼圆" pitchFamily="49" charset="-122"/>
              </a:defRPr>
            </a:lvl3pPr>
            <a:lvl4pPr marL="1600200" indent="-228600">
              <a:defRPr kumimoji="1" sz="2400">
                <a:solidFill>
                  <a:schemeClr val="tx1"/>
                </a:solidFill>
                <a:latin typeface="Tahoma" pitchFamily="34" charset="0"/>
                <a:ea typeface="幼圆" pitchFamily="49" charset="-122"/>
              </a:defRPr>
            </a:lvl4pPr>
            <a:lvl5pPr marL="2057400" indent="-228600">
              <a:defRPr kumimoji="1" sz="2400">
                <a:solidFill>
                  <a:schemeClr val="tx1"/>
                </a:solidFill>
                <a:latin typeface="Tahoma" pitchFamily="34" charset="0"/>
                <a:ea typeface="幼圆" pitchFamily="49"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幼圆" pitchFamily="49"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幼圆" pitchFamily="49"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幼圆" pitchFamily="49"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幼圆" pitchFamily="49" charset="-122"/>
              </a:defRPr>
            </a:lvl9pPr>
          </a:lstStyle>
          <a:p>
            <a:fld id="{D8299CAA-FC99-4635-83D8-DD7186616698}" type="slidenum">
              <a:rPr kumimoji="0" lang="zh-CN" altLang="en-US" sz="1400">
                <a:solidFill>
                  <a:srgbClr val="000066"/>
                </a:solidFill>
                <a:latin typeface="Times New Roman" pitchFamily="18" charset="0"/>
                <a:ea typeface="宋体" pitchFamily="2" charset="-122"/>
              </a:rPr>
              <a:pPr/>
              <a:t>4</a:t>
            </a:fld>
            <a:endParaRPr kumimoji="0" lang="en-US" altLang="zh-CN" sz="1400">
              <a:solidFill>
                <a:srgbClr val="000066"/>
              </a:solidFill>
              <a:latin typeface="Times New Roman" pitchFamily="18" charset="0"/>
              <a:ea typeface="宋体"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p:txBody>
          <a:bodyPr/>
          <a:lstStyle/>
          <a:p>
            <a:r>
              <a:rPr lang="zh-CN" altLang="en-US" smtClean="0"/>
              <a:t>架构设计原理</a:t>
            </a:r>
          </a:p>
        </p:txBody>
      </p:sp>
      <p:sp>
        <p:nvSpPr>
          <p:cNvPr id="33795" name="内容占位符 2"/>
          <p:cNvSpPr>
            <a:spLocks noGrp="1"/>
          </p:cNvSpPr>
          <p:nvPr>
            <p:ph idx="1"/>
          </p:nvPr>
        </p:nvSpPr>
        <p:spPr/>
        <p:txBody>
          <a:bodyPr/>
          <a:lstStyle/>
          <a:p>
            <a:r>
              <a:rPr lang="zh-CN" altLang="en-US" smtClean="0"/>
              <a:t>架构设计的方法都是基于工程领域分而治之的策略，本质上就是将系统分拆，将人员分拆。</a:t>
            </a:r>
            <a:endParaRPr lang="en-US" altLang="zh-CN" smtClean="0"/>
          </a:p>
          <a:p>
            <a:r>
              <a:rPr lang="zh-CN" altLang="en-US" smtClean="0"/>
              <a:t>分模块，分层级</a:t>
            </a:r>
          </a:p>
        </p:txBody>
      </p:sp>
      <p:sp>
        <p:nvSpPr>
          <p:cNvPr id="33796"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itchFamily="34" charset="0"/>
                <a:ea typeface="幼圆" pitchFamily="49" charset="-122"/>
              </a:defRPr>
            </a:lvl1pPr>
            <a:lvl2pPr marL="742950" indent="-285750">
              <a:defRPr kumimoji="1" sz="2400">
                <a:solidFill>
                  <a:schemeClr val="tx1"/>
                </a:solidFill>
                <a:latin typeface="Tahoma" pitchFamily="34" charset="0"/>
                <a:ea typeface="幼圆" pitchFamily="49" charset="-122"/>
              </a:defRPr>
            </a:lvl2pPr>
            <a:lvl3pPr marL="1143000" indent="-228600">
              <a:defRPr kumimoji="1" sz="2400">
                <a:solidFill>
                  <a:schemeClr val="tx1"/>
                </a:solidFill>
                <a:latin typeface="Tahoma" pitchFamily="34" charset="0"/>
                <a:ea typeface="幼圆" pitchFamily="49" charset="-122"/>
              </a:defRPr>
            </a:lvl3pPr>
            <a:lvl4pPr marL="1600200" indent="-228600">
              <a:defRPr kumimoji="1" sz="2400">
                <a:solidFill>
                  <a:schemeClr val="tx1"/>
                </a:solidFill>
                <a:latin typeface="Tahoma" pitchFamily="34" charset="0"/>
                <a:ea typeface="幼圆" pitchFamily="49" charset="-122"/>
              </a:defRPr>
            </a:lvl4pPr>
            <a:lvl5pPr marL="2057400" indent="-228600">
              <a:defRPr kumimoji="1" sz="2400">
                <a:solidFill>
                  <a:schemeClr val="tx1"/>
                </a:solidFill>
                <a:latin typeface="Tahoma" pitchFamily="34" charset="0"/>
                <a:ea typeface="幼圆" pitchFamily="49"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幼圆" pitchFamily="49"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幼圆" pitchFamily="49"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幼圆" pitchFamily="49"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幼圆" pitchFamily="49" charset="-122"/>
              </a:defRPr>
            </a:lvl9pPr>
          </a:lstStyle>
          <a:p>
            <a:fld id="{FCAD290E-3A57-4D43-98C3-48F925F295D2}" type="slidenum">
              <a:rPr kumimoji="0" lang="zh-CN" altLang="en-US" sz="1400">
                <a:solidFill>
                  <a:srgbClr val="000066"/>
                </a:solidFill>
                <a:latin typeface="Times New Roman" pitchFamily="18" charset="0"/>
                <a:ea typeface="宋体" pitchFamily="2" charset="-122"/>
              </a:rPr>
              <a:pPr/>
              <a:t>5</a:t>
            </a:fld>
            <a:endParaRPr kumimoji="0" lang="en-US" altLang="zh-CN" sz="1400">
              <a:solidFill>
                <a:srgbClr val="000066"/>
              </a:solidFill>
              <a:latin typeface="Times New Roman" pitchFamily="18" charset="0"/>
              <a:ea typeface="宋体"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p:txBody>
          <a:bodyPr/>
          <a:lstStyle/>
          <a:p>
            <a:r>
              <a:rPr lang="zh-CN" altLang="en-US" smtClean="0"/>
              <a:t>如何做</a:t>
            </a:r>
          </a:p>
        </p:txBody>
      </p:sp>
      <p:sp>
        <p:nvSpPr>
          <p:cNvPr id="3" name="内容占位符 2"/>
          <p:cNvSpPr>
            <a:spLocks noGrp="1"/>
          </p:cNvSpPr>
          <p:nvPr>
            <p:ph idx="1"/>
          </p:nvPr>
        </p:nvSpPr>
        <p:spPr/>
        <p:txBody>
          <a:bodyPr/>
          <a:lstStyle/>
          <a:p>
            <a:pPr>
              <a:defRPr/>
            </a:pPr>
            <a:r>
              <a:rPr lang="en-US" altLang="zh-CN" dirty="0" smtClean="0"/>
              <a:t>1.</a:t>
            </a:r>
            <a:r>
              <a:rPr lang="zh-CN" altLang="en-US" dirty="0" smtClean="0"/>
              <a:t>分析需求</a:t>
            </a:r>
            <a:endParaRPr lang="en-US" altLang="zh-CN" dirty="0" smtClean="0"/>
          </a:p>
          <a:p>
            <a:pPr>
              <a:defRPr/>
            </a:pPr>
            <a:r>
              <a:rPr lang="en-US" altLang="zh-CN" dirty="0" smtClean="0"/>
              <a:t>2.</a:t>
            </a:r>
            <a:r>
              <a:rPr lang="zh-CN" altLang="en-US" dirty="0"/>
              <a:t>架构</a:t>
            </a:r>
            <a:r>
              <a:rPr lang="zh-CN" altLang="en-US" dirty="0" smtClean="0"/>
              <a:t>设计方案</a:t>
            </a:r>
            <a:r>
              <a:rPr lang="en-US" altLang="zh-CN" dirty="0" smtClean="0"/>
              <a:t>(</a:t>
            </a:r>
            <a:r>
              <a:rPr lang="zh-CN" altLang="en-US" dirty="0"/>
              <a:t>选择相似的</a:t>
            </a:r>
            <a:r>
              <a:rPr lang="zh-CN" altLang="en-US" dirty="0" smtClean="0"/>
              <a:t>成熟模型）</a:t>
            </a:r>
            <a:endParaRPr lang="en-US" altLang="zh-CN" dirty="0" smtClean="0"/>
          </a:p>
          <a:p>
            <a:pPr marL="0" indent="0">
              <a:buFont typeface="Wingdings" pitchFamily="2" charset="2"/>
              <a:buNone/>
              <a:defRPr/>
            </a:pPr>
            <a:endParaRPr lang="en-US" altLang="zh-CN" dirty="0" smtClean="0"/>
          </a:p>
          <a:p>
            <a:pPr marL="0" indent="0">
              <a:buFont typeface="Wingdings" pitchFamily="2" charset="2"/>
              <a:buNone/>
              <a:defRPr/>
            </a:pPr>
            <a:endParaRPr lang="zh-CN" altLang="en-US" dirty="0"/>
          </a:p>
        </p:txBody>
      </p:sp>
      <p:sp>
        <p:nvSpPr>
          <p:cNvPr id="34820"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itchFamily="34" charset="0"/>
                <a:ea typeface="幼圆" pitchFamily="49" charset="-122"/>
              </a:defRPr>
            </a:lvl1pPr>
            <a:lvl2pPr marL="742950" indent="-285750">
              <a:defRPr kumimoji="1" sz="2400">
                <a:solidFill>
                  <a:schemeClr val="tx1"/>
                </a:solidFill>
                <a:latin typeface="Tahoma" pitchFamily="34" charset="0"/>
                <a:ea typeface="幼圆" pitchFamily="49" charset="-122"/>
              </a:defRPr>
            </a:lvl2pPr>
            <a:lvl3pPr marL="1143000" indent="-228600">
              <a:defRPr kumimoji="1" sz="2400">
                <a:solidFill>
                  <a:schemeClr val="tx1"/>
                </a:solidFill>
                <a:latin typeface="Tahoma" pitchFamily="34" charset="0"/>
                <a:ea typeface="幼圆" pitchFamily="49" charset="-122"/>
              </a:defRPr>
            </a:lvl3pPr>
            <a:lvl4pPr marL="1600200" indent="-228600">
              <a:defRPr kumimoji="1" sz="2400">
                <a:solidFill>
                  <a:schemeClr val="tx1"/>
                </a:solidFill>
                <a:latin typeface="Tahoma" pitchFamily="34" charset="0"/>
                <a:ea typeface="幼圆" pitchFamily="49" charset="-122"/>
              </a:defRPr>
            </a:lvl4pPr>
            <a:lvl5pPr marL="2057400" indent="-228600">
              <a:defRPr kumimoji="1" sz="2400">
                <a:solidFill>
                  <a:schemeClr val="tx1"/>
                </a:solidFill>
                <a:latin typeface="Tahoma" pitchFamily="34" charset="0"/>
                <a:ea typeface="幼圆" pitchFamily="49"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幼圆" pitchFamily="49"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幼圆" pitchFamily="49"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幼圆" pitchFamily="49"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幼圆" pitchFamily="49" charset="-122"/>
              </a:defRPr>
            </a:lvl9pPr>
          </a:lstStyle>
          <a:p>
            <a:fld id="{F1FDA887-4775-4941-BE9A-2C3189EA4CBE}" type="slidenum">
              <a:rPr kumimoji="0" lang="zh-CN" altLang="en-US" sz="1400">
                <a:solidFill>
                  <a:srgbClr val="000066"/>
                </a:solidFill>
                <a:latin typeface="Times New Roman" pitchFamily="18" charset="0"/>
                <a:ea typeface="宋体" pitchFamily="2" charset="-122"/>
              </a:rPr>
              <a:pPr/>
              <a:t>6</a:t>
            </a:fld>
            <a:endParaRPr kumimoji="0" lang="en-US" altLang="zh-CN" sz="1400">
              <a:solidFill>
                <a:srgbClr val="000066"/>
              </a:solidFill>
              <a:latin typeface="Times New Roman" pitchFamily="18" charset="0"/>
              <a:ea typeface="宋体" pitchFamily="2" charset="-122"/>
            </a:endParaRPr>
          </a:p>
        </p:txBody>
      </p:sp>
      <p:pic>
        <p:nvPicPr>
          <p:cNvPr id="34821" name="Picture 4" descr="https://img-blog.csdnimg.cn/20190605095634810.png?x-oss-process=image/watermark,type_ZmFuZ3poZW5naGVpdGk,shadow_10,text_aHR0cHM6Ly9ibG9nLmNzZG4ubmV0L0VsbGllWWFZYQ==,size_16,color_FFFFFF,t_7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8363" y="2840038"/>
            <a:ext cx="4594225" cy="343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p:nvPr>
        </p:nvSpPr>
        <p:spPr/>
        <p:txBody>
          <a:bodyPr/>
          <a:lstStyle/>
          <a:p>
            <a:r>
              <a:rPr lang="zh-CN" altLang="en-US" smtClean="0"/>
              <a:t>如何做</a:t>
            </a:r>
          </a:p>
        </p:txBody>
      </p:sp>
      <p:sp>
        <p:nvSpPr>
          <p:cNvPr id="36867" name="内容占位符 2"/>
          <p:cNvSpPr>
            <a:spLocks noGrp="1"/>
          </p:cNvSpPr>
          <p:nvPr>
            <p:ph idx="1"/>
          </p:nvPr>
        </p:nvSpPr>
        <p:spPr>
          <a:xfrm>
            <a:off x="457200" y="1484313"/>
            <a:ext cx="8178800" cy="865187"/>
          </a:xfrm>
        </p:spPr>
        <p:txBody>
          <a:bodyPr/>
          <a:lstStyle/>
          <a:p>
            <a:r>
              <a:rPr lang="en-US" altLang="zh-CN" smtClean="0"/>
              <a:t>step3 </a:t>
            </a:r>
            <a:r>
              <a:rPr lang="zh-CN" altLang="en-US" smtClean="0"/>
              <a:t>自顶向下层层细化</a:t>
            </a:r>
            <a:endParaRPr lang="en-US" altLang="zh-CN" smtClean="0"/>
          </a:p>
          <a:p>
            <a:endParaRPr lang="zh-CN" altLang="en-US" smtClean="0"/>
          </a:p>
        </p:txBody>
      </p:sp>
      <p:sp>
        <p:nvSpPr>
          <p:cNvPr id="36868"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itchFamily="34" charset="0"/>
                <a:ea typeface="幼圆" pitchFamily="49" charset="-122"/>
              </a:defRPr>
            </a:lvl1pPr>
            <a:lvl2pPr marL="742950" indent="-285750">
              <a:defRPr kumimoji="1" sz="2400">
                <a:solidFill>
                  <a:schemeClr val="tx1"/>
                </a:solidFill>
                <a:latin typeface="Tahoma" pitchFamily="34" charset="0"/>
                <a:ea typeface="幼圆" pitchFamily="49" charset="-122"/>
              </a:defRPr>
            </a:lvl2pPr>
            <a:lvl3pPr marL="1143000" indent="-228600">
              <a:defRPr kumimoji="1" sz="2400">
                <a:solidFill>
                  <a:schemeClr val="tx1"/>
                </a:solidFill>
                <a:latin typeface="Tahoma" pitchFamily="34" charset="0"/>
                <a:ea typeface="幼圆" pitchFamily="49" charset="-122"/>
              </a:defRPr>
            </a:lvl3pPr>
            <a:lvl4pPr marL="1600200" indent="-228600">
              <a:defRPr kumimoji="1" sz="2400">
                <a:solidFill>
                  <a:schemeClr val="tx1"/>
                </a:solidFill>
                <a:latin typeface="Tahoma" pitchFamily="34" charset="0"/>
                <a:ea typeface="幼圆" pitchFamily="49" charset="-122"/>
              </a:defRPr>
            </a:lvl4pPr>
            <a:lvl5pPr marL="2057400" indent="-228600">
              <a:defRPr kumimoji="1" sz="2400">
                <a:solidFill>
                  <a:schemeClr val="tx1"/>
                </a:solidFill>
                <a:latin typeface="Tahoma" pitchFamily="34" charset="0"/>
                <a:ea typeface="幼圆" pitchFamily="49"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幼圆" pitchFamily="49"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幼圆" pitchFamily="49"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幼圆" pitchFamily="49"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幼圆" pitchFamily="49" charset="-122"/>
              </a:defRPr>
            </a:lvl9pPr>
          </a:lstStyle>
          <a:p>
            <a:fld id="{ACD07928-A326-423B-B770-DA2BC5338DCF}" type="slidenum">
              <a:rPr kumimoji="0" lang="zh-CN" altLang="en-US" sz="1400">
                <a:solidFill>
                  <a:srgbClr val="000066"/>
                </a:solidFill>
                <a:latin typeface="Times New Roman" pitchFamily="18" charset="0"/>
                <a:ea typeface="宋体" pitchFamily="2" charset="-122"/>
              </a:rPr>
              <a:pPr/>
              <a:t>7</a:t>
            </a:fld>
            <a:endParaRPr kumimoji="0" lang="en-US" altLang="zh-CN" sz="1400">
              <a:solidFill>
                <a:srgbClr val="000066"/>
              </a:solidFill>
              <a:latin typeface="Times New Roman" pitchFamily="18" charset="0"/>
              <a:ea typeface="宋体" pitchFamily="2" charset="-122"/>
            </a:endParaRPr>
          </a:p>
        </p:txBody>
      </p:sp>
      <p:pic>
        <p:nvPicPr>
          <p:cNvPr id="36869" name="Picture 4" descr="https://img-blog.csdnimg.cn/20190605101437191.png?x-oss-process=image/watermark,type_ZmFuZ3poZW5naGVpdGk,shadow_10,text_aHR0cHM6Ly9ibG9nLmNzZG4ubmV0L0VsbGllWWFZYQ==,size_16,color_FFFFFF,t_7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150" y="2057400"/>
            <a:ext cx="5040313" cy="432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p:cNvSpPr>
          <p:nvPr>
            <p:ph type="title"/>
          </p:nvPr>
        </p:nvSpPr>
        <p:spPr/>
        <p:txBody>
          <a:bodyPr/>
          <a:lstStyle/>
          <a:p>
            <a:r>
              <a:rPr lang="zh-CN" altLang="en-US" smtClean="0"/>
              <a:t>如何做</a:t>
            </a:r>
          </a:p>
        </p:txBody>
      </p:sp>
      <p:sp>
        <p:nvSpPr>
          <p:cNvPr id="37891" name="内容占位符 2"/>
          <p:cNvSpPr>
            <a:spLocks noGrp="1"/>
          </p:cNvSpPr>
          <p:nvPr>
            <p:ph idx="1"/>
          </p:nvPr>
        </p:nvSpPr>
        <p:spPr/>
        <p:txBody>
          <a:bodyPr/>
          <a:lstStyle/>
          <a:p>
            <a:r>
              <a:rPr lang="en-US" altLang="zh-CN" smtClean="0"/>
              <a:t>step4 </a:t>
            </a:r>
            <a:r>
              <a:rPr lang="zh-CN" altLang="en-US" smtClean="0"/>
              <a:t>验证和优化架构设计方案</a:t>
            </a:r>
          </a:p>
        </p:txBody>
      </p:sp>
      <p:sp>
        <p:nvSpPr>
          <p:cNvPr id="37892"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itchFamily="34" charset="0"/>
                <a:ea typeface="幼圆" pitchFamily="49" charset="-122"/>
              </a:defRPr>
            </a:lvl1pPr>
            <a:lvl2pPr marL="742950" indent="-285750">
              <a:defRPr kumimoji="1" sz="2400">
                <a:solidFill>
                  <a:schemeClr val="tx1"/>
                </a:solidFill>
                <a:latin typeface="Tahoma" pitchFamily="34" charset="0"/>
                <a:ea typeface="幼圆" pitchFamily="49" charset="-122"/>
              </a:defRPr>
            </a:lvl2pPr>
            <a:lvl3pPr marL="1143000" indent="-228600">
              <a:defRPr kumimoji="1" sz="2400">
                <a:solidFill>
                  <a:schemeClr val="tx1"/>
                </a:solidFill>
                <a:latin typeface="Tahoma" pitchFamily="34" charset="0"/>
                <a:ea typeface="幼圆" pitchFamily="49" charset="-122"/>
              </a:defRPr>
            </a:lvl3pPr>
            <a:lvl4pPr marL="1600200" indent="-228600">
              <a:defRPr kumimoji="1" sz="2400">
                <a:solidFill>
                  <a:schemeClr val="tx1"/>
                </a:solidFill>
                <a:latin typeface="Tahoma" pitchFamily="34" charset="0"/>
                <a:ea typeface="幼圆" pitchFamily="49" charset="-122"/>
              </a:defRPr>
            </a:lvl4pPr>
            <a:lvl5pPr marL="2057400" indent="-228600">
              <a:defRPr kumimoji="1" sz="2400">
                <a:solidFill>
                  <a:schemeClr val="tx1"/>
                </a:solidFill>
                <a:latin typeface="Tahoma" pitchFamily="34" charset="0"/>
                <a:ea typeface="幼圆" pitchFamily="49"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幼圆" pitchFamily="49"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幼圆" pitchFamily="49"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幼圆" pitchFamily="49"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幼圆" pitchFamily="49" charset="-122"/>
              </a:defRPr>
            </a:lvl9pPr>
          </a:lstStyle>
          <a:p>
            <a:fld id="{5EE91C90-2074-435B-AD35-D948EEEAB267}" type="slidenum">
              <a:rPr kumimoji="0" lang="zh-CN" altLang="en-US" sz="1400">
                <a:solidFill>
                  <a:srgbClr val="000066"/>
                </a:solidFill>
                <a:latin typeface="Times New Roman" pitchFamily="18" charset="0"/>
                <a:ea typeface="宋体" pitchFamily="2" charset="-122"/>
              </a:rPr>
              <a:pPr/>
              <a:t>8</a:t>
            </a:fld>
            <a:endParaRPr kumimoji="0" lang="en-US" altLang="zh-CN" sz="1400">
              <a:solidFill>
                <a:srgbClr val="000066"/>
              </a:solidFill>
              <a:latin typeface="Times New Roman" pitchFamily="18" charset="0"/>
              <a:ea typeface="宋体" pitchFamily="2" charset="-12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p:cNvSpPr>
          <p:nvPr>
            <p:ph type="title"/>
          </p:nvPr>
        </p:nvSpPr>
        <p:spPr/>
        <p:txBody>
          <a:bodyPr/>
          <a:lstStyle/>
          <a:p>
            <a:r>
              <a:rPr lang="zh-CN" altLang="en-US" smtClean="0"/>
              <a:t>技术选型</a:t>
            </a:r>
          </a:p>
        </p:txBody>
      </p:sp>
      <p:sp>
        <p:nvSpPr>
          <p:cNvPr id="38915" name="内容占位符 2"/>
          <p:cNvSpPr>
            <a:spLocks noGrp="1"/>
          </p:cNvSpPr>
          <p:nvPr>
            <p:ph idx="1"/>
          </p:nvPr>
        </p:nvSpPr>
        <p:spPr/>
        <p:txBody>
          <a:bodyPr/>
          <a:lstStyle/>
          <a:p>
            <a:r>
              <a:rPr lang="zh-CN" altLang="en-US" b="0" smtClean="0"/>
              <a:t>受制于时间、范围和成本的约束</a:t>
            </a:r>
          </a:p>
          <a:p>
            <a:r>
              <a:rPr lang="zh-CN" altLang="en-US" b="0" smtClean="0"/>
              <a:t>要分析可行性和风险</a:t>
            </a:r>
          </a:p>
          <a:p>
            <a:r>
              <a:rPr lang="zh-CN" altLang="en-US" b="0" smtClean="0"/>
              <a:t>要考虑利益相关人</a:t>
            </a:r>
          </a:p>
          <a:p>
            <a:endParaRPr lang="zh-CN" altLang="en-US" smtClean="0"/>
          </a:p>
        </p:txBody>
      </p:sp>
      <p:sp>
        <p:nvSpPr>
          <p:cNvPr id="38916"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itchFamily="34" charset="0"/>
                <a:ea typeface="幼圆" pitchFamily="49" charset="-122"/>
              </a:defRPr>
            </a:lvl1pPr>
            <a:lvl2pPr marL="742950" indent="-285750">
              <a:defRPr kumimoji="1" sz="2400">
                <a:solidFill>
                  <a:schemeClr val="tx1"/>
                </a:solidFill>
                <a:latin typeface="Tahoma" pitchFamily="34" charset="0"/>
                <a:ea typeface="幼圆" pitchFamily="49" charset="-122"/>
              </a:defRPr>
            </a:lvl2pPr>
            <a:lvl3pPr marL="1143000" indent="-228600">
              <a:defRPr kumimoji="1" sz="2400">
                <a:solidFill>
                  <a:schemeClr val="tx1"/>
                </a:solidFill>
                <a:latin typeface="Tahoma" pitchFamily="34" charset="0"/>
                <a:ea typeface="幼圆" pitchFamily="49" charset="-122"/>
              </a:defRPr>
            </a:lvl3pPr>
            <a:lvl4pPr marL="1600200" indent="-228600">
              <a:defRPr kumimoji="1" sz="2400">
                <a:solidFill>
                  <a:schemeClr val="tx1"/>
                </a:solidFill>
                <a:latin typeface="Tahoma" pitchFamily="34" charset="0"/>
                <a:ea typeface="幼圆" pitchFamily="49" charset="-122"/>
              </a:defRPr>
            </a:lvl4pPr>
            <a:lvl5pPr marL="2057400" indent="-228600">
              <a:defRPr kumimoji="1" sz="2400">
                <a:solidFill>
                  <a:schemeClr val="tx1"/>
                </a:solidFill>
                <a:latin typeface="Tahoma" pitchFamily="34" charset="0"/>
                <a:ea typeface="幼圆" pitchFamily="49"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幼圆" pitchFamily="49"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幼圆" pitchFamily="49"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幼圆" pitchFamily="49"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幼圆" pitchFamily="49" charset="-122"/>
              </a:defRPr>
            </a:lvl9pPr>
          </a:lstStyle>
          <a:p>
            <a:fld id="{E1C25800-10F3-479B-9585-14752D4BF156}" type="slidenum">
              <a:rPr kumimoji="0" lang="zh-CN" altLang="en-US" sz="1400">
                <a:solidFill>
                  <a:srgbClr val="000066"/>
                </a:solidFill>
                <a:latin typeface="Times New Roman" pitchFamily="18" charset="0"/>
                <a:ea typeface="宋体" pitchFamily="2" charset="-122"/>
              </a:rPr>
              <a:pPr/>
              <a:t>9</a:t>
            </a:fld>
            <a:endParaRPr kumimoji="0" lang="en-US" altLang="zh-CN" sz="1400">
              <a:solidFill>
                <a:srgbClr val="000066"/>
              </a:solidFill>
              <a:latin typeface="Times New Roman" pitchFamily="18" charset="0"/>
              <a:ea typeface="宋体"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p:txBody>
          <a:bodyPr/>
          <a:lstStyle/>
          <a:p>
            <a:r>
              <a:rPr lang="zh-CN" altLang="en-US" smtClean="0"/>
              <a:t>步骤</a:t>
            </a:r>
          </a:p>
        </p:txBody>
      </p:sp>
      <p:sp>
        <p:nvSpPr>
          <p:cNvPr id="39939" name="内容占位符 2"/>
          <p:cNvSpPr>
            <a:spLocks noGrp="1"/>
          </p:cNvSpPr>
          <p:nvPr>
            <p:ph idx="1"/>
          </p:nvPr>
        </p:nvSpPr>
        <p:spPr/>
        <p:txBody>
          <a:bodyPr/>
          <a:lstStyle/>
          <a:p>
            <a:r>
              <a:rPr lang="zh-CN" altLang="en-US" smtClean="0"/>
              <a:t>问题定义</a:t>
            </a:r>
            <a:endParaRPr lang="en-US" altLang="zh-CN" smtClean="0"/>
          </a:p>
          <a:p>
            <a:r>
              <a:rPr lang="zh-CN" altLang="en-US" smtClean="0"/>
              <a:t>调研</a:t>
            </a:r>
            <a:endParaRPr lang="en-US" altLang="zh-CN" smtClean="0"/>
          </a:p>
          <a:p>
            <a:r>
              <a:rPr lang="zh-CN" altLang="en-US" smtClean="0"/>
              <a:t>验证</a:t>
            </a:r>
            <a:endParaRPr lang="en-US" altLang="zh-CN" smtClean="0"/>
          </a:p>
          <a:p>
            <a:r>
              <a:rPr lang="zh-CN" altLang="en-US" smtClean="0"/>
              <a:t>决策</a:t>
            </a:r>
          </a:p>
        </p:txBody>
      </p:sp>
      <p:sp>
        <p:nvSpPr>
          <p:cNvPr id="39940"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itchFamily="34" charset="0"/>
                <a:ea typeface="幼圆" pitchFamily="49" charset="-122"/>
              </a:defRPr>
            </a:lvl1pPr>
            <a:lvl2pPr marL="742950" indent="-285750">
              <a:defRPr kumimoji="1" sz="2400">
                <a:solidFill>
                  <a:schemeClr val="tx1"/>
                </a:solidFill>
                <a:latin typeface="Tahoma" pitchFamily="34" charset="0"/>
                <a:ea typeface="幼圆" pitchFamily="49" charset="-122"/>
              </a:defRPr>
            </a:lvl2pPr>
            <a:lvl3pPr marL="1143000" indent="-228600">
              <a:defRPr kumimoji="1" sz="2400">
                <a:solidFill>
                  <a:schemeClr val="tx1"/>
                </a:solidFill>
                <a:latin typeface="Tahoma" pitchFamily="34" charset="0"/>
                <a:ea typeface="幼圆" pitchFamily="49" charset="-122"/>
              </a:defRPr>
            </a:lvl3pPr>
            <a:lvl4pPr marL="1600200" indent="-228600">
              <a:defRPr kumimoji="1" sz="2400">
                <a:solidFill>
                  <a:schemeClr val="tx1"/>
                </a:solidFill>
                <a:latin typeface="Tahoma" pitchFamily="34" charset="0"/>
                <a:ea typeface="幼圆" pitchFamily="49" charset="-122"/>
              </a:defRPr>
            </a:lvl4pPr>
            <a:lvl5pPr marL="2057400" indent="-228600">
              <a:defRPr kumimoji="1" sz="2400">
                <a:solidFill>
                  <a:schemeClr val="tx1"/>
                </a:solidFill>
                <a:latin typeface="Tahoma" pitchFamily="34" charset="0"/>
                <a:ea typeface="幼圆" pitchFamily="49"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幼圆" pitchFamily="49"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幼圆" pitchFamily="49"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幼圆" pitchFamily="49"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幼圆" pitchFamily="49" charset="-122"/>
              </a:defRPr>
            </a:lvl9pPr>
          </a:lstStyle>
          <a:p>
            <a:fld id="{A84773FE-D30C-4929-A167-7155FAF7965A}" type="slidenum">
              <a:rPr kumimoji="0" lang="zh-CN" altLang="en-US" sz="1400">
                <a:solidFill>
                  <a:srgbClr val="000066"/>
                </a:solidFill>
                <a:latin typeface="Times New Roman" pitchFamily="18" charset="0"/>
                <a:ea typeface="宋体" pitchFamily="2" charset="-122"/>
              </a:rPr>
              <a:pPr/>
              <a:t>10</a:t>
            </a:fld>
            <a:endParaRPr kumimoji="0" lang="en-US" altLang="zh-CN" sz="1400">
              <a:solidFill>
                <a:srgbClr val="000066"/>
              </a:solidFill>
              <a:latin typeface="Times New Roman" pitchFamily="18" charset="0"/>
              <a:ea typeface="宋体"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23863" y="188913"/>
            <a:ext cx="6451600" cy="685800"/>
          </a:xfrm>
        </p:spPr>
        <p:txBody>
          <a:bodyPr/>
          <a:lstStyle/>
          <a:p>
            <a:r>
              <a:rPr lang="zh-CN" altLang="en-US" sz="2800" b="0" smtClean="0">
                <a:latin typeface="微软雅黑" pitchFamily="34" charset="-122"/>
                <a:ea typeface="微软雅黑" pitchFamily="34" charset="-122"/>
              </a:rPr>
              <a:t>常见分层原则</a:t>
            </a:r>
          </a:p>
        </p:txBody>
      </p:sp>
      <p:sp>
        <p:nvSpPr>
          <p:cNvPr id="40963" name="Rectangle 3"/>
          <p:cNvSpPr>
            <a:spLocks noGrp="1" noChangeArrowheads="1"/>
          </p:cNvSpPr>
          <p:nvPr>
            <p:ph type="body" idx="1"/>
          </p:nvPr>
        </p:nvSpPr>
        <p:spPr>
          <a:xfrm>
            <a:off x="457200" y="1268413"/>
            <a:ext cx="8218488" cy="4903787"/>
          </a:xfrm>
        </p:spPr>
        <p:txBody>
          <a:bodyPr/>
          <a:lstStyle/>
          <a:p>
            <a:pPr marL="719138" eaLnBrk="1">
              <a:lnSpc>
                <a:spcPct val="150000"/>
              </a:lnSpc>
            </a:pPr>
            <a:r>
              <a:rPr lang="zh-CN" altLang="en-US" sz="2400" b="0" smtClean="0">
                <a:solidFill>
                  <a:srgbClr val="000000"/>
                </a:solidFill>
                <a:latin typeface="楷体" pitchFamily="49" charset="-122"/>
                <a:ea typeface="楷体" pitchFamily="49" charset="-122"/>
              </a:rPr>
              <a:t>位于较高层次的设计元素可以向低层元素发送命令，低层元素只能向高层传递数据或通告，反之不行</a:t>
            </a:r>
            <a:endParaRPr lang="en-US" altLang="zh-CN" sz="2400" b="0" smtClean="0">
              <a:solidFill>
                <a:srgbClr val="000000"/>
              </a:solidFill>
              <a:latin typeface="楷体" pitchFamily="49" charset="-122"/>
              <a:ea typeface="楷体" pitchFamily="49" charset="-122"/>
            </a:endParaRPr>
          </a:p>
          <a:p>
            <a:pPr marL="719138" eaLnBrk="1">
              <a:lnSpc>
                <a:spcPct val="150000"/>
              </a:lnSpc>
            </a:pPr>
            <a:r>
              <a:rPr lang="zh-CN" altLang="en-US" sz="2400" b="0" smtClean="0">
                <a:solidFill>
                  <a:srgbClr val="000000"/>
                </a:solidFill>
                <a:latin typeface="楷体" pitchFamily="49" charset="-122"/>
                <a:ea typeface="楷体" pitchFamily="49" charset="-122"/>
              </a:rPr>
              <a:t>每个软件元素根据其职责位于最恰当的层次，不可错置</a:t>
            </a:r>
            <a:endParaRPr lang="en-US" altLang="zh-CN" sz="2400" b="0" smtClean="0">
              <a:solidFill>
                <a:srgbClr val="000000"/>
              </a:solidFill>
              <a:latin typeface="楷体" pitchFamily="49" charset="-122"/>
              <a:ea typeface="楷体" pitchFamily="49" charset="-122"/>
            </a:endParaRPr>
          </a:p>
          <a:p>
            <a:pPr marL="1252538" lvl="1" eaLnBrk="1">
              <a:lnSpc>
                <a:spcPct val="150000"/>
              </a:lnSpc>
            </a:pPr>
            <a:r>
              <a:rPr lang="zh-CN" altLang="en-US" sz="2000" b="0" smtClean="0">
                <a:solidFill>
                  <a:srgbClr val="000000"/>
                </a:solidFill>
                <a:latin typeface="微软雅黑" pitchFamily="34" charset="-122"/>
                <a:ea typeface="微软雅黑" pitchFamily="34" charset="-122"/>
              </a:rPr>
              <a:t>例如</a:t>
            </a:r>
            <a:r>
              <a:rPr lang="zh-CN" altLang="en-US" sz="2000" b="0" smtClean="0">
                <a:solidFill>
                  <a:srgbClr val="000000"/>
                </a:solidFill>
                <a:latin typeface="楷体" pitchFamily="49" charset="-122"/>
                <a:ea typeface="楷体" pitchFamily="49" charset="-122"/>
              </a:rPr>
              <a:t>，</a:t>
            </a:r>
            <a:r>
              <a:rPr lang="zh-CN" altLang="en-US" sz="2000" b="0" smtClean="0">
                <a:solidFill>
                  <a:srgbClr val="000000"/>
                </a:solidFill>
                <a:latin typeface="微软雅黑" pitchFamily="34" charset="-122"/>
                <a:ea typeface="微软雅黑" pitchFamily="34" charset="-122"/>
              </a:rPr>
              <a:t>核心层不能包含界面呈现和用户输入接收职责</a:t>
            </a:r>
            <a:r>
              <a:rPr lang="zh-CN" altLang="en-US" sz="2000" b="0" smtClean="0">
                <a:solidFill>
                  <a:srgbClr val="000000"/>
                </a:solidFill>
                <a:latin typeface="楷体" pitchFamily="49" charset="-122"/>
                <a:ea typeface="楷体" pitchFamily="49" charset="-122"/>
              </a:rPr>
              <a:t>，</a:t>
            </a:r>
            <a:r>
              <a:rPr lang="zh-CN" altLang="en-US" sz="2000" b="0" smtClean="0">
                <a:solidFill>
                  <a:srgbClr val="000000"/>
                </a:solidFill>
                <a:latin typeface="微软雅黑" pitchFamily="34" charset="-122"/>
                <a:ea typeface="微软雅黑" pitchFamily="34" charset="-122"/>
              </a:rPr>
              <a:t>也不能直接与外部实体交互</a:t>
            </a:r>
            <a:endParaRPr lang="en-US" altLang="zh-CN" sz="2000" b="0" smtClean="0">
              <a:solidFill>
                <a:srgbClr val="000000"/>
              </a:solidFill>
              <a:latin typeface="微软雅黑" pitchFamily="34" charset="-122"/>
              <a:ea typeface="微软雅黑" pitchFamily="34" charset="-122"/>
            </a:endParaRP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5DC88372-FE65-4C86-BE02-54040AE01CA4}" type="slidenum">
              <a:rPr lang="zh-CN" altLang="en-US" sz="1600">
                <a:solidFill>
                  <a:srgbClr val="000066"/>
                </a:solidFill>
                <a:latin typeface="微软雅黑" pitchFamily="34" charset="-122"/>
                <a:ea typeface="微软雅黑" pitchFamily="34" charset="-122"/>
              </a:rPr>
              <a:pPr/>
              <a:t>11</a:t>
            </a:fld>
            <a:endParaRPr lang="en-US" altLang="zh-CN" sz="1600">
              <a:solidFill>
                <a:srgbClr val="000066"/>
              </a:solidFill>
              <a:latin typeface="微软雅黑" pitchFamily="34" charset="-122"/>
              <a:ea typeface="微软雅黑" pitchFamily="34" charset="-122"/>
            </a:endParaRPr>
          </a:p>
        </p:txBody>
      </p:sp>
    </p:spTree>
    <p:custDataLst>
      <p:tags r:id="rId1"/>
    </p:custData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title"/>
          </p:nvPr>
        </p:nvSpPr>
        <p:spPr/>
        <p:txBody>
          <a:bodyPr/>
          <a:lstStyle/>
          <a:p>
            <a:endParaRPr lang="zh-CN" altLang="en-US" smtClean="0"/>
          </a:p>
        </p:txBody>
      </p:sp>
      <p:sp>
        <p:nvSpPr>
          <p:cNvPr id="41987"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itchFamily="34" charset="0"/>
                <a:ea typeface="幼圆" pitchFamily="49" charset="-122"/>
              </a:defRPr>
            </a:lvl1pPr>
            <a:lvl2pPr marL="742950" indent="-285750">
              <a:defRPr kumimoji="1" sz="2400">
                <a:solidFill>
                  <a:schemeClr val="tx1"/>
                </a:solidFill>
                <a:latin typeface="Tahoma" pitchFamily="34" charset="0"/>
                <a:ea typeface="幼圆" pitchFamily="49" charset="-122"/>
              </a:defRPr>
            </a:lvl2pPr>
            <a:lvl3pPr marL="1143000" indent="-228600">
              <a:defRPr kumimoji="1" sz="2400">
                <a:solidFill>
                  <a:schemeClr val="tx1"/>
                </a:solidFill>
                <a:latin typeface="Tahoma" pitchFamily="34" charset="0"/>
                <a:ea typeface="幼圆" pitchFamily="49" charset="-122"/>
              </a:defRPr>
            </a:lvl3pPr>
            <a:lvl4pPr marL="1600200" indent="-228600">
              <a:defRPr kumimoji="1" sz="2400">
                <a:solidFill>
                  <a:schemeClr val="tx1"/>
                </a:solidFill>
                <a:latin typeface="Tahoma" pitchFamily="34" charset="0"/>
                <a:ea typeface="幼圆" pitchFamily="49" charset="-122"/>
              </a:defRPr>
            </a:lvl4pPr>
            <a:lvl5pPr marL="2057400" indent="-228600">
              <a:defRPr kumimoji="1" sz="2400">
                <a:solidFill>
                  <a:schemeClr val="tx1"/>
                </a:solidFill>
                <a:latin typeface="Tahoma" pitchFamily="34" charset="0"/>
                <a:ea typeface="幼圆" pitchFamily="49"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幼圆" pitchFamily="49"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幼圆" pitchFamily="49"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幼圆" pitchFamily="49"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幼圆" pitchFamily="49" charset="-122"/>
              </a:defRPr>
            </a:lvl9pPr>
          </a:lstStyle>
          <a:p>
            <a:fld id="{FC384EC7-2326-4219-B962-2C126A63A436}" type="slidenum">
              <a:rPr kumimoji="0" lang="zh-CN" altLang="en-US" sz="1400">
                <a:solidFill>
                  <a:srgbClr val="000066"/>
                </a:solidFill>
                <a:latin typeface="Times New Roman" pitchFamily="18" charset="0"/>
                <a:ea typeface="宋体" pitchFamily="2" charset="-122"/>
              </a:rPr>
              <a:pPr/>
              <a:t>12</a:t>
            </a:fld>
            <a:endParaRPr kumimoji="0" lang="en-US" altLang="zh-CN" sz="1400">
              <a:solidFill>
                <a:srgbClr val="000066"/>
              </a:solidFill>
              <a:latin typeface="Times New Roman" pitchFamily="18" charset="0"/>
              <a:ea typeface="宋体" pitchFamily="2" charset="-122"/>
            </a:endParaRPr>
          </a:p>
        </p:txBody>
      </p:sp>
      <p:graphicFrame>
        <p:nvGraphicFramePr>
          <p:cNvPr id="5" name="内容占位符 4"/>
          <p:cNvGraphicFramePr>
            <a:graphicFrameLocks noGrp="1"/>
          </p:cNvGraphicFramePr>
          <p:nvPr>
            <p:ph idx="1"/>
          </p:nvPr>
        </p:nvGraphicFramePr>
        <p:xfrm>
          <a:off x="457200" y="1484313"/>
          <a:ext cx="8178800" cy="46878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0770" name="Rectangle 2"/>
          <p:cNvSpPr>
            <a:spLocks noGrp="1" noChangeArrowheads="1"/>
          </p:cNvSpPr>
          <p:nvPr>
            <p:ph type="title"/>
          </p:nvPr>
        </p:nvSpPr>
        <p:spPr/>
        <p:txBody>
          <a:bodyPr/>
          <a:lstStyle/>
          <a:p>
            <a:pPr>
              <a:defRPr/>
            </a:pPr>
            <a:r>
              <a:rPr lang="en-US" altLang="zh-CN" sz="2800" b="0" dirty="0">
                <a:effectLst>
                  <a:outerShdw blurRad="38100" dist="38100" dir="2700000" algn="tl">
                    <a:srgbClr val="000000">
                      <a:alpha val="43137"/>
                    </a:srgbClr>
                  </a:outerShdw>
                </a:effectLst>
                <a:latin typeface="微软雅黑" pitchFamily="34" charset="-122"/>
                <a:ea typeface="微软雅黑" pitchFamily="34" charset="-122"/>
              </a:rPr>
              <a:t>MVC</a:t>
            </a:r>
            <a:r>
              <a:rPr lang="zh-CN" altLang="en-US" sz="2800" b="0" dirty="0">
                <a:effectLst>
                  <a:outerShdw blurRad="38100" dist="38100" dir="2700000" algn="tl">
                    <a:srgbClr val="000000">
                      <a:alpha val="43137"/>
                    </a:srgbClr>
                  </a:outerShdw>
                </a:effectLst>
                <a:latin typeface="微软雅黑" pitchFamily="34" charset="-122"/>
                <a:ea typeface="微软雅黑" pitchFamily="34" charset="-122"/>
              </a:rPr>
              <a:t>模式的适用场景和问题</a:t>
            </a:r>
          </a:p>
        </p:txBody>
      </p:sp>
      <p:sp>
        <p:nvSpPr>
          <p:cNvPr id="2"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sz="2000" b="1">
                <a:solidFill>
                  <a:schemeClr val="tx1"/>
                </a:solidFill>
                <a:latin typeface="幼圆" pitchFamily="49" charset="-122"/>
                <a:ea typeface="幼圆" pitchFamily="49" charset="-122"/>
                <a:cs typeface="楷体_GB2312"/>
              </a:defRPr>
            </a:lvl5pPr>
            <a:lvl6pPr marL="2514600" indent="-228600">
              <a:defRPr kumimoji="1" sz="2000" b="1">
                <a:solidFill>
                  <a:schemeClr val="tx1"/>
                </a:solidFill>
                <a:latin typeface="幼圆" pitchFamily="49" charset="-122"/>
                <a:ea typeface="幼圆" pitchFamily="49" charset="-122"/>
                <a:cs typeface="楷体_GB2312"/>
              </a:defRPr>
            </a:lvl6pPr>
            <a:lvl7pPr marL="2971800" indent="-228600">
              <a:defRPr kumimoji="1" sz="2000" b="1">
                <a:solidFill>
                  <a:schemeClr val="tx1"/>
                </a:solidFill>
                <a:latin typeface="幼圆" pitchFamily="49" charset="-122"/>
                <a:ea typeface="幼圆" pitchFamily="49" charset="-122"/>
                <a:cs typeface="楷体_GB2312"/>
              </a:defRPr>
            </a:lvl7pPr>
            <a:lvl8pPr marL="3429000" indent="-228600">
              <a:defRPr kumimoji="1" sz="2000" b="1">
                <a:solidFill>
                  <a:schemeClr val="tx1"/>
                </a:solidFill>
                <a:latin typeface="幼圆" pitchFamily="49" charset="-122"/>
                <a:ea typeface="幼圆" pitchFamily="49" charset="-122"/>
                <a:cs typeface="楷体_GB2312"/>
              </a:defRPr>
            </a:lvl8pPr>
            <a:lvl9pPr marL="3886200" indent="-228600">
              <a:defRPr kumimoji="1" sz="2000" b="1">
                <a:solidFill>
                  <a:schemeClr val="tx1"/>
                </a:solidFill>
                <a:latin typeface="幼圆" pitchFamily="49" charset="-122"/>
                <a:ea typeface="幼圆" pitchFamily="49" charset="-122"/>
                <a:cs typeface="楷体_GB2312"/>
              </a:defRPr>
            </a:lvl9pPr>
          </a:lstStyle>
          <a:p>
            <a:pPr>
              <a:spcBef>
                <a:spcPct val="20000"/>
              </a:spcBef>
              <a:buClr>
                <a:srgbClr val="3333CC"/>
              </a:buClr>
            </a:pPr>
            <a:fld id="{5E8594CB-0D76-416C-AE13-6B452993D084}" type="slidenum">
              <a:rPr lang="zh-CN" altLang="en-US" sz="1600">
                <a:solidFill>
                  <a:srgbClr val="000066"/>
                </a:solidFill>
                <a:latin typeface="微软雅黑" pitchFamily="34" charset="-122"/>
                <a:ea typeface="微软雅黑" pitchFamily="34" charset="-122"/>
              </a:rPr>
              <a:pPr>
                <a:spcBef>
                  <a:spcPct val="20000"/>
                </a:spcBef>
                <a:buClr>
                  <a:srgbClr val="3333CC"/>
                </a:buClr>
              </a:pPr>
              <a:t>13</a:t>
            </a:fld>
            <a:endParaRPr lang="en-US" altLang="zh-CN" sz="1600">
              <a:solidFill>
                <a:srgbClr val="000066"/>
              </a:solidFill>
              <a:latin typeface="微软雅黑" pitchFamily="34" charset="-122"/>
              <a:ea typeface="微软雅黑" pitchFamily="34" charset="-122"/>
            </a:endParaRPr>
          </a:p>
        </p:txBody>
      </p:sp>
      <p:sp>
        <p:nvSpPr>
          <p:cNvPr id="44036" name="Rectangle 3"/>
          <p:cNvSpPr txBox="1">
            <a:spLocks noChangeArrowheads="1"/>
          </p:cNvSpPr>
          <p:nvPr/>
        </p:nvSpPr>
        <p:spPr bwMode="auto">
          <a:xfrm>
            <a:off x="179388" y="1268413"/>
            <a:ext cx="8424862" cy="490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a:defRPr kumimoji="1" sz="2800" b="1">
                <a:solidFill>
                  <a:schemeClr val="tx1"/>
                </a:solidFill>
                <a:latin typeface="楷体_GB2312"/>
                <a:ea typeface="楷体_GB2312"/>
                <a:cs typeface="楷体_GB2312"/>
              </a:defRPr>
            </a:lvl2pPr>
            <a:lvl3pPr>
              <a:defRPr kumimoji="1" sz="2400" b="1">
                <a:solidFill>
                  <a:schemeClr val="tx1"/>
                </a:solidFill>
                <a:latin typeface="幼圆" pitchFamily="49" charset="-122"/>
                <a:ea typeface="幼圆" pitchFamily="49" charset="-122"/>
                <a:cs typeface="楷体_GB2312"/>
              </a:defRPr>
            </a:lvl3pPr>
            <a:lvl4pPr>
              <a:defRPr kumimoji="1" sz="2000" b="1">
                <a:solidFill>
                  <a:schemeClr val="tx1"/>
                </a:solidFill>
                <a:latin typeface="幼圆" pitchFamily="49" charset="-122"/>
                <a:ea typeface="幼圆" pitchFamily="49" charset="-122"/>
                <a:cs typeface="楷体_GB2312"/>
              </a:defRPr>
            </a:lvl4pPr>
            <a:lvl5pPr>
              <a:defRPr kumimoji="1" sz="2000" b="1">
                <a:solidFill>
                  <a:schemeClr val="tx1"/>
                </a:solidFill>
                <a:latin typeface="幼圆" pitchFamily="49" charset="-122"/>
                <a:ea typeface="幼圆" pitchFamily="49" charset="-122"/>
                <a:cs typeface="楷体_GB2312"/>
              </a:defRPr>
            </a:lvl5pPr>
            <a:lvl6pPr>
              <a:defRPr kumimoji="1" sz="2000" b="1">
                <a:solidFill>
                  <a:schemeClr val="tx1"/>
                </a:solidFill>
                <a:latin typeface="幼圆" pitchFamily="49" charset="-122"/>
                <a:ea typeface="幼圆" pitchFamily="49" charset="-122"/>
                <a:cs typeface="楷体_GB2312"/>
              </a:defRPr>
            </a:lvl6pPr>
            <a:lvl7pPr>
              <a:defRPr kumimoji="1" sz="2000" b="1">
                <a:solidFill>
                  <a:schemeClr val="tx1"/>
                </a:solidFill>
                <a:latin typeface="幼圆" pitchFamily="49" charset="-122"/>
                <a:ea typeface="幼圆" pitchFamily="49" charset="-122"/>
                <a:cs typeface="楷体_GB2312"/>
              </a:defRPr>
            </a:lvl7pPr>
            <a:lvl8pPr>
              <a:defRPr kumimoji="1" sz="2000" b="1">
                <a:solidFill>
                  <a:schemeClr val="tx1"/>
                </a:solidFill>
                <a:latin typeface="幼圆" pitchFamily="49" charset="-122"/>
                <a:ea typeface="幼圆" pitchFamily="49" charset="-122"/>
                <a:cs typeface="楷体_GB2312"/>
              </a:defRPr>
            </a:lvl8pPr>
            <a:lvl9pPr>
              <a:defRPr kumimoji="1" sz="2000" b="1">
                <a:solidFill>
                  <a:schemeClr val="tx1"/>
                </a:solidFill>
                <a:latin typeface="幼圆" pitchFamily="49" charset="-122"/>
                <a:ea typeface="幼圆" pitchFamily="49" charset="-122"/>
                <a:cs typeface="楷体_GB2312"/>
              </a:defRPr>
            </a:lvl9pPr>
          </a:lstStyle>
          <a:p>
            <a:pPr marL="457200" indent="-457200" eaLnBrk="1">
              <a:lnSpc>
                <a:spcPct val="140000"/>
              </a:lnSpc>
              <a:spcBef>
                <a:spcPct val="20000"/>
              </a:spcBef>
              <a:buClr>
                <a:srgbClr val="3333CC"/>
              </a:buClr>
              <a:buFont typeface="Wingdings" pitchFamily="2" charset="2"/>
              <a:buChar char="p"/>
            </a:pPr>
            <a:r>
              <a:rPr lang="zh-CN" altLang="en-US" b="0">
                <a:solidFill>
                  <a:srgbClr val="000000"/>
                </a:solidFill>
                <a:latin typeface="楷体" pitchFamily="49" charset="-122"/>
                <a:ea typeface="楷体" pitchFamily="49" charset="-122"/>
              </a:rPr>
              <a:t>要求目标软件系统具有灵活的人机交互接口，例如</a:t>
            </a:r>
            <a:endParaRPr lang="en-US" altLang="zh-CN" b="0">
              <a:solidFill>
                <a:srgbClr val="000000"/>
              </a:solidFill>
              <a:latin typeface="楷体" pitchFamily="49" charset="-122"/>
              <a:ea typeface="楷体" pitchFamily="49" charset="-122"/>
            </a:endParaRPr>
          </a:p>
          <a:p>
            <a:pPr marL="990600" lvl="1" indent="-354013" eaLnBrk="1">
              <a:lnSpc>
                <a:spcPct val="140000"/>
              </a:lnSpc>
              <a:spcBef>
                <a:spcPct val="20000"/>
              </a:spcBef>
              <a:buClr>
                <a:srgbClr val="3333CC"/>
              </a:buClr>
              <a:buFont typeface="Wingdings" pitchFamily="2" charset="2"/>
              <a:buBlip>
                <a:blip r:embed="rId3"/>
              </a:buBlip>
            </a:pPr>
            <a:r>
              <a:rPr lang="zh-CN" altLang="en-US" sz="2600" b="0">
                <a:solidFill>
                  <a:srgbClr val="000000"/>
                </a:solidFill>
                <a:latin typeface="微软雅黑" pitchFamily="34" charset="-122"/>
                <a:ea typeface="微软雅黑" pitchFamily="34" charset="-122"/>
              </a:rPr>
              <a:t>相同的业务数据在不同窗口呈现为不同的表示形式</a:t>
            </a:r>
            <a:r>
              <a:rPr lang="zh-CN" altLang="en-US" sz="2600" b="0">
                <a:solidFill>
                  <a:srgbClr val="000000"/>
                </a:solidFill>
                <a:latin typeface="楷体" pitchFamily="49" charset="-122"/>
                <a:ea typeface="楷体" pitchFamily="49" charset="-122"/>
              </a:rPr>
              <a:t>；</a:t>
            </a:r>
            <a:endParaRPr lang="en-US" altLang="zh-CN" sz="2600" b="0">
              <a:solidFill>
                <a:srgbClr val="000000"/>
              </a:solidFill>
              <a:latin typeface="楷体" pitchFamily="49" charset="-122"/>
              <a:ea typeface="楷体" pitchFamily="49" charset="-122"/>
            </a:endParaRPr>
          </a:p>
          <a:p>
            <a:pPr marL="990600" lvl="1" indent="-354013">
              <a:lnSpc>
                <a:spcPct val="140000"/>
              </a:lnSpc>
              <a:spcBef>
                <a:spcPct val="20000"/>
              </a:spcBef>
              <a:buClr>
                <a:srgbClr val="3333CC"/>
              </a:buClr>
              <a:buFont typeface="Wingdings" pitchFamily="2" charset="2"/>
              <a:buBlip>
                <a:blip r:embed="rId3"/>
              </a:buBlip>
            </a:pPr>
            <a:r>
              <a:rPr lang="zh-CN" altLang="en-US" sz="2600" b="0">
                <a:solidFill>
                  <a:srgbClr val="000000"/>
                </a:solidFill>
                <a:latin typeface="微软雅黑" pitchFamily="34" charset="-122"/>
                <a:ea typeface="微软雅黑" pitchFamily="34" charset="-122"/>
              </a:rPr>
              <a:t>对用户界面的修改尽量不影响系统内部的业务处理逻辑</a:t>
            </a:r>
            <a:r>
              <a:rPr lang="zh-CN" altLang="en-US" sz="2600" b="0">
                <a:solidFill>
                  <a:srgbClr val="000000"/>
                </a:solidFill>
                <a:latin typeface="楷体" pitchFamily="49" charset="-122"/>
                <a:ea typeface="楷体" pitchFamily="49" charset="-122"/>
              </a:rPr>
              <a:t>；</a:t>
            </a:r>
            <a:endParaRPr lang="en-US" altLang="zh-CN" sz="2600" b="0">
              <a:solidFill>
                <a:srgbClr val="000000"/>
              </a:solidFill>
              <a:latin typeface="微软雅黑" pitchFamily="34" charset="-122"/>
              <a:ea typeface="微软雅黑" pitchFamily="34" charset="-122"/>
            </a:endParaRPr>
          </a:p>
          <a:p>
            <a:pPr marL="990600" lvl="1" indent="-354013" eaLnBrk="1">
              <a:lnSpc>
                <a:spcPct val="140000"/>
              </a:lnSpc>
              <a:spcBef>
                <a:spcPct val="20000"/>
              </a:spcBef>
              <a:buClr>
                <a:srgbClr val="3333CC"/>
              </a:buClr>
              <a:buFont typeface="Wingdings" pitchFamily="2" charset="2"/>
              <a:buBlip>
                <a:blip r:embed="rId3"/>
              </a:buBlip>
            </a:pPr>
            <a:r>
              <a:rPr lang="zh-CN" altLang="en-US" sz="2600" b="0">
                <a:solidFill>
                  <a:srgbClr val="000000"/>
                </a:solidFill>
                <a:latin typeface="微软雅黑" pitchFamily="34" charset="-122"/>
                <a:ea typeface="微软雅黑" pitchFamily="34" charset="-122"/>
              </a:rPr>
              <a:t>支持不同的界面风格</a:t>
            </a:r>
            <a:r>
              <a:rPr lang="zh-CN" altLang="en-US" sz="2600" b="0">
                <a:solidFill>
                  <a:srgbClr val="000000"/>
                </a:solidFill>
                <a:latin typeface="楷体" pitchFamily="49" charset="-122"/>
                <a:ea typeface="楷体" pitchFamily="49" charset="-122"/>
              </a:rPr>
              <a:t>，</a:t>
            </a:r>
            <a:r>
              <a:rPr lang="zh-CN" altLang="en-US" sz="2600" b="0">
                <a:solidFill>
                  <a:srgbClr val="000000"/>
                </a:solidFill>
                <a:latin typeface="微软雅黑" pitchFamily="34" charset="-122"/>
                <a:ea typeface="微软雅黑" pitchFamily="34" charset="-122"/>
              </a:rPr>
              <a:t>甚至不同类型的终端设备</a:t>
            </a:r>
            <a:r>
              <a:rPr lang="zh-CN" altLang="en-US" sz="2600" b="0">
                <a:solidFill>
                  <a:srgbClr val="000000"/>
                </a:solidFill>
                <a:latin typeface="楷体" pitchFamily="49" charset="-122"/>
                <a:ea typeface="楷体" pitchFamily="49" charset="-122"/>
              </a:rPr>
              <a:t>；</a:t>
            </a:r>
            <a:r>
              <a:rPr lang="zh-CN" altLang="en-US" sz="2600" b="0">
                <a:solidFill>
                  <a:srgbClr val="000000"/>
                </a:solidFill>
                <a:latin typeface="微软雅黑" pitchFamily="34" charset="-122"/>
                <a:ea typeface="微软雅黑" pitchFamily="34" charset="-122"/>
              </a:rPr>
              <a:t>等</a:t>
            </a:r>
            <a:endParaRPr lang="en-US" altLang="zh-CN" sz="2600" b="0">
              <a:solidFill>
                <a:srgbClr val="000000"/>
              </a:solidFill>
              <a:latin typeface="微软雅黑" pitchFamily="34" charset="-122"/>
              <a:ea typeface="微软雅黑" pitchFamily="34" charset="-122"/>
            </a:endParaRPr>
          </a:p>
        </p:txBody>
      </p:sp>
    </p:spTree>
    <p:custDataLst>
      <p:tags r:id="rId1"/>
    </p:custData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323850" y="188913"/>
            <a:ext cx="6494463" cy="685800"/>
          </a:xfrm>
        </p:spPr>
        <p:txBody>
          <a:bodyPr/>
          <a:lstStyle/>
          <a:p>
            <a:r>
              <a:rPr lang="en-US" altLang="zh-CN" sz="2800" b="0" smtClean="0">
                <a:latin typeface="微软雅黑" pitchFamily="34" charset="-122"/>
                <a:ea typeface="微软雅黑" pitchFamily="34" charset="-122"/>
              </a:rPr>
              <a:t>MVC</a:t>
            </a:r>
            <a:r>
              <a:rPr lang="zh-CN" altLang="en-US" sz="2800" b="0" smtClean="0">
                <a:latin typeface="微软雅黑" pitchFamily="34" charset="-122"/>
                <a:ea typeface="微软雅黑" pitchFamily="34" charset="-122"/>
              </a:rPr>
              <a:t>模式示意图</a:t>
            </a:r>
          </a:p>
        </p:txBody>
      </p:sp>
      <p:sp>
        <p:nvSpPr>
          <p:cNvPr id="2"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sz="2000" b="1">
                <a:solidFill>
                  <a:schemeClr val="tx1"/>
                </a:solidFill>
                <a:latin typeface="幼圆" pitchFamily="49" charset="-122"/>
                <a:ea typeface="幼圆" pitchFamily="49" charset="-122"/>
                <a:cs typeface="楷体_GB2312"/>
              </a:defRPr>
            </a:lvl5pPr>
            <a:lvl6pPr marL="2514600" indent="-228600">
              <a:defRPr kumimoji="1" sz="2000" b="1">
                <a:solidFill>
                  <a:schemeClr val="tx1"/>
                </a:solidFill>
                <a:latin typeface="幼圆" pitchFamily="49" charset="-122"/>
                <a:ea typeface="幼圆" pitchFamily="49" charset="-122"/>
                <a:cs typeface="楷体_GB2312"/>
              </a:defRPr>
            </a:lvl6pPr>
            <a:lvl7pPr marL="2971800" indent="-228600">
              <a:defRPr kumimoji="1" sz="2000" b="1">
                <a:solidFill>
                  <a:schemeClr val="tx1"/>
                </a:solidFill>
                <a:latin typeface="幼圆" pitchFamily="49" charset="-122"/>
                <a:ea typeface="幼圆" pitchFamily="49" charset="-122"/>
                <a:cs typeface="楷体_GB2312"/>
              </a:defRPr>
            </a:lvl7pPr>
            <a:lvl8pPr marL="3429000" indent="-228600">
              <a:defRPr kumimoji="1" sz="2000" b="1">
                <a:solidFill>
                  <a:schemeClr val="tx1"/>
                </a:solidFill>
                <a:latin typeface="幼圆" pitchFamily="49" charset="-122"/>
                <a:ea typeface="幼圆" pitchFamily="49" charset="-122"/>
                <a:cs typeface="楷体_GB2312"/>
              </a:defRPr>
            </a:lvl8pPr>
            <a:lvl9pPr marL="3886200" indent="-228600">
              <a:defRPr kumimoji="1" sz="2000" b="1">
                <a:solidFill>
                  <a:schemeClr val="tx1"/>
                </a:solidFill>
                <a:latin typeface="幼圆" pitchFamily="49" charset="-122"/>
                <a:ea typeface="幼圆" pitchFamily="49" charset="-122"/>
                <a:cs typeface="楷体_GB2312"/>
              </a:defRPr>
            </a:lvl9pPr>
          </a:lstStyle>
          <a:p>
            <a:pPr>
              <a:spcBef>
                <a:spcPct val="20000"/>
              </a:spcBef>
              <a:buClr>
                <a:srgbClr val="3333CC"/>
              </a:buClr>
            </a:pPr>
            <a:fld id="{84740834-63A3-44EE-B116-712E97F96642}" type="slidenum">
              <a:rPr lang="zh-CN" altLang="en-US" sz="1600">
                <a:solidFill>
                  <a:srgbClr val="000066"/>
                </a:solidFill>
                <a:latin typeface="微软雅黑" pitchFamily="34" charset="-122"/>
                <a:ea typeface="微软雅黑" pitchFamily="34" charset="-122"/>
              </a:rPr>
              <a:pPr>
                <a:spcBef>
                  <a:spcPct val="20000"/>
                </a:spcBef>
                <a:buClr>
                  <a:srgbClr val="3333CC"/>
                </a:buClr>
              </a:pPr>
              <a:t>14</a:t>
            </a:fld>
            <a:endParaRPr lang="en-US" altLang="zh-CN" sz="1600">
              <a:solidFill>
                <a:srgbClr val="000066"/>
              </a:solidFill>
              <a:latin typeface="微软雅黑" pitchFamily="34" charset="-122"/>
              <a:ea typeface="微软雅黑" pitchFamily="34" charset="-122"/>
            </a:endParaRPr>
          </a:p>
        </p:txBody>
      </p:sp>
      <p:pic>
        <p:nvPicPr>
          <p:cNvPr id="45060"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8" y="1196975"/>
            <a:ext cx="8323262" cy="4681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r>
              <a:rPr lang="en-US" altLang="zh-CN" sz="2800" b="0" smtClean="0">
                <a:latin typeface="微软雅黑" pitchFamily="34" charset="-122"/>
                <a:ea typeface="微软雅黑" pitchFamily="34" charset="-122"/>
              </a:rPr>
              <a:t>MVC</a:t>
            </a:r>
            <a:r>
              <a:rPr lang="zh-CN" altLang="en-US" sz="2800" b="0" smtClean="0">
                <a:latin typeface="微软雅黑" pitchFamily="34" charset="-122"/>
                <a:ea typeface="微软雅黑" pitchFamily="34" charset="-122"/>
              </a:rPr>
              <a:t>模式示意图的解释性说明</a:t>
            </a:r>
            <a:r>
              <a:rPr lang="en-US" altLang="zh-CN" sz="2800" b="0" smtClean="0">
                <a:latin typeface="微软雅黑" pitchFamily="34" charset="-122"/>
                <a:ea typeface="微软雅黑" pitchFamily="34" charset="-122"/>
              </a:rPr>
              <a:t>(1)</a:t>
            </a:r>
            <a:endParaRPr lang="zh-CN" altLang="en-US" sz="2800" b="0" smtClean="0">
              <a:latin typeface="微软雅黑" pitchFamily="34" charset="-122"/>
              <a:ea typeface="微软雅黑" pitchFamily="34" charset="-122"/>
            </a:endParaRP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E09B8A84-ED3F-45A2-B09D-E0104AA1E7E3}" type="slidenum">
              <a:rPr lang="zh-CN" altLang="en-US" sz="1600">
                <a:solidFill>
                  <a:srgbClr val="000066"/>
                </a:solidFill>
                <a:latin typeface="微软雅黑" pitchFamily="34" charset="-122"/>
                <a:ea typeface="微软雅黑" pitchFamily="34" charset="-122"/>
              </a:rPr>
              <a:pPr/>
              <a:t>15</a:t>
            </a:fld>
            <a:endParaRPr lang="en-US" altLang="zh-CN" sz="1600">
              <a:solidFill>
                <a:srgbClr val="000066"/>
              </a:solidFill>
              <a:latin typeface="微软雅黑" pitchFamily="34" charset="-122"/>
              <a:ea typeface="微软雅黑" pitchFamily="34" charset="-122"/>
            </a:endParaRPr>
          </a:p>
        </p:txBody>
      </p:sp>
      <p:sp>
        <p:nvSpPr>
          <p:cNvPr id="74756" name="Rectangle 3"/>
          <p:cNvSpPr txBox="1">
            <a:spLocks noChangeArrowheads="1"/>
          </p:cNvSpPr>
          <p:nvPr/>
        </p:nvSpPr>
        <p:spPr bwMode="auto">
          <a:xfrm>
            <a:off x="179388" y="1268413"/>
            <a:ext cx="8496300" cy="490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a:defRPr kumimoji="1" sz="2800" b="1">
                <a:solidFill>
                  <a:schemeClr val="tx1"/>
                </a:solidFill>
                <a:latin typeface="楷体_GB2312"/>
                <a:ea typeface="楷体_GB2312"/>
                <a:cs typeface="楷体_GB2312"/>
              </a:defRPr>
            </a:lvl2pPr>
            <a:lvl3pPr>
              <a:defRPr kumimoji="1" sz="2400" b="1">
                <a:solidFill>
                  <a:schemeClr val="tx1"/>
                </a:solidFill>
                <a:latin typeface="幼圆" pitchFamily="49" charset="-122"/>
                <a:ea typeface="幼圆" pitchFamily="49" charset="-122"/>
                <a:cs typeface="楷体_GB2312"/>
              </a:defRPr>
            </a:lvl3pPr>
            <a:lvl4pPr>
              <a:defRPr kumimoji="1" sz="2000" b="1">
                <a:solidFill>
                  <a:schemeClr val="tx1"/>
                </a:solidFill>
                <a:latin typeface="幼圆" pitchFamily="49" charset="-122"/>
                <a:ea typeface="幼圆" pitchFamily="49" charset="-122"/>
                <a:cs typeface="楷体_GB2312"/>
              </a:defRPr>
            </a:lvl4pPr>
            <a:lvl5pPr>
              <a:defRPr kumimoji="1" b="1">
                <a:solidFill>
                  <a:schemeClr val="tx1"/>
                </a:solidFill>
                <a:latin typeface="幼圆" pitchFamily="49" charset="-122"/>
                <a:ea typeface="幼圆" pitchFamily="49" charset="-122"/>
                <a:cs typeface="楷体_GB2312"/>
              </a:defRPr>
            </a:lvl5pPr>
            <a:lvl6pPr>
              <a:defRPr kumimoji="1" b="1">
                <a:solidFill>
                  <a:schemeClr val="tx1"/>
                </a:solidFill>
                <a:latin typeface="幼圆" pitchFamily="49" charset="-122"/>
                <a:ea typeface="幼圆" pitchFamily="49" charset="-122"/>
                <a:cs typeface="楷体_GB2312"/>
              </a:defRPr>
            </a:lvl6pPr>
            <a:lvl7pPr>
              <a:defRPr kumimoji="1" b="1">
                <a:solidFill>
                  <a:schemeClr val="tx1"/>
                </a:solidFill>
                <a:latin typeface="幼圆" pitchFamily="49" charset="-122"/>
                <a:ea typeface="幼圆" pitchFamily="49" charset="-122"/>
                <a:cs typeface="楷体_GB2312"/>
              </a:defRPr>
            </a:lvl7pPr>
            <a:lvl8pPr>
              <a:defRPr kumimoji="1" b="1">
                <a:solidFill>
                  <a:schemeClr val="tx1"/>
                </a:solidFill>
                <a:latin typeface="幼圆" pitchFamily="49" charset="-122"/>
                <a:ea typeface="幼圆" pitchFamily="49" charset="-122"/>
                <a:cs typeface="楷体_GB2312"/>
              </a:defRPr>
            </a:lvl8pPr>
            <a:lvl9pPr>
              <a:defRPr kumimoji="1" b="1">
                <a:solidFill>
                  <a:schemeClr val="tx1"/>
                </a:solidFill>
                <a:latin typeface="幼圆" pitchFamily="49" charset="-122"/>
                <a:ea typeface="幼圆" pitchFamily="49" charset="-122"/>
                <a:cs typeface="楷体_GB2312"/>
              </a:defRPr>
            </a:lvl9pPr>
          </a:lstStyle>
          <a:p>
            <a:pPr marL="457200" indent="-457200">
              <a:lnSpc>
                <a:spcPct val="150000"/>
              </a:lnSpc>
              <a:spcBef>
                <a:spcPct val="20000"/>
              </a:spcBef>
              <a:buClr>
                <a:srgbClr val="3333CC"/>
              </a:buClr>
              <a:buFont typeface="Wingdings" pitchFamily="2" charset="2"/>
              <a:buChar char="p"/>
            </a:pPr>
            <a:r>
              <a:rPr lang="zh-CN" altLang="en-US" b="0">
                <a:solidFill>
                  <a:srgbClr val="000000"/>
                </a:solidFill>
                <a:latin typeface="楷体" pitchFamily="49" charset="-122"/>
                <a:ea typeface="楷体" pitchFamily="49" charset="-122"/>
              </a:rPr>
              <a:t>将系统划分为三类模块：模型（</a:t>
            </a:r>
            <a:r>
              <a:rPr lang="en-US" altLang="zh-CN" b="0">
                <a:solidFill>
                  <a:srgbClr val="000000"/>
                </a:solidFill>
                <a:latin typeface="楷体" pitchFamily="49" charset="-122"/>
                <a:ea typeface="楷体" pitchFamily="49" charset="-122"/>
              </a:rPr>
              <a:t>M</a:t>
            </a:r>
            <a:r>
              <a:rPr lang="zh-CN" altLang="en-US" b="0">
                <a:solidFill>
                  <a:srgbClr val="000000"/>
                </a:solidFill>
                <a:latin typeface="楷体" pitchFamily="49" charset="-122"/>
                <a:ea typeface="楷体" pitchFamily="49" charset="-122"/>
              </a:rPr>
              <a:t>）、视图（</a:t>
            </a:r>
            <a:r>
              <a:rPr lang="en-US" altLang="zh-CN" b="0">
                <a:solidFill>
                  <a:srgbClr val="000000"/>
                </a:solidFill>
                <a:latin typeface="楷体" pitchFamily="49" charset="-122"/>
                <a:ea typeface="楷体" pitchFamily="49" charset="-122"/>
              </a:rPr>
              <a:t>V</a:t>
            </a:r>
            <a:r>
              <a:rPr lang="zh-CN" altLang="en-US" b="0">
                <a:solidFill>
                  <a:srgbClr val="000000"/>
                </a:solidFill>
                <a:latin typeface="楷体" pitchFamily="49" charset="-122"/>
                <a:ea typeface="楷体" pitchFamily="49" charset="-122"/>
              </a:rPr>
              <a:t>）和控制器（</a:t>
            </a:r>
            <a:r>
              <a:rPr lang="en-US" altLang="zh-CN" b="0">
                <a:solidFill>
                  <a:srgbClr val="000000"/>
                </a:solidFill>
                <a:latin typeface="楷体" pitchFamily="49" charset="-122"/>
                <a:ea typeface="楷体" pitchFamily="49" charset="-122"/>
              </a:rPr>
              <a:t>C</a:t>
            </a:r>
            <a:r>
              <a:rPr lang="zh-CN" altLang="en-US" b="0">
                <a:solidFill>
                  <a:srgbClr val="000000"/>
                </a:solidFill>
                <a:latin typeface="楷体" pitchFamily="49" charset="-122"/>
                <a:ea typeface="楷体" pitchFamily="49" charset="-122"/>
              </a:rPr>
              <a:t>）</a:t>
            </a:r>
            <a:endParaRPr lang="en-US" altLang="zh-CN" b="0">
              <a:solidFill>
                <a:srgbClr val="000000"/>
              </a:solidFill>
              <a:latin typeface="楷体" pitchFamily="49" charset="-122"/>
              <a:ea typeface="楷体" pitchFamily="49" charset="-122"/>
            </a:endParaRPr>
          </a:p>
          <a:p>
            <a:pPr marL="457200" indent="-457200">
              <a:lnSpc>
                <a:spcPct val="150000"/>
              </a:lnSpc>
              <a:spcBef>
                <a:spcPct val="20000"/>
              </a:spcBef>
              <a:buClr>
                <a:srgbClr val="3333CC"/>
              </a:buClr>
              <a:buFont typeface="Wingdings" pitchFamily="2" charset="2"/>
              <a:buChar char="p"/>
            </a:pPr>
            <a:r>
              <a:rPr lang="zh-CN" altLang="en-US" b="0">
                <a:solidFill>
                  <a:srgbClr val="000000"/>
                </a:solidFill>
                <a:latin typeface="楷体" pitchFamily="49" charset="-122"/>
                <a:ea typeface="楷体" pitchFamily="49" charset="-122"/>
              </a:rPr>
              <a:t>模型的职责：</a:t>
            </a:r>
            <a:endParaRPr lang="en-US" altLang="zh-CN" b="0">
              <a:solidFill>
                <a:srgbClr val="000000"/>
              </a:solidFill>
              <a:latin typeface="楷体" pitchFamily="49" charset="-122"/>
              <a:ea typeface="楷体" pitchFamily="49" charset="-122"/>
            </a:endParaRPr>
          </a:p>
          <a:p>
            <a:pPr marL="990600" lvl="1" indent="-354013">
              <a:lnSpc>
                <a:spcPct val="150000"/>
              </a:lnSpc>
              <a:spcBef>
                <a:spcPct val="20000"/>
              </a:spcBef>
              <a:buClr>
                <a:srgbClr val="3333CC"/>
              </a:buClr>
              <a:buFont typeface="Wingdings" pitchFamily="2" charset="2"/>
              <a:buBlip>
                <a:blip r:embed="rId3"/>
              </a:buBlip>
            </a:pPr>
            <a:r>
              <a:rPr lang="zh-CN" altLang="en-US" b="0">
                <a:solidFill>
                  <a:srgbClr val="000000"/>
                </a:solidFill>
                <a:latin typeface="微软雅黑" pitchFamily="34" charset="-122"/>
                <a:ea typeface="微软雅黑" pitchFamily="34" charset="-122"/>
              </a:rPr>
              <a:t>存储业务数据并提供业务逻辑处理功能</a:t>
            </a:r>
            <a:endParaRPr lang="en-US" altLang="zh-CN" b="0">
              <a:solidFill>
                <a:srgbClr val="000000"/>
              </a:solidFill>
              <a:latin typeface="楷体" pitchFamily="49" charset="-122"/>
              <a:ea typeface="楷体" pitchFamily="49" charset="-122"/>
            </a:endParaRPr>
          </a:p>
          <a:p>
            <a:pPr marL="990600" lvl="1" indent="-354013">
              <a:lnSpc>
                <a:spcPct val="150000"/>
              </a:lnSpc>
              <a:spcBef>
                <a:spcPct val="20000"/>
              </a:spcBef>
              <a:buClr>
                <a:srgbClr val="3333CC"/>
              </a:buClr>
              <a:buFont typeface="Wingdings" pitchFamily="2" charset="2"/>
              <a:buBlip>
                <a:blip r:embed="rId3"/>
              </a:buBlip>
            </a:pPr>
            <a:r>
              <a:rPr lang="zh-CN" altLang="en-US" b="0">
                <a:solidFill>
                  <a:srgbClr val="000000"/>
                </a:solidFill>
                <a:latin typeface="微软雅黑" pitchFamily="34" charset="-122"/>
                <a:ea typeface="微软雅黑" pitchFamily="34" charset="-122"/>
              </a:rPr>
              <a:t>一旦业务数据有变化</a:t>
            </a:r>
            <a:r>
              <a:rPr lang="zh-CN" altLang="en-US" b="0">
                <a:solidFill>
                  <a:srgbClr val="000000"/>
                </a:solidFill>
                <a:latin typeface="楷体" pitchFamily="49" charset="-122"/>
                <a:ea typeface="楷体" pitchFamily="49" charset="-122"/>
              </a:rPr>
              <a:t>，</a:t>
            </a:r>
            <a:r>
              <a:rPr lang="zh-CN" altLang="en-US" b="0">
                <a:solidFill>
                  <a:srgbClr val="000000"/>
                </a:solidFill>
                <a:latin typeface="微软雅黑" pitchFamily="34" charset="-122"/>
                <a:ea typeface="微软雅黑" pitchFamily="34" charset="-122"/>
              </a:rPr>
              <a:t>通知视图</a:t>
            </a:r>
            <a:endParaRPr lang="en-US" altLang="zh-CN" b="0">
              <a:solidFill>
                <a:srgbClr val="000000"/>
              </a:solidFill>
              <a:latin typeface="微软雅黑" pitchFamily="34" charset="-122"/>
              <a:ea typeface="微软雅黑" pitchFamily="34" charset="-122"/>
            </a:endParaRPr>
          </a:p>
        </p:txBody>
      </p:sp>
    </p:spTree>
    <p:custDataLst>
      <p:tags r:id="rId1"/>
    </p:custDataLst>
    <p:extLst>
      <p:ext uri="{BB962C8B-B14F-4D97-AF65-F5344CB8AC3E}">
        <p14:creationId xmlns:p14="http://schemas.microsoft.com/office/powerpoint/2010/main" val="2789979472"/>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r>
              <a:rPr lang="en-US" altLang="zh-CN" sz="2800" b="0" smtClean="0">
                <a:latin typeface="微软雅黑" pitchFamily="34" charset="-122"/>
                <a:ea typeface="微软雅黑" pitchFamily="34" charset="-122"/>
              </a:rPr>
              <a:t>MVC</a:t>
            </a:r>
            <a:r>
              <a:rPr lang="zh-CN" altLang="en-US" sz="2800" b="0" smtClean="0">
                <a:latin typeface="微软雅黑" pitchFamily="34" charset="-122"/>
                <a:ea typeface="微软雅黑" pitchFamily="34" charset="-122"/>
              </a:rPr>
              <a:t>模式示意图的解释性说明</a:t>
            </a:r>
            <a:r>
              <a:rPr lang="en-US" altLang="zh-CN" sz="2800" b="0" smtClean="0">
                <a:latin typeface="微软雅黑" pitchFamily="34" charset="-122"/>
                <a:ea typeface="微软雅黑" pitchFamily="34" charset="-122"/>
              </a:rPr>
              <a:t>(2)</a:t>
            </a:r>
            <a:endParaRPr lang="zh-CN" altLang="en-US" sz="2800" b="0" smtClean="0">
              <a:latin typeface="微软雅黑" pitchFamily="34" charset="-122"/>
              <a:ea typeface="微软雅黑" pitchFamily="34" charset="-122"/>
            </a:endParaRP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FA025D4D-D1AF-4775-A2EA-7FA6D76AD592}" type="slidenum">
              <a:rPr lang="zh-CN" altLang="en-US" sz="1600">
                <a:solidFill>
                  <a:srgbClr val="000066"/>
                </a:solidFill>
                <a:latin typeface="微软雅黑" pitchFamily="34" charset="-122"/>
                <a:ea typeface="微软雅黑" pitchFamily="34" charset="-122"/>
              </a:rPr>
              <a:pPr/>
              <a:t>16</a:t>
            </a:fld>
            <a:endParaRPr lang="en-US" altLang="zh-CN" sz="1600">
              <a:solidFill>
                <a:srgbClr val="000066"/>
              </a:solidFill>
              <a:latin typeface="微软雅黑" pitchFamily="34" charset="-122"/>
              <a:ea typeface="微软雅黑" pitchFamily="34" charset="-122"/>
            </a:endParaRPr>
          </a:p>
        </p:txBody>
      </p:sp>
      <p:sp>
        <p:nvSpPr>
          <p:cNvPr id="75780" name="Rectangle 3"/>
          <p:cNvSpPr txBox="1">
            <a:spLocks noChangeArrowheads="1"/>
          </p:cNvSpPr>
          <p:nvPr/>
        </p:nvSpPr>
        <p:spPr bwMode="auto">
          <a:xfrm>
            <a:off x="179388" y="1268413"/>
            <a:ext cx="8496300" cy="490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a:defRPr kumimoji="1" sz="2800" b="1">
                <a:solidFill>
                  <a:schemeClr val="tx1"/>
                </a:solidFill>
                <a:latin typeface="楷体_GB2312"/>
                <a:ea typeface="楷体_GB2312"/>
                <a:cs typeface="楷体_GB2312"/>
              </a:defRPr>
            </a:lvl2pPr>
            <a:lvl3pPr>
              <a:defRPr kumimoji="1" sz="2400" b="1">
                <a:solidFill>
                  <a:schemeClr val="tx1"/>
                </a:solidFill>
                <a:latin typeface="幼圆" pitchFamily="49" charset="-122"/>
                <a:ea typeface="幼圆" pitchFamily="49" charset="-122"/>
                <a:cs typeface="楷体_GB2312"/>
              </a:defRPr>
            </a:lvl3pPr>
            <a:lvl4pPr>
              <a:defRPr kumimoji="1" sz="2000" b="1">
                <a:solidFill>
                  <a:schemeClr val="tx1"/>
                </a:solidFill>
                <a:latin typeface="幼圆" pitchFamily="49" charset="-122"/>
                <a:ea typeface="幼圆" pitchFamily="49" charset="-122"/>
                <a:cs typeface="楷体_GB2312"/>
              </a:defRPr>
            </a:lvl4pPr>
            <a:lvl5pPr>
              <a:defRPr kumimoji="1" b="1">
                <a:solidFill>
                  <a:schemeClr val="tx1"/>
                </a:solidFill>
                <a:latin typeface="幼圆" pitchFamily="49" charset="-122"/>
                <a:ea typeface="幼圆" pitchFamily="49" charset="-122"/>
                <a:cs typeface="楷体_GB2312"/>
              </a:defRPr>
            </a:lvl5pPr>
            <a:lvl6pPr>
              <a:defRPr kumimoji="1" b="1">
                <a:solidFill>
                  <a:schemeClr val="tx1"/>
                </a:solidFill>
                <a:latin typeface="幼圆" pitchFamily="49" charset="-122"/>
                <a:ea typeface="幼圆" pitchFamily="49" charset="-122"/>
                <a:cs typeface="楷体_GB2312"/>
              </a:defRPr>
            </a:lvl6pPr>
            <a:lvl7pPr>
              <a:defRPr kumimoji="1" b="1">
                <a:solidFill>
                  <a:schemeClr val="tx1"/>
                </a:solidFill>
                <a:latin typeface="幼圆" pitchFamily="49" charset="-122"/>
                <a:ea typeface="幼圆" pitchFamily="49" charset="-122"/>
                <a:cs typeface="楷体_GB2312"/>
              </a:defRPr>
            </a:lvl7pPr>
            <a:lvl8pPr>
              <a:defRPr kumimoji="1" b="1">
                <a:solidFill>
                  <a:schemeClr val="tx1"/>
                </a:solidFill>
                <a:latin typeface="幼圆" pitchFamily="49" charset="-122"/>
                <a:ea typeface="幼圆" pitchFamily="49" charset="-122"/>
                <a:cs typeface="楷体_GB2312"/>
              </a:defRPr>
            </a:lvl8pPr>
            <a:lvl9pPr>
              <a:defRPr kumimoji="1" b="1">
                <a:solidFill>
                  <a:schemeClr val="tx1"/>
                </a:solidFill>
                <a:latin typeface="幼圆" pitchFamily="49" charset="-122"/>
                <a:ea typeface="幼圆" pitchFamily="49" charset="-122"/>
                <a:cs typeface="楷体_GB2312"/>
              </a:defRPr>
            </a:lvl9pPr>
          </a:lstStyle>
          <a:p>
            <a:pPr marL="457200" indent="-457200">
              <a:lnSpc>
                <a:spcPct val="130000"/>
              </a:lnSpc>
              <a:spcBef>
                <a:spcPct val="20000"/>
              </a:spcBef>
              <a:buClr>
                <a:srgbClr val="3333CC"/>
              </a:buClr>
              <a:buFont typeface="Wingdings" pitchFamily="2" charset="2"/>
              <a:buChar char="p"/>
            </a:pPr>
            <a:r>
              <a:rPr lang="zh-CN" altLang="en-US" b="0">
                <a:solidFill>
                  <a:srgbClr val="000000"/>
                </a:solidFill>
                <a:latin typeface="楷体" pitchFamily="49" charset="-122"/>
                <a:ea typeface="楷体" pitchFamily="49" charset="-122"/>
              </a:rPr>
              <a:t>视图的职责：</a:t>
            </a:r>
            <a:endParaRPr lang="en-US" altLang="zh-CN" b="0">
              <a:solidFill>
                <a:srgbClr val="000000"/>
              </a:solidFill>
              <a:latin typeface="楷体" pitchFamily="49" charset="-122"/>
              <a:ea typeface="楷体" pitchFamily="49" charset="-122"/>
            </a:endParaRPr>
          </a:p>
          <a:p>
            <a:pPr marL="990600" lvl="1" indent="-354013">
              <a:lnSpc>
                <a:spcPct val="130000"/>
              </a:lnSpc>
              <a:spcBef>
                <a:spcPct val="20000"/>
              </a:spcBef>
              <a:buClr>
                <a:srgbClr val="3333CC"/>
              </a:buClr>
              <a:buFont typeface="Wingdings" pitchFamily="2" charset="2"/>
              <a:buBlip>
                <a:blip r:embed="rId3"/>
              </a:buBlip>
            </a:pPr>
            <a:r>
              <a:rPr lang="zh-CN" altLang="en-US" sz="2600" b="0">
                <a:solidFill>
                  <a:srgbClr val="000000"/>
                </a:solidFill>
                <a:latin typeface="微软雅黑" pitchFamily="34" charset="-122"/>
                <a:ea typeface="微软雅黑" pitchFamily="34" charset="-122"/>
              </a:rPr>
              <a:t>呈现模型中的数据</a:t>
            </a:r>
            <a:endParaRPr lang="en-US" altLang="zh-CN" sz="2600" b="0">
              <a:solidFill>
                <a:srgbClr val="000000"/>
              </a:solidFill>
              <a:latin typeface="微软雅黑" pitchFamily="34" charset="-122"/>
              <a:ea typeface="微软雅黑" pitchFamily="34" charset="-122"/>
            </a:endParaRPr>
          </a:p>
          <a:p>
            <a:pPr marL="1619250" lvl="2" indent="-354013">
              <a:lnSpc>
                <a:spcPct val="130000"/>
              </a:lnSpc>
              <a:spcBef>
                <a:spcPct val="20000"/>
              </a:spcBef>
              <a:buClr>
                <a:srgbClr val="3333CC"/>
              </a:buClr>
              <a:buFontTx/>
              <a:buBlip>
                <a:blip r:embed="rId4"/>
              </a:buBlip>
            </a:pPr>
            <a:r>
              <a:rPr lang="zh-CN" altLang="en-US" sz="2800" b="0">
                <a:solidFill>
                  <a:srgbClr val="000000"/>
                </a:solidFill>
                <a:latin typeface="华文楷体" pitchFamily="2" charset="-122"/>
                <a:ea typeface="华文楷体" pitchFamily="2" charset="-122"/>
              </a:rPr>
              <a:t>单个模型可对应多个视图，以呈现不同的数据表现形式</a:t>
            </a:r>
            <a:endParaRPr lang="en-US" altLang="zh-CN" sz="2800" b="0">
              <a:solidFill>
                <a:srgbClr val="000000"/>
              </a:solidFill>
              <a:latin typeface="楷体" pitchFamily="49" charset="-122"/>
              <a:ea typeface="楷体" pitchFamily="49" charset="-122"/>
            </a:endParaRPr>
          </a:p>
          <a:p>
            <a:pPr marL="990600" lvl="1" indent="-354013">
              <a:lnSpc>
                <a:spcPct val="130000"/>
              </a:lnSpc>
              <a:spcBef>
                <a:spcPct val="20000"/>
              </a:spcBef>
              <a:buClr>
                <a:srgbClr val="3333CC"/>
              </a:buClr>
              <a:buFont typeface="Wingdings" pitchFamily="2" charset="2"/>
              <a:buBlip>
                <a:blip r:embed="rId3"/>
              </a:buBlip>
            </a:pPr>
            <a:r>
              <a:rPr lang="zh-CN" altLang="en-US" sz="2600" b="0">
                <a:solidFill>
                  <a:srgbClr val="000000"/>
                </a:solidFill>
                <a:latin typeface="微软雅黑" pitchFamily="34" charset="-122"/>
                <a:ea typeface="微软雅黑" pitchFamily="34" charset="-122"/>
              </a:rPr>
              <a:t>在接获模型变化通知后从模型中获取新数据并更新视图</a:t>
            </a:r>
            <a:endParaRPr lang="en-US" altLang="zh-CN" sz="2600" b="0">
              <a:solidFill>
                <a:srgbClr val="000000"/>
              </a:solidFill>
              <a:latin typeface="微软雅黑" pitchFamily="34" charset="-122"/>
              <a:ea typeface="微软雅黑" pitchFamily="34" charset="-122"/>
            </a:endParaRPr>
          </a:p>
          <a:p>
            <a:pPr marL="990600" lvl="1" indent="-354013">
              <a:lnSpc>
                <a:spcPct val="130000"/>
              </a:lnSpc>
              <a:spcBef>
                <a:spcPct val="20000"/>
              </a:spcBef>
              <a:buClr>
                <a:srgbClr val="3333CC"/>
              </a:buClr>
              <a:buFont typeface="Wingdings" pitchFamily="2" charset="2"/>
              <a:buBlip>
                <a:blip r:embed="rId3"/>
              </a:buBlip>
            </a:pPr>
            <a:r>
              <a:rPr lang="zh-CN" altLang="en-US" sz="2600" b="0">
                <a:solidFill>
                  <a:srgbClr val="000000"/>
                </a:solidFill>
                <a:latin typeface="微软雅黑" pitchFamily="34" charset="-122"/>
                <a:ea typeface="微软雅黑" pitchFamily="34" charset="-122"/>
              </a:rPr>
              <a:t>创建 </a:t>
            </a:r>
            <a:r>
              <a:rPr lang="en-US" altLang="zh-CN" sz="2600" b="0">
                <a:solidFill>
                  <a:srgbClr val="000000"/>
                </a:solidFill>
                <a:latin typeface="微软雅黑" pitchFamily="34" charset="-122"/>
                <a:ea typeface="微软雅黑" pitchFamily="34" charset="-122"/>
              </a:rPr>
              <a:t>(</a:t>
            </a:r>
            <a:r>
              <a:rPr lang="zh-CN" altLang="en-US" sz="2600" b="0">
                <a:solidFill>
                  <a:srgbClr val="000000"/>
                </a:solidFill>
                <a:latin typeface="微软雅黑" pitchFamily="34" charset="-122"/>
                <a:ea typeface="微软雅黑" pitchFamily="34" charset="-122"/>
              </a:rPr>
              <a:t>或绑定已存在的</a:t>
            </a:r>
            <a:r>
              <a:rPr lang="en-US" altLang="zh-CN" sz="2600" b="0">
                <a:solidFill>
                  <a:srgbClr val="000000"/>
                </a:solidFill>
                <a:latin typeface="微软雅黑" pitchFamily="34" charset="-122"/>
                <a:ea typeface="微软雅黑" pitchFamily="34" charset="-122"/>
              </a:rPr>
              <a:t>)</a:t>
            </a:r>
            <a:r>
              <a:rPr lang="zh-CN" altLang="en-US" sz="2600" b="0">
                <a:solidFill>
                  <a:srgbClr val="000000"/>
                </a:solidFill>
                <a:latin typeface="微软雅黑" pitchFamily="34" charset="-122"/>
                <a:ea typeface="微软雅黑" pitchFamily="34" charset="-122"/>
              </a:rPr>
              <a:t>控制器</a:t>
            </a:r>
            <a:r>
              <a:rPr lang="zh-CN" altLang="en-US" sz="2400" b="0">
                <a:solidFill>
                  <a:srgbClr val="000000"/>
                </a:solidFill>
                <a:latin typeface="华文楷体" pitchFamily="2" charset="-122"/>
                <a:ea typeface="华文楷体" pitchFamily="2" charset="-122"/>
              </a:rPr>
              <a:t> ，</a:t>
            </a:r>
            <a:r>
              <a:rPr lang="zh-CN" altLang="en-US" sz="2600" b="0">
                <a:solidFill>
                  <a:srgbClr val="000000"/>
                </a:solidFill>
                <a:latin typeface="微软雅黑" pitchFamily="34" charset="-122"/>
                <a:ea typeface="微软雅黑" pitchFamily="34" charset="-122"/>
              </a:rPr>
              <a:t>初始化控制器</a:t>
            </a:r>
            <a:endParaRPr lang="en-US" altLang="zh-CN" sz="2600" b="0">
              <a:solidFill>
                <a:srgbClr val="000000"/>
              </a:solidFill>
              <a:latin typeface="微软雅黑" pitchFamily="34" charset="-122"/>
              <a:ea typeface="微软雅黑" pitchFamily="34" charset="-122"/>
            </a:endParaRPr>
          </a:p>
          <a:p>
            <a:pPr marL="990600" lvl="1" indent="-354013">
              <a:lnSpc>
                <a:spcPct val="130000"/>
              </a:lnSpc>
              <a:spcBef>
                <a:spcPct val="20000"/>
              </a:spcBef>
              <a:buClr>
                <a:srgbClr val="3333CC"/>
              </a:buClr>
              <a:buFont typeface="Wingdings" pitchFamily="2" charset="2"/>
              <a:buBlip>
                <a:blip r:embed="rId3"/>
              </a:buBlip>
            </a:pPr>
            <a:r>
              <a:rPr lang="zh-CN" altLang="zh-CN" sz="2600" b="0">
                <a:solidFill>
                  <a:srgbClr val="000000"/>
                </a:solidFill>
                <a:latin typeface="微软雅黑" pitchFamily="34" charset="-122"/>
                <a:ea typeface="微软雅黑" pitchFamily="34" charset="-122"/>
              </a:rPr>
              <a:t>接受界面输入</a:t>
            </a:r>
            <a:r>
              <a:rPr lang="zh-CN" altLang="zh-CN" sz="2600" b="0">
                <a:solidFill>
                  <a:srgbClr val="000000"/>
                </a:solidFill>
                <a:latin typeface="楷体" pitchFamily="49" charset="-122"/>
                <a:ea typeface="楷体" pitchFamily="49" charset="-122"/>
              </a:rPr>
              <a:t>，</a:t>
            </a:r>
            <a:r>
              <a:rPr lang="zh-CN" altLang="zh-CN" sz="2600" b="0">
                <a:solidFill>
                  <a:srgbClr val="000000"/>
                </a:solidFill>
                <a:latin typeface="微软雅黑" pitchFamily="34" charset="-122"/>
                <a:ea typeface="微软雅黑" pitchFamily="34" charset="-122"/>
              </a:rPr>
              <a:t>转换为内部事件传递给控制器</a:t>
            </a:r>
            <a:endParaRPr lang="en-US" altLang="zh-CN" sz="2600" b="0">
              <a:solidFill>
                <a:srgbClr val="000000"/>
              </a:solidFill>
              <a:latin typeface="微软雅黑" pitchFamily="34" charset="-122"/>
              <a:ea typeface="微软雅黑" pitchFamily="34" charset="-122"/>
            </a:endParaRPr>
          </a:p>
        </p:txBody>
      </p:sp>
    </p:spTree>
    <p:custDataLst>
      <p:tags r:id="rId1"/>
    </p:custDataLst>
    <p:extLst>
      <p:ext uri="{BB962C8B-B14F-4D97-AF65-F5344CB8AC3E}">
        <p14:creationId xmlns:p14="http://schemas.microsoft.com/office/powerpoint/2010/main" val="433209802"/>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r>
              <a:rPr lang="en-US" altLang="zh-CN" sz="2800" b="0" smtClean="0">
                <a:latin typeface="微软雅黑" pitchFamily="34" charset="-122"/>
                <a:ea typeface="微软雅黑" pitchFamily="34" charset="-122"/>
              </a:rPr>
              <a:t>MVC</a:t>
            </a:r>
            <a:r>
              <a:rPr lang="zh-CN" altLang="en-US" sz="2800" b="0" smtClean="0">
                <a:latin typeface="微软雅黑" pitchFamily="34" charset="-122"/>
                <a:ea typeface="微软雅黑" pitchFamily="34" charset="-122"/>
              </a:rPr>
              <a:t>模式示意图的解释性说明</a:t>
            </a:r>
            <a:r>
              <a:rPr lang="en-US" altLang="zh-CN" sz="2800" b="0" smtClean="0">
                <a:latin typeface="微软雅黑" pitchFamily="34" charset="-122"/>
                <a:ea typeface="微软雅黑" pitchFamily="34" charset="-122"/>
              </a:rPr>
              <a:t>(3)</a:t>
            </a:r>
            <a:endParaRPr lang="zh-CN" altLang="en-US" sz="2800" b="0" smtClean="0">
              <a:latin typeface="微软雅黑" pitchFamily="34" charset="-122"/>
              <a:ea typeface="微软雅黑" pitchFamily="34" charset="-122"/>
            </a:endParaRP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B55EE75F-ACF9-460A-A037-47A3323E731F}" type="slidenum">
              <a:rPr lang="zh-CN" altLang="en-US" sz="1600">
                <a:solidFill>
                  <a:srgbClr val="000066"/>
                </a:solidFill>
                <a:latin typeface="微软雅黑" pitchFamily="34" charset="-122"/>
                <a:ea typeface="微软雅黑" pitchFamily="34" charset="-122"/>
              </a:rPr>
              <a:pPr/>
              <a:t>17</a:t>
            </a:fld>
            <a:endParaRPr lang="en-US" altLang="zh-CN" sz="1600">
              <a:solidFill>
                <a:srgbClr val="000066"/>
              </a:solidFill>
              <a:latin typeface="微软雅黑" pitchFamily="34" charset="-122"/>
              <a:ea typeface="微软雅黑" pitchFamily="34" charset="-122"/>
            </a:endParaRPr>
          </a:p>
        </p:txBody>
      </p:sp>
      <p:sp>
        <p:nvSpPr>
          <p:cNvPr id="18" name="Rectangle 3"/>
          <p:cNvSpPr txBox="1">
            <a:spLocks noChangeArrowheads="1"/>
          </p:cNvSpPr>
          <p:nvPr/>
        </p:nvSpPr>
        <p:spPr bwMode="auto">
          <a:xfrm>
            <a:off x="179388" y="1268413"/>
            <a:ext cx="8496300" cy="4903787"/>
          </a:xfrm>
          <a:prstGeom prst="rect">
            <a:avLst/>
          </a:prstGeom>
          <a:noFill/>
          <a:ln w="9525">
            <a:noFill/>
            <a:miter lim="800000"/>
            <a:headEnd/>
            <a:tailEnd/>
          </a:ln>
          <a:effectLst/>
        </p:spPr>
        <p:txBody>
          <a:bodyPr/>
          <a:lstStyle>
            <a:lvl1pPr marL="457200" indent="-457200" algn="l" rtl="0" eaLnBrk="0" fontAlgn="base" hangingPunct="0">
              <a:lnSpc>
                <a:spcPct val="120000"/>
              </a:lnSpc>
              <a:spcBef>
                <a:spcPct val="20000"/>
              </a:spcBef>
              <a:spcAft>
                <a:spcPct val="0"/>
              </a:spcAft>
              <a:buClr>
                <a:schemeClr val="accent2"/>
              </a:buClr>
              <a:buFont typeface="Wingdings" pitchFamily="2" charset="2"/>
              <a:buChar char="p"/>
              <a:defRPr kumimoji="1" sz="3200" b="1">
                <a:solidFill>
                  <a:schemeClr val="tx1"/>
                </a:solidFill>
                <a:latin typeface="+mn-lt"/>
                <a:ea typeface="+mn-ea"/>
                <a:cs typeface="+mn-cs"/>
              </a:defRPr>
            </a:lvl1pPr>
            <a:lvl2pPr marL="990600" indent="-354013" algn="l" rtl="0" eaLnBrk="0" fontAlgn="base" hangingPunct="0">
              <a:lnSpc>
                <a:spcPct val="120000"/>
              </a:lnSpc>
              <a:spcBef>
                <a:spcPct val="20000"/>
              </a:spcBef>
              <a:spcAft>
                <a:spcPct val="0"/>
              </a:spcAft>
              <a:buClr>
                <a:schemeClr val="folHlink"/>
              </a:buClr>
              <a:buFont typeface="Wingdings" pitchFamily="2" charset="2"/>
              <a:buBlip>
                <a:blip r:embed="rId3"/>
              </a:buBlip>
              <a:defRPr kumimoji="1" sz="2800" b="1">
                <a:solidFill>
                  <a:schemeClr val="tx1"/>
                </a:solidFill>
                <a:latin typeface="楷体_GB2312" pitchFamily="49" charset="-122"/>
                <a:ea typeface="楷体_GB2312" pitchFamily="49" charset="-122"/>
              </a:defRPr>
            </a:lvl2pPr>
            <a:lvl3pPr marL="1619250" indent="-354013" algn="l" rtl="0" eaLnBrk="0" fontAlgn="base" hangingPunct="0">
              <a:lnSpc>
                <a:spcPct val="120000"/>
              </a:lnSpc>
              <a:spcBef>
                <a:spcPct val="20000"/>
              </a:spcBef>
              <a:spcAft>
                <a:spcPct val="0"/>
              </a:spcAft>
              <a:buClr>
                <a:schemeClr val="accent2"/>
              </a:buClr>
              <a:buBlip>
                <a:blip r:embed="rId4"/>
              </a:buBlip>
              <a:defRPr kumimoji="1" sz="2400" b="1">
                <a:solidFill>
                  <a:schemeClr val="tx1"/>
                </a:solidFill>
                <a:latin typeface="+mn-lt"/>
                <a:ea typeface="+mn-ea"/>
              </a:defRPr>
            </a:lvl3pPr>
            <a:lvl4pPr marL="2152650" indent="-315913" algn="l" rtl="0" eaLnBrk="0" fontAlgn="base" hangingPunct="0">
              <a:lnSpc>
                <a:spcPct val="120000"/>
              </a:lnSpc>
              <a:spcBef>
                <a:spcPct val="20000"/>
              </a:spcBef>
              <a:spcAft>
                <a:spcPct val="0"/>
              </a:spcAft>
              <a:buClr>
                <a:schemeClr val="accent2"/>
              </a:buClr>
              <a:buBlip>
                <a:blip r:embed="rId5"/>
              </a:buBlip>
              <a:defRPr kumimoji="1" sz="2000" b="1">
                <a:solidFill>
                  <a:schemeClr val="tx1"/>
                </a:solidFill>
                <a:latin typeface="+mn-lt"/>
                <a:ea typeface="+mn-ea"/>
              </a:defRPr>
            </a:lvl4pPr>
            <a:lvl5pPr marL="2609850" indent="-269875" algn="l" rtl="0" eaLnBrk="0" fontAlgn="base" hangingPunct="0">
              <a:lnSpc>
                <a:spcPct val="120000"/>
              </a:lnSpc>
              <a:spcBef>
                <a:spcPct val="20000"/>
              </a:spcBef>
              <a:spcAft>
                <a:spcPct val="0"/>
              </a:spcAft>
              <a:buClr>
                <a:schemeClr val="accent2"/>
              </a:buClr>
              <a:buBlip>
                <a:blip r:embed="rId6"/>
              </a:buBlip>
              <a:defRPr kumimoji="1" b="1">
                <a:solidFill>
                  <a:schemeClr val="tx1"/>
                </a:solidFill>
                <a:latin typeface="+mn-lt"/>
                <a:ea typeface="+mn-ea"/>
              </a:defRPr>
            </a:lvl5pPr>
            <a:lvl6pPr marL="3067050" indent="-269875" algn="l" rtl="0" eaLnBrk="0" fontAlgn="base" hangingPunct="0">
              <a:lnSpc>
                <a:spcPct val="120000"/>
              </a:lnSpc>
              <a:spcBef>
                <a:spcPct val="20000"/>
              </a:spcBef>
              <a:spcAft>
                <a:spcPct val="0"/>
              </a:spcAft>
              <a:buClr>
                <a:schemeClr val="accent2"/>
              </a:buClr>
              <a:buBlip>
                <a:blip r:embed="rId6"/>
              </a:buBlip>
              <a:defRPr kumimoji="1" b="1">
                <a:solidFill>
                  <a:schemeClr val="tx1"/>
                </a:solidFill>
                <a:latin typeface="+mn-lt"/>
                <a:ea typeface="+mn-ea"/>
              </a:defRPr>
            </a:lvl6pPr>
            <a:lvl7pPr marL="3524250" indent="-269875" algn="l" rtl="0" eaLnBrk="0" fontAlgn="base" hangingPunct="0">
              <a:lnSpc>
                <a:spcPct val="120000"/>
              </a:lnSpc>
              <a:spcBef>
                <a:spcPct val="20000"/>
              </a:spcBef>
              <a:spcAft>
                <a:spcPct val="0"/>
              </a:spcAft>
              <a:buClr>
                <a:schemeClr val="accent2"/>
              </a:buClr>
              <a:buBlip>
                <a:blip r:embed="rId6"/>
              </a:buBlip>
              <a:defRPr kumimoji="1" b="1">
                <a:solidFill>
                  <a:schemeClr val="tx1"/>
                </a:solidFill>
                <a:latin typeface="+mn-lt"/>
                <a:ea typeface="+mn-ea"/>
              </a:defRPr>
            </a:lvl7pPr>
            <a:lvl8pPr marL="3981450" indent="-269875" algn="l" rtl="0" eaLnBrk="0" fontAlgn="base" hangingPunct="0">
              <a:lnSpc>
                <a:spcPct val="120000"/>
              </a:lnSpc>
              <a:spcBef>
                <a:spcPct val="20000"/>
              </a:spcBef>
              <a:spcAft>
                <a:spcPct val="0"/>
              </a:spcAft>
              <a:buClr>
                <a:schemeClr val="accent2"/>
              </a:buClr>
              <a:buBlip>
                <a:blip r:embed="rId6"/>
              </a:buBlip>
              <a:defRPr kumimoji="1" b="1">
                <a:solidFill>
                  <a:schemeClr val="tx1"/>
                </a:solidFill>
                <a:latin typeface="+mn-lt"/>
                <a:ea typeface="+mn-ea"/>
              </a:defRPr>
            </a:lvl8pPr>
            <a:lvl9pPr marL="4438650" indent="-269875" algn="l" rtl="0" eaLnBrk="0" fontAlgn="base" hangingPunct="0">
              <a:lnSpc>
                <a:spcPct val="120000"/>
              </a:lnSpc>
              <a:spcBef>
                <a:spcPct val="20000"/>
              </a:spcBef>
              <a:spcAft>
                <a:spcPct val="0"/>
              </a:spcAft>
              <a:buClr>
                <a:schemeClr val="accent2"/>
              </a:buClr>
              <a:buBlip>
                <a:blip r:embed="rId6"/>
              </a:buBlip>
              <a:defRPr kumimoji="1" b="1">
                <a:solidFill>
                  <a:schemeClr val="tx1"/>
                </a:solidFill>
                <a:latin typeface="+mn-lt"/>
                <a:ea typeface="+mn-ea"/>
              </a:defRPr>
            </a:lvl9pPr>
          </a:lstStyle>
          <a:p>
            <a:pPr>
              <a:lnSpc>
                <a:spcPct val="150000"/>
              </a:lnSpc>
              <a:buClr>
                <a:srgbClr val="3333CC"/>
              </a:buClr>
              <a:defRPr/>
            </a:pPr>
            <a:r>
              <a:rPr lang="zh-CN" altLang="en-US" dirty="0">
                <a:solidFill>
                  <a:srgbClr val="000000"/>
                </a:solidFill>
                <a:effectLst>
                  <a:outerShdw blurRad="38100" dist="38100" dir="2700000" algn="tl">
                    <a:srgbClr val="000000">
                      <a:alpha val="43137"/>
                    </a:srgbClr>
                  </a:outerShdw>
                </a:effectLst>
                <a:latin typeface="楷体" pitchFamily="49" charset="-122"/>
                <a:ea typeface="楷体" pitchFamily="49" charset="-122"/>
              </a:rPr>
              <a:t>控制器的职责：</a:t>
            </a:r>
            <a:endParaRPr lang="en-US" altLang="zh-CN" dirty="0">
              <a:solidFill>
                <a:srgbClr val="000000"/>
              </a:solidFill>
              <a:effectLst>
                <a:outerShdw blurRad="38100" dist="38100" dir="2700000" algn="tl">
                  <a:srgbClr val="000000">
                    <a:alpha val="43137"/>
                  </a:srgbClr>
                </a:outerShdw>
              </a:effectLst>
              <a:latin typeface="楷体" pitchFamily="49" charset="-122"/>
              <a:ea typeface="楷体" pitchFamily="49" charset="-122"/>
            </a:endParaRPr>
          </a:p>
          <a:p>
            <a:pPr lvl="1">
              <a:lnSpc>
                <a:spcPct val="150000"/>
              </a:lnSpc>
              <a:buClr>
                <a:srgbClr val="3333CC"/>
              </a:buClr>
              <a:defRPr/>
            </a:pPr>
            <a:r>
              <a:rPr lang="zh-CN" altLang="zh-CN"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将</a:t>
            </a:r>
            <a:r>
              <a:rPr lang="zh-CN" altLang="en-US"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来自视图的界面</a:t>
            </a:r>
            <a:r>
              <a:rPr lang="zh-CN" altLang="zh-CN"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事件转换为对模型的业务逻辑处理请求</a:t>
            </a:r>
            <a:r>
              <a:rPr lang="zh-CN" altLang="zh-CN" dirty="0">
                <a:solidFill>
                  <a:srgbClr val="000000"/>
                </a:solidFill>
                <a:effectLst>
                  <a:outerShdw blurRad="38100" dist="38100" dir="2700000" algn="tl">
                    <a:srgbClr val="000000">
                      <a:alpha val="43137"/>
                    </a:srgbClr>
                  </a:outerShdw>
                </a:effectLst>
                <a:latin typeface="楷体" pitchFamily="49" charset="-122"/>
                <a:ea typeface="楷体" pitchFamily="49" charset="-122"/>
              </a:rPr>
              <a:t>，</a:t>
            </a:r>
            <a:r>
              <a:rPr lang="zh-CN" altLang="zh-CN"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或者对视图的展示请求</a:t>
            </a:r>
            <a:endParaRPr lang="en-US" altLang="zh-CN"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endParaRPr>
          </a:p>
          <a:p>
            <a:pPr lvl="1">
              <a:lnSpc>
                <a:spcPct val="150000"/>
              </a:lnSpc>
              <a:buClr>
                <a:srgbClr val="3333CC"/>
              </a:buClr>
              <a:defRPr/>
            </a:pPr>
            <a:r>
              <a:rPr lang="zh-CN" altLang="zh-CN"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在接获模型的业务逻辑处理结果后负责选择适当的视图</a:t>
            </a:r>
            <a:r>
              <a:rPr lang="en-US" altLang="zh-CN"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a:t>
            </a:r>
            <a:r>
              <a:rPr lang="zh-CN" altLang="en-US" dirty="0">
                <a:solidFill>
                  <a:srgbClr val="000000"/>
                </a:solidFill>
                <a:effectLst>
                  <a:outerShdw blurRad="38100" dist="38100" dir="2700000" algn="tl">
                    <a:srgbClr val="000000">
                      <a:alpha val="43137"/>
                    </a:srgbClr>
                  </a:outerShdw>
                </a:effectLst>
                <a:latin typeface="楷体" pitchFamily="49" charset="-122"/>
                <a:ea typeface="楷体" pitchFamily="49" charset="-122"/>
              </a:rPr>
              <a:t>并传递适当的数据给选定的视图</a:t>
            </a:r>
            <a:r>
              <a:rPr lang="en-US" altLang="zh-CN"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a:t>
            </a:r>
            <a:r>
              <a:rPr lang="zh-CN" altLang="zh-CN"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作为软件系统对界面动作的响应</a:t>
            </a:r>
            <a:endParaRPr lang="en-US" altLang="zh-CN"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endParaRPr>
          </a:p>
        </p:txBody>
      </p:sp>
    </p:spTree>
    <p:custDataLst>
      <p:tags r:id="rId1"/>
    </p:custDataLst>
    <p:extLst>
      <p:ext uri="{BB962C8B-B14F-4D97-AF65-F5344CB8AC3E}">
        <p14:creationId xmlns:p14="http://schemas.microsoft.com/office/powerpoint/2010/main" val="2995886371"/>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7782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1725" y="2711450"/>
            <a:ext cx="6653213" cy="3741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7827" name="Rectangle 2"/>
          <p:cNvSpPr>
            <a:spLocks noGrp="1" noChangeArrowheads="1"/>
          </p:cNvSpPr>
          <p:nvPr>
            <p:ph type="title"/>
          </p:nvPr>
        </p:nvSpPr>
        <p:spPr/>
        <p:txBody>
          <a:bodyPr/>
          <a:lstStyle/>
          <a:p>
            <a:r>
              <a:rPr lang="en-US" altLang="zh-CN" sz="2800" b="0" smtClean="0">
                <a:latin typeface="微软雅黑" pitchFamily="34" charset="-122"/>
                <a:ea typeface="微软雅黑" pitchFamily="34" charset="-122"/>
              </a:rPr>
              <a:t>MVC</a:t>
            </a:r>
            <a:r>
              <a:rPr lang="zh-CN" altLang="en-US" sz="2800" b="0" smtClean="0">
                <a:latin typeface="微软雅黑" pitchFamily="34" charset="-122"/>
                <a:ea typeface="微软雅黑" pitchFamily="34" charset="-122"/>
              </a:rPr>
              <a:t>的典型运作流程</a:t>
            </a:r>
            <a:r>
              <a:rPr lang="en-US" altLang="zh-CN" sz="2800" b="0" smtClean="0">
                <a:latin typeface="微软雅黑" pitchFamily="34" charset="-122"/>
                <a:ea typeface="微软雅黑" pitchFamily="34" charset="-122"/>
              </a:rPr>
              <a:t>(1)</a:t>
            </a:r>
            <a:endParaRPr lang="zh-CN" altLang="en-US" sz="2800" b="0" smtClean="0">
              <a:latin typeface="微软雅黑" pitchFamily="34" charset="-122"/>
              <a:ea typeface="微软雅黑" pitchFamily="34" charset="-122"/>
            </a:endParaRP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253ADD3E-E981-4635-9F6B-A247A9AB16E1}" type="slidenum">
              <a:rPr lang="zh-CN" altLang="en-US" sz="1600">
                <a:solidFill>
                  <a:srgbClr val="000066"/>
                </a:solidFill>
                <a:latin typeface="微软雅黑" pitchFamily="34" charset="-122"/>
                <a:ea typeface="微软雅黑" pitchFamily="34" charset="-122"/>
              </a:rPr>
              <a:pPr/>
              <a:t>18</a:t>
            </a:fld>
            <a:endParaRPr lang="en-US" altLang="zh-CN" sz="1600">
              <a:solidFill>
                <a:srgbClr val="000066"/>
              </a:solidFill>
              <a:latin typeface="微软雅黑" pitchFamily="34" charset="-122"/>
              <a:ea typeface="微软雅黑" pitchFamily="34" charset="-122"/>
            </a:endParaRPr>
          </a:p>
        </p:txBody>
      </p:sp>
      <p:sp>
        <p:nvSpPr>
          <p:cNvPr id="18" name="Rectangle 3"/>
          <p:cNvSpPr txBox="1">
            <a:spLocks noChangeArrowheads="1"/>
          </p:cNvSpPr>
          <p:nvPr/>
        </p:nvSpPr>
        <p:spPr bwMode="auto">
          <a:xfrm>
            <a:off x="179388" y="1268413"/>
            <a:ext cx="8496300" cy="865187"/>
          </a:xfrm>
          <a:prstGeom prst="rect">
            <a:avLst/>
          </a:prstGeom>
          <a:noFill/>
          <a:ln w="9525">
            <a:noFill/>
            <a:miter lim="800000"/>
            <a:headEnd/>
            <a:tailEnd/>
          </a:ln>
          <a:effectLst/>
        </p:spPr>
        <p:txBody>
          <a:bodyPr/>
          <a:lstStyle>
            <a:lvl1pPr marL="457200" indent="-457200" algn="l" rtl="0" eaLnBrk="0" fontAlgn="base" hangingPunct="0">
              <a:lnSpc>
                <a:spcPct val="120000"/>
              </a:lnSpc>
              <a:spcBef>
                <a:spcPct val="20000"/>
              </a:spcBef>
              <a:spcAft>
                <a:spcPct val="0"/>
              </a:spcAft>
              <a:buClr>
                <a:schemeClr val="accent2"/>
              </a:buClr>
              <a:buFont typeface="Wingdings" pitchFamily="2" charset="2"/>
              <a:buChar char="p"/>
              <a:defRPr kumimoji="1" sz="3200" b="1">
                <a:solidFill>
                  <a:schemeClr val="tx1"/>
                </a:solidFill>
                <a:latin typeface="+mn-lt"/>
                <a:ea typeface="+mn-ea"/>
                <a:cs typeface="+mn-cs"/>
              </a:defRPr>
            </a:lvl1pPr>
            <a:lvl2pPr marL="990600" indent="-354013" algn="l" rtl="0" eaLnBrk="0" fontAlgn="base" hangingPunct="0">
              <a:lnSpc>
                <a:spcPct val="120000"/>
              </a:lnSpc>
              <a:spcBef>
                <a:spcPct val="20000"/>
              </a:spcBef>
              <a:spcAft>
                <a:spcPct val="0"/>
              </a:spcAft>
              <a:buClr>
                <a:schemeClr val="folHlink"/>
              </a:buClr>
              <a:buFont typeface="Wingdings" pitchFamily="2" charset="2"/>
              <a:buBlip>
                <a:blip r:embed="rId4"/>
              </a:buBlip>
              <a:defRPr kumimoji="1" sz="2800" b="1">
                <a:solidFill>
                  <a:schemeClr val="tx1"/>
                </a:solidFill>
                <a:latin typeface="楷体_GB2312" pitchFamily="49" charset="-122"/>
                <a:ea typeface="楷体_GB2312" pitchFamily="49" charset="-122"/>
              </a:defRPr>
            </a:lvl2pPr>
            <a:lvl3pPr marL="1619250" indent="-354013" algn="l" rtl="0" eaLnBrk="0" fontAlgn="base" hangingPunct="0">
              <a:lnSpc>
                <a:spcPct val="120000"/>
              </a:lnSpc>
              <a:spcBef>
                <a:spcPct val="20000"/>
              </a:spcBef>
              <a:spcAft>
                <a:spcPct val="0"/>
              </a:spcAft>
              <a:buClr>
                <a:schemeClr val="accent2"/>
              </a:buClr>
              <a:buBlip>
                <a:blip r:embed="rId5"/>
              </a:buBlip>
              <a:defRPr kumimoji="1" sz="2400" b="1">
                <a:solidFill>
                  <a:schemeClr val="tx1"/>
                </a:solidFill>
                <a:latin typeface="+mn-lt"/>
                <a:ea typeface="+mn-ea"/>
              </a:defRPr>
            </a:lvl3pPr>
            <a:lvl4pPr marL="2152650" indent="-315913" algn="l" rtl="0" eaLnBrk="0" fontAlgn="base" hangingPunct="0">
              <a:lnSpc>
                <a:spcPct val="120000"/>
              </a:lnSpc>
              <a:spcBef>
                <a:spcPct val="20000"/>
              </a:spcBef>
              <a:spcAft>
                <a:spcPct val="0"/>
              </a:spcAft>
              <a:buClr>
                <a:schemeClr val="accent2"/>
              </a:buClr>
              <a:buBlip>
                <a:blip r:embed="rId6"/>
              </a:buBlip>
              <a:defRPr kumimoji="1" sz="2000" b="1">
                <a:solidFill>
                  <a:schemeClr val="tx1"/>
                </a:solidFill>
                <a:latin typeface="+mn-lt"/>
                <a:ea typeface="+mn-ea"/>
              </a:defRPr>
            </a:lvl4pPr>
            <a:lvl5pPr marL="26098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5pPr>
            <a:lvl6pPr marL="30670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6pPr>
            <a:lvl7pPr marL="35242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7pPr>
            <a:lvl8pPr marL="39814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8pPr>
            <a:lvl9pPr marL="44386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9pPr>
          </a:lstStyle>
          <a:p>
            <a:pPr marL="514350" lvl="1" indent="-514350">
              <a:lnSpc>
                <a:spcPct val="150000"/>
              </a:lnSpc>
              <a:buClrTx/>
              <a:buFont typeface="+mj-lt"/>
              <a:buAutoNum type="arabicPeriod"/>
              <a:defRPr/>
            </a:pPr>
            <a:r>
              <a:rPr lang="zh-CN" altLang="en-US" dirty="0">
                <a:solidFill>
                  <a:srgbClr val="000000"/>
                </a:solidFill>
                <a:effectLst>
                  <a:outerShdw blurRad="38100" dist="38100" dir="2700000" algn="tl">
                    <a:srgbClr val="000000">
                      <a:alpha val="43137"/>
                    </a:srgbClr>
                  </a:outerShdw>
                </a:effectLst>
                <a:latin typeface="楷体" pitchFamily="49" charset="-122"/>
                <a:ea typeface="楷体" pitchFamily="49" charset="-122"/>
              </a:rPr>
              <a:t>创建视图，视图从模型中获取数据并呈现至界面</a:t>
            </a:r>
            <a:endParaRPr lang="en-US" altLang="ja-JP" dirty="0">
              <a:solidFill>
                <a:srgbClr val="000000"/>
              </a:solidFill>
              <a:effectLst>
                <a:outerShdw blurRad="38100" dist="38100" dir="2700000" algn="tl">
                  <a:srgbClr val="000000">
                    <a:alpha val="43137"/>
                  </a:srgbClr>
                </a:outerShdw>
              </a:effectLst>
              <a:latin typeface="楷体" pitchFamily="49" charset="-122"/>
              <a:ea typeface="楷体" pitchFamily="49" charset="-122"/>
            </a:endParaRPr>
          </a:p>
        </p:txBody>
      </p:sp>
      <p:cxnSp>
        <p:nvCxnSpPr>
          <p:cNvPr id="11" name="直接箭头连接符 10"/>
          <p:cNvCxnSpPr>
            <a:cxnSpLocks noChangeShapeType="1"/>
          </p:cNvCxnSpPr>
          <p:nvPr/>
        </p:nvCxnSpPr>
        <p:spPr bwMode="auto">
          <a:xfrm>
            <a:off x="2700338" y="3284538"/>
            <a:ext cx="0" cy="1296987"/>
          </a:xfrm>
          <a:prstGeom prst="straightConnector1">
            <a:avLst/>
          </a:prstGeom>
          <a:noFill/>
          <a:ln w="63500" algn="ctr">
            <a:solidFill>
              <a:srgbClr val="FF0000"/>
            </a:solidFill>
            <a:round/>
            <a:headEnd/>
            <a:tailEnd/>
          </a:ln>
          <a:extLst>
            <a:ext uri="{909E8E84-426E-40DD-AFC4-6F175D3DCCD1}">
              <a14:hiddenFill xmlns:a14="http://schemas.microsoft.com/office/drawing/2010/main">
                <a:noFill/>
              </a14:hiddenFill>
            </a:ext>
          </a:extLst>
        </p:spPr>
      </p:cxnSp>
      <p:cxnSp>
        <p:nvCxnSpPr>
          <p:cNvPr id="17" name="直接箭头连接符 16"/>
          <p:cNvCxnSpPr>
            <a:cxnSpLocks noChangeShapeType="1"/>
          </p:cNvCxnSpPr>
          <p:nvPr/>
        </p:nvCxnSpPr>
        <p:spPr bwMode="auto">
          <a:xfrm>
            <a:off x="2700338" y="3284538"/>
            <a:ext cx="935037" cy="0"/>
          </a:xfrm>
          <a:prstGeom prst="straightConnector1">
            <a:avLst/>
          </a:prstGeom>
          <a:noFill/>
          <a:ln w="63500" algn="ctr">
            <a:solidFill>
              <a:srgbClr val="FF0000"/>
            </a:solidFill>
            <a:round/>
            <a:headEnd/>
            <a:tailEnd type="arrow" w="med" len="med"/>
          </a:ln>
          <a:extLst>
            <a:ext uri="{909E8E84-426E-40DD-AFC4-6F175D3DCCD1}">
              <a14:hiddenFill xmlns:a14="http://schemas.microsoft.com/office/drawing/2010/main">
                <a:noFill/>
              </a14:hiddenFill>
            </a:ext>
          </a:extLst>
        </p:spPr>
      </p:cxnSp>
      <p:sp>
        <p:nvSpPr>
          <p:cNvPr id="13" name="矩形 12"/>
          <p:cNvSpPr>
            <a:spLocks noChangeArrowheads="1"/>
          </p:cNvSpPr>
          <p:nvPr/>
        </p:nvSpPr>
        <p:spPr bwMode="auto">
          <a:xfrm>
            <a:off x="971550" y="4435475"/>
            <a:ext cx="2520950" cy="1154113"/>
          </a:xfrm>
          <a:prstGeom prst="rect">
            <a:avLst/>
          </a:prstGeom>
          <a:noFill/>
          <a:ln w="381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a:spcBef>
                <a:spcPct val="20000"/>
              </a:spcBef>
              <a:buClr>
                <a:srgbClr val="3333CC"/>
              </a:buClr>
              <a:buFontTx/>
              <a:buChar char="•"/>
            </a:pPr>
            <a:endParaRPr lang="zh-CN" altLang="en-US">
              <a:solidFill>
                <a:srgbClr val="000066"/>
              </a:solidFill>
            </a:endParaRPr>
          </a:p>
        </p:txBody>
      </p:sp>
    </p:spTree>
    <p:custDataLst>
      <p:tags r:id="rId1"/>
    </p:custDataLst>
    <p:extLst>
      <p:ext uri="{BB962C8B-B14F-4D97-AF65-F5344CB8AC3E}">
        <p14:creationId xmlns:p14="http://schemas.microsoft.com/office/powerpoint/2010/main" val="1612708279"/>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4"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down)">
                                      <p:cBhvr>
                                        <p:cTn id="11" dur="500"/>
                                        <p:tgtEl>
                                          <p:spTgt spid="11"/>
                                        </p:tgtEl>
                                      </p:cBhvr>
                                    </p:animEffect>
                                  </p:childTnLst>
                                </p:cTn>
                              </p:par>
                            </p:childTnLst>
                          </p:cTn>
                        </p:par>
                        <p:par>
                          <p:cTn id="12" fill="hold" nodeType="afterGroup">
                            <p:stCondLst>
                              <p:cond delay="500"/>
                            </p:stCondLst>
                            <p:childTnLst>
                              <p:par>
                                <p:cTn id="13" presetID="22" presetClass="entr" presetSubtype="8" fill="hold"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wipe(left)">
                                      <p:cBhvr>
                                        <p:cTn id="15" dur="500"/>
                                        <p:tgtEl>
                                          <p:spTgt spid="17"/>
                                        </p:tgtEl>
                                      </p:cBhvr>
                                    </p:animEffect>
                                  </p:childTnLst>
                                </p:cTn>
                              </p:par>
                            </p:childTnLst>
                          </p:cTn>
                        </p:par>
                        <p:par>
                          <p:cTn id="16" fill="hold" nodeType="afterGroup">
                            <p:stCondLst>
                              <p:cond delay="1000"/>
                            </p:stCondLst>
                            <p:childTnLst>
                              <p:par>
                                <p:cTn id="17" presetID="1" presetClass="entr" presetSubtype="0" fill="hold" grpId="0" nodeType="after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3" grpId="0" animBg="1"/>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7885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1725" y="2711450"/>
            <a:ext cx="6653213" cy="3741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8851" name="Rectangle 2"/>
          <p:cNvSpPr>
            <a:spLocks noGrp="1" noChangeArrowheads="1"/>
          </p:cNvSpPr>
          <p:nvPr>
            <p:ph type="title"/>
          </p:nvPr>
        </p:nvSpPr>
        <p:spPr/>
        <p:txBody>
          <a:bodyPr/>
          <a:lstStyle/>
          <a:p>
            <a:r>
              <a:rPr lang="en-US" altLang="zh-CN" sz="2800" b="0" smtClean="0">
                <a:latin typeface="微软雅黑" pitchFamily="34" charset="-122"/>
                <a:ea typeface="微软雅黑" pitchFamily="34" charset="-122"/>
              </a:rPr>
              <a:t>MVC</a:t>
            </a:r>
            <a:r>
              <a:rPr lang="zh-CN" altLang="en-US" sz="2800" b="0" smtClean="0">
                <a:latin typeface="微软雅黑" pitchFamily="34" charset="-122"/>
                <a:ea typeface="微软雅黑" pitchFamily="34" charset="-122"/>
              </a:rPr>
              <a:t>的典型运作流程</a:t>
            </a:r>
            <a:r>
              <a:rPr lang="en-US" altLang="zh-CN" sz="2800" b="0" smtClean="0">
                <a:latin typeface="微软雅黑" pitchFamily="34" charset="-122"/>
                <a:ea typeface="微软雅黑" pitchFamily="34" charset="-122"/>
              </a:rPr>
              <a:t>(2)</a:t>
            </a:r>
            <a:endParaRPr lang="zh-CN" altLang="en-US" sz="2800" b="0" smtClean="0">
              <a:latin typeface="微软雅黑" pitchFamily="34" charset="-122"/>
              <a:ea typeface="微软雅黑" pitchFamily="34" charset="-122"/>
            </a:endParaRP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A33B95A1-C1E4-4A6C-9D60-47B87841B807}" type="slidenum">
              <a:rPr lang="zh-CN" altLang="en-US" sz="1600">
                <a:solidFill>
                  <a:srgbClr val="000066"/>
                </a:solidFill>
                <a:latin typeface="微软雅黑" pitchFamily="34" charset="-122"/>
                <a:ea typeface="微软雅黑" pitchFamily="34" charset="-122"/>
              </a:rPr>
              <a:pPr/>
              <a:t>19</a:t>
            </a:fld>
            <a:endParaRPr lang="en-US" altLang="zh-CN" sz="1600">
              <a:solidFill>
                <a:srgbClr val="000066"/>
              </a:solidFill>
              <a:latin typeface="微软雅黑" pitchFamily="34" charset="-122"/>
              <a:ea typeface="微软雅黑" pitchFamily="34" charset="-122"/>
            </a:endParaRPr>
          </a:p>
        </p:txBody>
      </p:sp>
      <p:sp>
        <p:nvSpPr>
          <p:cNvPr id="18" name="Rectangle 3"/>
          <p:cNvSpPr txBox="1">
            <a:spLocks noChangeArrowheads="1"/>
          </p:cNvSpPr>
          <p:nvPr/>
        </p:nvSpPr>
        <p:spPr bwMode="auto">
          <a:xfrm>
            <a:off x="179388" y="1268413"/>
            <a:ext cx="8496300" cy="1439862"/>
          </a:xfrm>
          <a:prstGeom prst="rect">
            <a:avLst/>
          </a:prstGeom>
          <a:noFill/>
          <a:ln w="9525">
            <a:noFill/>
            <a:miter lim="800000"/>
            <a:headEnd/>
            <a:tailEnd/>
          </a:ln>
          <a:effectLst/>
        </p:spPr>
        <p:txBody>
          <a:bodyPr/>
          <a:lstStyle>
            <a:lvl1pPr marL="457200" indent="-457200" algn="l" rtl="0" eaLnBrk="0" fontAlgn="base" hangingPunct="0">
              <a:lnSpc>
                <a:spcPct val="120000"/>
              </a:lnSpc>
              <a:spcBef>
                <a:spcPct val="20000"/>
              </a:spcBef>
              <a:spcAft>
                <a:spcPct val="0"/>
              </a:spcAft>
              <a:buClr>
                <a:schemeClr val="accent2"/>
              </a:buClr>
              <a:buFont typeface="Wingdings" pitchFamily="2" charset="2"/>
              <a:buChar char="p"/>
              <a:defRPr kumimoji="1" sz="3200" b="1">
                <a:solidFill>
                  <a:schemeClr val="tx1"/>
                </a:solidFill>
                <a:latin typeface="+mn-lt"/>
                <a:ea typeface="+mn-ea"/>
                <a:cs typeface="+mn-cs"/>
              </a:defRPr>
            </a:lvl1pPr>
            <a:lvl2pPr marL="990600" indent="-354013" algn="l" rtl="0" eaLnBrk="0" fontAlgn="base" hangingPunct="0">
              <a:lnSpc>
                <a:spcPct val="120000"/>
              </a:lnSpc>
              <a:spcBef>
                <a:spcPct val="20000"/>
              </a:spcBef>
              <a:spcAft>
                <a:spcPct val="0"/>
              </a:spcAft>
              <a:buClr>
                <a:schemeClr val="folHlink"/>
              </a:buClr>
              <a:buFont typeface="Wingdings" pitchFamily="2" charset="2"/>
              <a:buBlip>
                <a:blip r:embed="rId4"/>
              </a:buBlip>
              <a:defRPr kumimoji="1" sz="2800" b="1">
                <a:solidFill>
                  <a:schemeClr val="tx1"/>
                </a:solidFill>
                <a:latin typeface="楷体_GB2312" pitchFamily="49" charset="-122"/>
                <a:ea typeface="楷体_GB2312" pitchFamily="49" charset="-122"/>
              </a:defRPr>
            </a:lvl2pPr>
            <a:lvl3pPr marL="1619250" indent="-354013" algn="l" rtl="0" eaLnBrk="0" fontAlgn="base" hangingPunct="0">
              <a:lnSpc>
                <a:spcPct val="120000"/>
              </a:lnSpc>
              <a:spcBef>
                <a:spcPct val="20000"/>
              </a:spcBef>
              <a:spcAft>
                <a:spcPct val="0"/>
              </a:spcAft>
              <a:buClr>
                <a:schemeClr val="accent2"/>
              </a:buClr>
              <a:buBlip>
                <a:blip r:embed="rId5"/>
              </a:buBlip>
              <a:defRPr kumimoji="1" sz="2400" b="1">
                <a:solidFill>
                  <a:schemeClr val="tx1"/>
                </a:solidFill>
                <a:latin typeface="+mn-lt"/>
                <a:ea typeface="+mn-ea"/>
              </a:defRPr>
            </a:lvl3pPr>
            <a:lvl4pPr marL="2152650" indent="-315913" algn="l" rtl="0" eaLnBrk="0" fontAlgn="base" hangingPunct="0">
              <a:lnSpc>
                <a:spcPct val="120000"/>
              </a:lnSpc>
              <a:spcBef>
                <a:spcPct val="20000"/>
              </a:spcBef>
              <a:spcAft>
                <a:spcPct val="0"/>
              </a:spcAft>
              <a:buClr>
                <a:schemeClr val="accent2"/>
              </a:buClr>
              <a:buBlip>
                <a:blip r:embed="rId6"/>
              </a:buBlip>
              <a:defRPr kumimoji="1" sz="2000" b="1">
                <a:solidFill>
                  <a:schemeClr val="tx1"/>
                </a:solidFill>
                <a:latin typeface="+mn-lt"/>
                <a:ea typeface="+mn-ea"/>
              </a:defRPr>
            </a:lvl4pPr>
            <a:lvl5pPr marL="26098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5pPr>
            <a:lvl6pPr marL="30670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6pPr>
            <a:lvl7pPr marL="35242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7pPr>
            <a:lvl8pPr marL="39814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8pPr>
            <a:lvl9pPr marL="44386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9pPr>
          </a:lstStyle>
          <a:p>
            <a:pPr marL="514350" lvl="1" indent="-514350">
              <a:lnSpc>
                <a:spcPct val="150000"/>
              </a:lnSpc>
              <a:buClrTx/>
              <a:buFont typeface="+mj-lt"/>
              <a:buAutoNum type="arabicPeriod" startAt="2"/>
              <a:defRPr/>
            </a:pPr>
            <a:r>
              <a:rPr lang="zh-CN" altLang="en-US" dirty="0">
                <a:solidFill>
                  <a:srgbClr val="000000"/>
                </a:solidFill>
                <a:effectLst>
                  <a:outerShdw blurRad="38100" dist="38100" dir="2700000" algn="tl">
                    <a:srgbClr val="000000">
                      <a:alpha val="43137"/>
                    </a:srgbClr>
                  </a:outerShdw>
                </a:effectLst>
                <a:latin typeface="华文楷体" pitchFamily="2" charset="-122"/>
                <a:ea typeface="华文楷体" pitchFamily="2" charset="-122"/>
              </a:rPr>
              <a:t>视图接受界面动作，将其转换为内部事件传递给控制器</a:t>
            </a:r>
            <a:endParaRPr lang="en-US" altLang="ja-JP" dirty="0">
              <a:solidFill>
                <a:srgbClr val="000000"/>
              </a:solidFill>
              <a:effectLst>
                <a:outerShdw blurRad="38100" dist="38100" dir="2700000" algn="tl">
                  <a:srgbClr val="000000">
                    <a:alpha val="43137"/>
                  </a:srgbClr>
                </a:outerShdw>
              </a:effectLst>
              <a:latin typeface="华文楷体" pitchFamily="2" charset="-122"/>
              <a:ea typeface="华文楷体" pitchFamily="2" charset="-122"/>
            </a:endParaRPr>
          </a:p>
        </p:txBody>
      </p:sp>
      <p:cxnSp>
        <p:nvCxnSpPr>
          <p:cNvPr id="6" name="直接箭头连接符 5"/>
          <p:cNvCxnSpPr>
            <a:cxnSpLocks noChangeShapeType="1"/>
          </p:cNvCxnSpPr>
          <p:nvPr/>
        </p:nvCxnSpPr>
        <p:spPr bwMode="auto">
          <a:xfrm flipV="1">
            <a:off x="6084888" y="5359400"/>
            <a:ext cx="0" cy="655638"/>
          </a:xfrm>
          <a:prstGeom prst="straightConnector1">
            <a:avLst/>
          </a:prstGeom>
          <a:noFill/>
          <a:ln w="63500" algn="ctr">
            <a:solidFill>
              <a:srgbClr val="FF0000"/>
            </a:solidFill>
            <a:prstDash val="sysDot"/>
            <a:round/>
            <a:headEnd/>
            <a:tailEnd type="arrow" w="med" len="med"/>
          </a:ln>
          <a:extLst>
            <a:ext uri="{909E8E84-426E-40DD-AFC4-6F175D3DCCD1}">
              <a14:hiddenFill xmlns:a14="http://schemas.microsoft.com/office/drawing/2010/main">
                <a:noFill/>
              </a14:hiddenFill>
            </a:ext>
          </a:extLst>
        </p:spPr>
      </p:cxnSp>
      <p:cxnSp>
        <p:nvCxnSpPr>
          <p:cNvPr id="9" name="直接箭头连接符 8"/>
          <p:cNvCxnSpPr>
            <a:cxnSpLocks noChangeShapeType="1"/>
          </p:cNvCxnSpPr>
          <p:nvPr/>
        </p:nvCxnSpPr>
        <p:spPr bwMode="auto">
          <a:xfrm flipH="1">
            <a:off x="2195513" y="6021388"/>
            <a:ext cx="3889375" cy="0"/>
          </a:xfrm>
          <a:prstGeom prst="straightConnector1">
            <a:avLst/>
          </a:prstGeom>
          <a:noFill/>
          <a:ln w="63500" algn="ctr">
            <a:solidFill>
              <a:srgbClr val="FF0000"/>
            </a:solidFill>
            <a:prstDash val="sysDot"/>
            <a:round/>
            <a:headEnd/>
            <a:tailEnd/>
          </a:ln>
          <a:extLst>
            <a:ext uri="{909E8E84-426E-40DD-AFC4-6F175D3DCCD1}">
              <a14:hiddenFill xmlns:a14="http://schemas.microsoft.com/office/drawing/2010/main">
                <a:noFill/>
              </a14:hiddenFill>
            </a:ext>
          </a:extLst>
        </p:spPr>
      </p:cxnSp>
      <p:cxnSp>
        <p:nvCxnSpPr>
          <p:cNvPr id="25" name="直接箭头连接符 24"/>
          <p:cNvCxnSpPr>
            <a:cxnSpLocks noChangeShapeType="1"/>
          </p:cNvCxnSpPr>
          <p:nvPr/>
        </p:nvCxnSpPr>
        <p:spPr bwMode="auto">
          <a:xfrm flipV="1">
            <a:off x="2195513" y="5473700"/>
            <a:ext cx="0" cy="541338"/>
          </a:xfrm>
          <a:prstGeom prst="straightConnector1">
            <a:avLst/>
          </a:prstGeom>
          <a:noFill/>
          <a:ln w="63500" algn="ctr">
            <a:solidFill>
              <a:srgbClr val="FF0000"/>
            </a:solidFill>
            <a:prstDash val="sysDot"/>
            <a:round/>
            <a:headEnd/>
            <a:tailEnd/>
          </a:ln>
          <a:extLst>
            <a:ext uri="{909E8E84-426E-40DD-AFC4-6F175D3DCCD1}">
              <a14:hiddenFill xmlns:a14="http://schemas.microsoft.com/office/drawing/2010/main">
                <a:noFill/>
              </a14:hiddenFill>
            </a:ext>
          </a:extLst>
        </p:spPr>
      </p:cxnSp>
    </p:spTree>
    <p:custDataLst>
      <p:tags r:id="rId1"/>
    </p:custDataLst>
    <p:extLst>
      <p:ext uri="{BB962C8B-B14F-4D97-AF65-F5344CB8AC3E}">
        <p14:creationId xmlns:p14="http://schemas.microsoft.com/office/powerpoint/2010/main" val="310782748"/>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500"/>
                                        <p:tgtEl>
                                          <p:spTgt spid="9"/>
                                        </p:tgtEl>
                                      </p:cBhvr>
                                    </p:animEffect>
                                  </p:childTnLst>
                                </p:cTn>
                              </p:par>
                            </p:childTnLst>
                          </p:cTn>
                        </p:par>
                        <p:par>
                          <p:cTn id="12" fill="hold" nodeType="afterGroup">
                            <p:stCondLst>
                              <p:cond delay="1000"/>
                            </p:stCondLst>
                            <p:childTnLst>
                              <p:par>
                                <p:cTn id="13" presetID="22" presetClass="entr" presetSubtype="4"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down)">
                                      <p:cBhvr>
                                        <p:cTn id="15" dur="500"/>
                                        <p:tgtEl>
                                          <p:spTgt spid="6"/>
                                        </p:tgtEl>
                                      </p:cBhvr>
                                    </p:animEffect>
                                  </p:childTnLst>
                                </p:cTn>
                              </p:par>
                            </p:childTnLst>
                          </p:cTn>
                        </p:par>
                        <p:par>
                          <p:cTn id="16" fill="hold" nodeType="afterGroup">
                            <p:stCondLst>
                              <p:cond delay="1500"/>
                            </p:stCondLst>
                            <p:childTnLst>
                              <p:par>
                                <p:cTn id="17" presetID="1" presetClass="entr" presetSubtype="0" fill="hold" grpId="0" nodeType="after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7987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1725" y="2711450"/>
            <a:ext cx="6653213" cy="3741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9875" name="Rectangle 2"/>
          <p:cNvSpPr>
            <a:spLocks noGrp="1" noChangeArrowheads="1"/>
          </p:cNvSpPr>
          <p:nvPr>
            <p:ph type="title"/>
          </p:nvPr>
        </p:nvSpPr>
        <p:spPr/>
        <p:txBody>
          <a:bodyPr/>
          <a:lstStyle/>
          <a:p>
            <a:r>
              <a:rPr lang="en-US" altLang="zh-CN" sz="2800" b="0" smtClean="0">
                <a:latin typeface="微软雅黑" pitchFamily="34" charset="-122"/>
                <a:ea typeface="微软雅黑" pitchFamily="34" charset="-122"/>
              </a:rPr>
              <a:t>MVC</a:t>
            </a:r>
            <a:r>
              <a:rPr lang="zh-CN" altLang="en-US" sz="2800" b="0" smtClean="0">
                <a:latin typeface="微软雅黑" pitchFamily="34" charset="-122"/>
                <a:ea typeface="微软雅黑" pitchFamily="34" charset="-122"/>
              </a:rPr>
              <a:t>的典型运作流程</a:t>
            </a:r>
            <a:r>
              <a:rPr lang="en-US" altLang="zh-CN" sz="2800" b="0" smtClean="0">
                <a:latin typeface="微软雅黑" pitchFamily="34" charset="-122"/>
                <a:ea typeface="微软雅黑" pitchFamily="34" charset="-122"/>
              </a:rPr>
              <a:t>(3)</a:t>
            </a:r>
            <a:endParaRPr lang="zh-CN" altLang="en-US" sz="2800" b="0" smtClean="0">
              <a:latin typeface="微软雅黑" pitchFamily="34" charset="-122"/>
              <a:ea typeface="微软雅黑" pitchFamily="34" charset="-122"/>
            </a:endParaRP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241BD23D-F894-4B16-9449-C454760884EA}" type="slidenum">
              <a:rPr lang="zh-CN" altLang="en-US" sz="1600">
                <a:solidFill>
                  <a:srgbClr val="000066"/>
                </a:solidFill>
                <a:latin typeface="微软雅黑" pitchFamily="34" charset="-122"/>
                <a:ea typeface="微软雅黑" pitchFamily="34" charset="-122"/>
              </a:rPr>
              <a:pPr/>
              <a:t>20</a:t>
            </a:fld>
            <a:endParaRPr lang="en-US" altLang="zh-CN" sz="1600">
              <a:solidFill>
                <a:srgbClr val="000066"/>
              </a:solidFill>
              <a:latin typeface="微软雅黑" pitchFamily="34" charset="-122"/>
              <a:ea typeface="微软雅黑" pitchFamily="34" charset="-122"/>
            </a:endParaRPr>
          </a:p>
        </p:txBody>
      </p:sp>
      <p:sp>
        <p:nvSpPr>
          <p:cNvPr id="18" name="Rectangle 3"/>
          <p:cNvSpPr txBox="1">
            <a:spLocks noChangeArrowheads="1"/>
          </p:cNvSpPr>
          <p:nvPr/>
        </p:nvSpPr>
        <p:spPr bwMode="auto">
          <a:xfrm>
            <a:off x="179388" y="1268413"/>
            <a:ext cx="8496300" cy="865187"/>
          </a:xfrm>
          <a:prstGeom prst="rect">
            <a:avLst/>
          </a:prstGeom>
          <a:noFill/>
          <a:ln w="9525">
            <a:noFill/>
            <a:miter lim="800000"/>
            <a:headEnd/>
            <a:tailEnd/>
          </a:ln>
          <a:effectLst/>
        </p:spPr>
        <p:txBody>
          <a:bodyPr/>
          <a:lstStyle>
            <a:lvl1pPr marL="457200" indent="-457200" algn="l" rtl="0" eaLnBrk="0" fontAlgn="base" hangingPunct="0">
              <a:lnSpc>
                <a:spcPct val="120000"/>
              </a:lnSpc>
              <a:spcBef>
                <a:spcPct val="20000"/>
              </a:spcBef>
              <a:spcAft>
                <a:spcPct val="0"/>
              </a:spcAft>
              <a:buClr>
                <a:schemeClr val="accent2"/>
              </a:buClr>
              <a:buFont typeface="Wingdings" pitchFamily="2" charset="2"/>
              <a:buChar char="p"/>
              <a:defRPr kumimoji="1" sz="3200" b="1">
                <a:solidFill>
                  <a:schemeClr val="tx1"/>
                </a:solidFill>
                <a:latin typeface="+mn-lt"/>
                <a:ea typeface="+mn-ea"/>
                <a:cs typeface="+mn-cs"/>
              </a:defRPr>
            </a:lvl1pPr>
            <a:lvl2pPr marL="990600" indent="-354013" algn="l" rtl="0" eaLnBrk="0" fontAlgn="base" hangingPunct="0">
              <a:lnSpc>
                <a:spcPct val="120000"/>
              </a:lnSpc>
              <a:spcBef>
                <a:spcPct val="20000"/>
              </a:spcBef>
              <a:spcAft>
                <a:spcPct val="0"/>
              </a:spcAft>
              <a:buClr>
                <a:schemeClr val="folHlink"/>
              </a:buClr>
              <a:buFont typeface="Wingdings" pitchFamily="2" charset="2"/>
              <a:buBlip>
                <a:blip r:embed="rId4"/>
              </a:buBlip>
              <a:defRPr kumimoji="1" sz="2800" b="1">
                <a:solidFill>
                  <a:schemeClr val="tx1"/>
                </a:solidFill>
                <a:latin typeface="楷体_GB2312" pitchFamily="49" charset="-122"/>
                <a:ea typeface="楷体_GB2312" pitchFamily="49" charset="-122"/>
              </a:defRPr>
            </a:lvl2pPr>
            <a:lvl3pPr marL="1619250" indent="-354013" algn="l" rtl="0" eaLnBrk="0" fontAlgn="base" hangingPunct="0">
              <a:lnSpc>
                <a:spcPct val="120000"/>
              </a:lnSpc>
              <a:spcBef>
                <a:spcPct val="20000"/>
              </a:spcBef>
              <a:spcAft>
                <a:spcPct val="0"/>
              </a:spcAft>
              <a:buClr>
                <a:schemeClr val="accent2"/>
              </a:buClr>
              <a:buBlip>
                <a:blip r:embed="rId5"/>
              </a:buBlip>
              <a:defRPr kumimoji="1" sz="2400" b="1">
                <a:solidFill>
                  <a:schemeClr val="tx1"/>
                </a:solidFill>
                <a:latin typeface="+mn-lt"/>
                <a:ea typeface="+mn-ea"/>
              </a:defRPr>
            </a:lvl3pPr>
            <a:lvl4pPr marL="2152650" indent="-315913" algn="l" rtl="0" eaLnBrk="0" fontAlgn="base" hangingPunct="0">
              <a:lnSpc>
                <a:spcPct val="120000"/>
              </a:lnSpc>
              <a:spcBef>
                <a:spcPct val="20000"/>
              </a:spcBef>
              <a:spcAft>
                <a:spcPct val="0"/>
              </a:spcAft>
              <a:buClr>
                <a:schemeClr val="accent2"/>
              </a:buClr>
              <a:buBlip>
                <a:blip r:embed="rId6"/>
              </a:buBlip>
              <a:defRPr kumimoji="1" sz="2000" b="1">
                <a:solidFill>
                  <a:schemeClr val="tx1"/>
                </a:solidFill>
                <a:latin typeface="+mn-lt"/>
                <a:ea typeface="+mn-ea"/>
              </a:defRPr>
            </a:lvl4pPr>
            <a:lvl5pPr marL="26098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5pPr>
            <a:lvl6pPr marL="30670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6pPr>
            <a:lvl7pPr marL="35242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7pPr>
            <a:lvl8pPr marL="39814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8pPr>
            <a:lvl9pPr marL="44386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9pPr>
          </a:lstStyle>
          <a:p>
            <a:pPr marL="514350" lvl="1" indent="-514350">
              <a:lnSpc>
                <a:spcPct val="150000"/>
              </a:lnSpc>
              <a:buClrTx/>
              <a:buFont typeface="+mj-lt"/>
              <a:buAutoNum type="arabicPeriod" startAt="3"/>
              <a:defRPr/>
            </a:pPr>
            <a:r>
              <a:rPr lang="zh-CN" altLang="en-US" dirty="0">
                <a:solidFill>
                  <a:srgbClr val="000000"/>
                </a:solidFill>
                <a:effectLst>
                  <a:outerShdw blurRad="38100" dist="38100" dir="2700000" algn="tl">
                    <a:srgbClr val="000000">
                      <a:alpha val="43137"/>
                    </a:srgbClr>
                  </a:outerShdw>
                </a:effectLst>
                <a:latin typeface="华文楷体" pitchFamily="2" charset="-122"/>
                <a:ea typeface="华文楷体" pitchFamily="2" charset="-122"/>
              </a:rPr>
              <a:t>控制器将界面事件转换为对模型的业务逻辑处理功能的调用</a:t>
            </a:r>
            <a:endParaRPr lang="en-US" altLang="zh-CN" dirty="0">
              <a:solidFill>
                <a:srgbClr val="000000"/>
              </a:solidFill>
              <a:effectLst>
                <a:outerShdw blurRad="38100" dist="38100" dir="2700000" algn="tl">
                  <a:srgbClr val="000000">
                    <a:alpha val="43137"/>
                  </a:srgbClr>
                </a:outerShdw>
              </a:effectLst>
              <a:latin typeface="华文楷体" pitchFamily="2" charset="-122"/>
              <a:ea typeface="华文楷体" pitchFamily="2" charset="-122"/>
            </a:endParaRPr>
          </a:p>
        </p:txBody>
      </p:sp>
      <p:cxnSp>
        <p:nvCxnSpPr>
          <p:cNvPr id="11" name="直接箭头连接符 10"/>
          <p:cNvCxnSpPr>
            <a:cxnSpLocks noChangeShapeType="1"/>
          </p:cNvCxnSpPr>
          <p:nvPr/>
        </p:nvCxnSpPr>
        <p:spPr bwMode="auto">
          <a:xfrm flipH="1">
            <a:off x="7164388" y="5013325"/>
            <a:ext cx="590550" cy="0"/>
          </a:xfrm>
          <a:prstGeom prst="straightConnector1">
            <a:avLst/>
          </a:prstGeom>
          <a:noFill/>
          <a:ln w="63500" algn="ctr">
            <a:solidFill>
              <a:srgbClr val="FF0000"/>
            </a:solidFill>
            <a:round/>
            <a:headEnd/>
            <a:tailEnd/>
          </a:ln>
          <a:extLst>
            <a:ext uri="{909E8E84-426E-40DD-AFC4-6F175D3DCCD1}">
              <a14:hiddenFill xmlns:a14="http://schemas.microsoft.com/office/drawing/2010/main">
                <a:noFill/>
              </a14:hiddenFill>
            </a:ext>
          </a:extLst>
        </p:spPr>
      </p:cxnSp>
      <p:cxnSp>
        <p:nvCxnSpPr>
          <p:cNvPr id="17" name="直接箭头连接符 16"/>
          <p:cNvCxnSpPr>
            <a:cxnSpLocks noChangeShapeType="1"/>
          </p:cNvCxnSpPr>
          <p:nvPr/>
        </p:nvCxnSpPr>
        <p:spPr bwMode="auto">
          <a:xfrm flipH="1">
            <a:off x="5724525" y="3213100"/>
            <a:ext cx="2030413" cy="0"/>
          </a:xfrm>
          <a:prstGeom prst="straightConnector1">
            <a:avLst/>
          </a:prstGeom>
          <a:noFill/>
          <a:ln w="63500"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10" name="直接箭头连接符 9"/>
          <p:cNvCxnSpPr>
            <a:cxnSpLocks noChangeShapeType="1"/>
          </p:cNvCxnSpPr>
          <p:nvPr/>
        </p:nvCxnSpPr>
        <p:spPr bwMode="auto">
          <a:xfrm>
            <a:off x="7754938" y="3213100"/>
            <a:ext cx="0" cy="1800225"/>
          </a:xfrm>
          <a:prstGeom prst="straightConnector1">
            <a:avLst/>
          </a:prstGeom>
          <a:noFill/>
          <a:ln w="63500" algn="ctr">
            <a:solidFill>
              <a:srgbClr val="FF0000"/>
            </a:solidFill>
            <a:round/>
            <a:headEnd/>
            <a:tailEnd/>
          </a:ln>
          <a:extLst>
            <a:ext uri="{909E8E84-426E-40DD-AFC4-6F175D3DCCD1}">
              <a14:hiddenFill xmlns:a14="http://schemas.microsoft.com/office/drawing/2010/main">
                <a:noFill/>
              </a14:hiddenFill>
            </a:ext>
          </a:extLst>
        </p:spPr>
      </p:cxnSp>
    </p:spTree>
    <p:custDataLst>
      <p:tags r:id="rId1"/>
    </p:custDataLst>
    <p:extLst>
      <p:ext uri="{BB962C8B-B14F-4D97-AF65-F5344CB8AC3E}">
        <p14:creationId xmlns:p14="http://schemas.microsoft.com/office/powerpoint/2010/main" val="1384957592"/>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nodeType="afterGroup">
                            <p:stCondLst>
                              <p:cond delay="500"/>
                            </p:stCondLst>
                            <p:childTnLst>
                              <p:par>
                                <p:cTn id="9" presetID="22" presetClass="entr" presetSubtype="4"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down)">
                                      <p:cBhvr>
                                        <p:cTn id="11" dur="500"/>
                                        <p:tgtEl>
                                          <p:spTgt spid="10"/>
                                        </p:tgtEl>
                                      </p:cBhvr>
                                    </p:animEffect>
                                  </p:childTnLst>
                                </p:cTn>
                              </p:par>
                            </p:childTnLst>
                          </p:cTn>
                        </p:par>
                        <p:par>
                          <p:cTn id="12" fill="hold" nodeType="afterGroup">
                            <p:stCondLst>
                              <p:cond delay="1000"/>
                            </p:stCondLst>
                            <p:childTnLst>
                              <p:par>
                                <p:cTn id="13" presetID="22" presetClass="entr" presetSubtype="2" fill="hold"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wipe(right)">
                                      <p:cBhvr>
                                        <p:cTn id="15" dur="500"/>
                                        <p:tgtEl>
                                          <p:spTgt spid="17"/>
                                        </p:tgtEl>
                                      </p:cBhvr>
                                    </p:animEffect>
                                  </p:childTnLst>
                                </p:cTn>
                              </p:par>
                            </p:childTnLst>
                          </p:cTn>
                        </p:par>
                        <p:par>
                          <p:cTn id="16" fill="hold" nodeType="afterGroup">
                            <p:stCondLst>
                              <p:cond delay="1500"/>
                            </p:stCondLst>
                            <p:childTnLst>
                              <p:par>
                                <p:cTn id="17" presetID="1" presetClass="entr" presetSubtype="0" fill="hold" grpId="0" nodeType="after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8089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1725" y="2711450"/>
            <a:ext cx="6653213" cy="3741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0899" name="Rectangle 2"/>
          <p:cNvSpPr>
            <a:spLocks noGrp="1" noChangeArrowheads="1"/>
          </p:cNvSpPr>
          <p:nvPr>
            <p:ph type="title"/>
          </p:nvPr>
        </p:nvSpPr>
        <p:spPr/>
        <p:txBody>
          <a:bodyPr/>
          <a:lstStyle/>
          <a:p>
            <a:r>
              <a:rPr lang="en-US" altLang="zh-CN" sz="2800" b="0" smtClean="0">
                <a:latin typeface="微软雅黑" pitchFamily="34" charset="-122"/>
                <a:ea typeface="微软雅黑" pitchFamily="34" charset="-122"/>
              </a:rPr>
              <a:t>MVC</a:t>
            </a:r>
            <a:r>
              <a:rPr lang="zh-CN" altLang="en-US" sz="2800" b="0" smtClean="0">
                <a:latin typeface="微软雅黑" pitchFamily="34" charset="-122"/>
                <a:ea typeface="微软雅黑" pitchFamily="34" charset="-122"/>
              </a:rPr>
              <a:t>的典型运作流程</a:t>
            </a:r>
            <a:r>
              <a:rPr lang="en-US" altLang="zh-CN" sz="2800" b="0" smtClean="0">
                <a:latin typeface="微软雅黑" pitchFamily="34" charset="-122"/>
                <a:ea typeface="微软雅黑" pitchFamily="34" charset="-122"/>
              </a:rPr>
              <a:t>(4)</a:t>
            </a:r>
            <a:endParaRPr lang="zh-CN" altLang="en-US" sz="2800" b="0" smtClean="0">
              <a:latin typeface="微软雅黑" pitchFamily="34" charset="-122"/>
              <a:ea typeface="微软雅黑" pitchFamily="34" charset="-122"/>
            </a:endParaRP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10147B4E-D3EF-4C8E-826F-441EFB068572}" type="slidenum">
              <a:rPr lang="zh-CN" altLang="en-US" sz="1600">
                <a:solidFill>
                  <a:srgbClr val="000066"/>
                </a:solidFill>
                <a:latin typeface="微软雅黑" pitchFamily="34" charset="-122"/>
                <a:ea typeface="微软雅黑" pitchFamily="34" charset="-122"/>
              </a:rPr>
              <a:pPr/>
              <a:t>21</a:t>
            </a:fld>
            <a:endParaRPr lang="en-US" altLang="zh-CN" sz="1600">
              <a:solidFill>
                <a:srgbClr val="000066"/>
              </a:solidFill>
              <a:latin typeface="微软雅黑" pitchFamily="34" charset="-122"/>
              <a:ea typeface="微软雅黑" pitchFamily="34" charset="-122"/>
            </a:endParaRPr>
          </a:p>
        </p:txBody>
      </p:sp>
      <p:sp>
        <p:nvSpPr>
          <p:cNvPr id="18" name="Rectangle 3"/>
          <p:cNvSpPr txBox="1">
            <a:spLocks noChangeArrowheads="1"/>
          </p:cNvSpPr>
          <p:nvPr/>
        </p:nvSpPr>
        <p:spPr bwMode="auto">
          <a:xfrm>
            <a:off x="179388" y="1268413"/>
            <a:ext cx="8496300" cy="1512887"/>
          </a:xfrm>
          <a:prstGeom prst="rect">
            <a:avLst/>
          </a:prstGeom>
          <a:noFill/>
          <a:ln w="9525">
            <a:noFill/>
            <a:miter lim="800000"/>
            <a:headEnd/>
            <a:tailEnd/>
          </a:ln>
          <a:effectLst/>
        </p:spPr>
        <p:txBody>
          <a:bodyPr/>
          <a:lstStyle>
            <a:lvl1pPr marL="457200" indent="-457200" algn="l" rtl="0" eaLnBrk="0" fontAlgn="base" hangingPunct="0">
              <a:lnSpc>
                <a:spcPct val="120000"/>
              </a:lnSpc>
              <a:spcBef>
                <a:spcPct val="20000"/>
              </a:spcBef>
              <a:spcAft>
                <a:spcPct val="0"/>
              </a:spcAft>
              <a:buClr>
                <a:schemeClr val="accent2"/>
              </a:buClr>
              <a:buFont typeface="Wingdings" pitchFamily="2" charset="2"/>
              <a:buChar char="p"/>
              <a:defRPr kumimoji="1" sz="3200" b="1">
                <a:solidFill>
                  <a:schemeClr val="tx1"/>
                </a:solidFill>
                <a:latin typeface="+mn-lt"/>
                <a:ea typeface="+mn-ea"/>
                <a:cs typeface="+mn-cs"/>
              </a:defRPr>
            </a:lvl1pPr>
            <a:lvl2pPr marL="990600" indent="-354013" algn="l" rtl="0" eaLnBrk="0" fontAlgn="base" hangingPunct="0">
              <a:lnSpc>
                <a:spcPct val="120000"/>
              </a:lnSpc>
              <a:spcBef>
                <a:spcPct val="20000"/>
              </a:spcBef>
              <a:spcAft>
                <a:spcPct val="0"/>
              </a:spcAft>
              <a:buClr>
                <a:schemeClr val="folHlink"/>
              </a:buClr>
              <a:buFont typeface="Wingdings" pitchFamily="2" charset="2"/>
              <a:buBlip>
                <a:blip r:embed="rId4"/>
              </a:buBlip>
              <a:defRPr kumimoji="1" sz="2800" b="1">
                <a:solidFill>
                  <a:schemeClr val="tx1"/>
                </a:solidFill>
                <a:latin typeface="楷体_GB2312" pitchFamily="49" charset="-122"/>
                <a:ea typeface="楷体_GB2312" pitchFamily="49" charset="-122"/>
              </a:defRPr>
            </a:lvl2pPr>
            <a:lvl3pPr marL="1619250" indent="-354013" algn="l" rtl="0" eaLnBrk="0" fontAlgn="base" hangingPunct="0">
              <a:lnSpc>
                <a:spcPct val="120000"/>
              </a:lnSpc>
              <a:spcBef>
                <a:spcPct val="20000"/>
              </a:spcBef>
              <a:spcAft>
                <a:spcPct val="0"/>
              </a:spcAft>
              <a:buClr>
                <a:schemeClr val="accent2"/>
              </a:buClr>
              <a:buBlip>
                <a:blip r:embed="rId5"/>
              </a:buBlip>
              <a:defRPr kumimoji="1" sz="2400" b="1">
                <a:solidFill>
                  <a:schemeClr val="tx1"/>
                </a:solidFill>
                <a:latin typeface="+mn-lt"/>
                <a:ea typeface="+mn-ea"/>
              </a:defRPr>
            </a:lvl3pPr>
            <a:lvl4pPr marL="2152650" indent="-315913" algn="l" rtl="0" eaLnBrk="0" fontAlgn="base" hangingPunct="0">
              <a:lnSpc>
                <a:spcPct val="120000"/>
              </a:lnSpc>
              <a:spcBef>
                <a:spcPct val="20000"/>
              </a:spcBef>
              <a:spcAft>
                <a:spcPct val="0"/>
              </a:spcAft>
              <a:buClr>
                <a:schemeClr val="accent2"/>
              </a:buClr>
              <a:buBlip>
                <a:blip r:embed="rId6"/>
              </a:buBlip>
              <a:defRPr kumimoji="1" sz="2000" b="1">
                <a:solidFill>
                  <a:schemeClr val="tx1"/>
                </a:solidFill>
                <a:latin typeface="+mn-lt"/>
                <a:ea typeface="+mn-ea"/>
              </a:defRPr>
            </a:lvl4pPr>
            <a:lvl5pPr marL="26098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5pPr>
            <a:lvl6pPr marL="30670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6pPr>
            <a:lvl7pPr marL="35242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7pPr>
            <a:lvl8pPr marL="39814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8pPr>
            <a:lvl9pPr marL="44386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9pPr>
          </a:lstStyle>
          <a:p>
            <a:pPr marL="514350" indent="-514350">
              <a:lnSpc>
                <a:spcPct val="150000"/>
              </a:lnSpc>
              <a:buClrTx/>
              <a:buFont typeface="+mj-lt"/>
              <a:buAutoNum type="arabicPeriod" startAt="4"/>
              <a:defRPr/>
            </a:pPr>
            <a:r>
              <a:rPr lang="zh-CN" altLang="en-US" sz="2800" dirty="0">
                <a:solidFill>
                  <a:srgbClr val="000000"/>
                </a:solidFill>
                <a:effectLst>
                  <a:outerShdw blurRad="38100" dist="38100" dir="2700000" algn="tl">
                    <a:srgbClr val="000000">
                      <a:alpha val="43137"/>
                    </a:srgbClr>
                  </a:outerShdw>
                </a:effectLst>
                <a:latin typeface="楷体" pitchFamily="49" charset="-122"/>
                <a:ea typeface="楷体" pitchFamily="49" charset="-122"/>
              </a:rPr>
              <a:t>模型进行业务逻辑处理，完成后将结果回送给控制器，</a:t>
            </a:r>
            <a:r>
              <a:rPr lang="zh-CN" altLang="en-US" sz="2800" dirty="0">
                <a:solidFill>
                  <a:srgbClr val="000000"/>
                </a:solidFill>
                <a:effectLst>
                  <a:outerShdw blurRad="38100" dist="38100" dir="2700000" algn="tl">
                    <a:srgbClr val="000000">
                      <a:alpha val="43137"/>
                    </a:srgbClr>
                  </a:outerShdw>
                </a:effectLst>
                <a:latin typeface="华文楷体" pitchFamily="2" charset="-122"/>
                <a:ea typeface="华文楷体" pitchFamily="2" charset="-122"/>
              </a:rPr>
              <a:t>必要时将变化事件通知给所有现行视图</a:t>
            </a:r>
            <a:endParaRPr lang="zh-CN" altLang="en-US" sz="2800" dirty="0">
              <a:solidFill>
                <a:srgbClr val="000000"/>
              </a:solidFill>
              <a:effectLst>
                <a:outerShdw blurRad="38100" dist="38100" dir="2700000" algn="tl">
                  <a:srgbClr val="000000">
                    <a:alpha val="43137"/>
                  </a:srgbClr>
                </a:outerShdw>
              </a:effectLst>
              <a:latin typeface="楷体" pitchFamily="49" charset="-122"/>
              <a:ea typeface="楷体" pitchFamily="49" charset="-122"/>
            </a:endParaRPr>
          </a:p>
        </p:txBody>
      </p:sp>
      <p:cxnSp>
        <p:nvCxnSpPr>
          <p:cNvPr id="6" name="直接箭头连接符 5"/>
          <p:cNvCxnSpPr>
            <a:cxnSpLocks noChangeShapeType="1"/>
          </p:cNvCxnSpPr>
          <p:nvPr/>
        </p:nvCxnSpPr>
        <p:spPr bwMode="auto">
          <a:xfrm flipH="1">
            <a:off x="5795963" y="3357563"/>
            <a:ext cx="1800225" cy="0"/>
          </a:xfrm>
          <a:prstGeom prst="straightConnector1">
            <a:avLst/>
          </a:prstGeom>
          <a:noFill/>
          <a:ln w="63500" algn="ctr">
            <a:solidFill>
              <a:srgbClr val="FF0000"/>
            </a:solidFill>
            <a:round/>
            <a:headEnd/>
            <a:tailEnd/>
          </a:ln>
          <a:extLst>
            <a:ext uri="{909E8E84-426E-40DD-AFC4-6F175D3DCCD1}">
              <a14:hiddenFill xmlns:a14="http://schemas.microsoft.com/office/drawing/2010/main">
                <a:noFill/>
              </a14:hiddenFill>
            </a:ext>
          </a:extLst>
        </p:spPr>
      </p:cxnSp>
      <p:cxnSp>
        <p:nvCxnSpPr>
          <p:cNvPr id="7" name="直接箭头连接符 6"/>
          <p:cNvCxnSpPr>
            <a:cxnSpLocks noChangeShapeType="1"/>
          </p:cNvCxnSpPr>
          <p:nvPr/>
        </p:nvCxnSpPr>
        <p:spPr bwMode="auto">
          <a:xfrm flipH="1">
            <a:off x="7593013" y="3357563"/>
            <a:ext cx="3175" cy="1511300"/>
          </a:xfrm>
          <a:prstGeom prst="straightConnector1">
            <a:avLst/>
          </a:prstGeom>
          <a:noFill/>
          <a:ln w="63500" algn="ctr">
            <a:solidFill>
              <a:srgbClr val="FF0000"/>
            </a:solidFill>
            <a:round/>
            <a:headEnd/>
            <a:tailEnd/>
          </a:ln>
          <a:extLst>
            <a:ext uri="{909E8E84-426E-40DD-AFC4-6F175D3DCCD1}">
              <a14:hiddenFill xmlns:a14="http://schemas.microsoft.com/office/drawing/2010/main">
                <a:noFill/>
              </a14:hiddenFill>
            </a:ext>
          </a:extLst>
        </p:spPr>
      </p:cxnSp>
      <p:cxnSp>
        <p:nvCxnSpPr>
          <p:cNvPr id="8" name="直接箭头连接符 7"/>
          <p:cNvCxnSpPr>
            <a:cxnSpLocks noChangeShapeType="1"/>
          </p:cNvCxnSpPr>
          <p:nvPr/>
        </p:nvCxnSpPr>
        <p:spPr bwMode="auto">
          <a:xfrm flipH="1">
            <a:off x="6872288" y="4868863"/>
            <a:ext cx="723900" cy="0"/>
          </a:xfrm>
          <a:prstGeom prst="straightConnector1">
            <a:avLst/>
          </a:prstGeom>
          <a:noFill/>
          <a:ln w="63500"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16" name="直接箭头连接符 15"/>
          <p:cNvCxnSpPr>
            <a:cxnSpLocks noChangeShapeType="1"/>
          </p:cNvCxnSpPr>
          <p:nvPr/>
        </p:nvCxnSpPr>
        <p:spPr bwMode="auto">
          <a:xfrm>
            <a:off x="2124075" y="3213100"/>
            <a:ext cx="0" cy="1511300"/>
          </a:xfrm>
          <a:prstGeom prst="straightConnector1">
            <a:avLst/>
          </a:prstGeom>
          <a:noFill/>
          <a:ln w="63500" algn="ctr">
            <a:solidFill>
              <a:srgbClr val="FF0000"/>
            </a:solidFill>
            <a:prstDash val="sysDot"/>
            <a:round/>
            <a:headEnd/>
            <a:tailEnd type="arrow" w="med" len="med"/>
          </a:ln>
          <a:extLst>
            <a:ext uri="{909E8E84-426E-40DD-AFC4-6F175D3DCCD1}">
              <a14:hiddenFill xmlns:a14="http://schemas.microsoft.com/office/drawing/2010/main">
                <a:noFill/>
              </a14:hiddenFill>
            </a:ext>
          </a:extLst>
        </p:spPr>
      </p:cxnSp>
      <p:cxnSp>
        <p:nvCxnSpPr>
          <p:cNvPr id="17" name="直接箭头连接符 16"/>
          <p:cNvCxnSpPr>
            <a:cxnSpLocks noChangeShapeType="1"/>
          </p:cNvCxnSpPr>
          <p:nvPr/>
        </p:nvCxnSpPr>
        <p:spPr bwMode="auto">
          <a:xfrm>
            <a:off x="2124075" y="3213100"/>
            <a:ext cx="1439863" cy="0"/>
          </a:xfrm>
          <a:prstGeom prst="straightConnector1">
            <a:avLst/>
          </a:prstGeom>
          <a:noFill/>
          <a:ln w="63500" algn="ctr">
            <a:solidFill>
              <a:srgbClr val="FF0000"/>
            </a:solidFill>
            <a:prstDash val="sysDot"/>
            <a:round/>
            <a:headEnd/>
            <a:tailEnd/>
          </a:ln>
          <a:extLst>
            <a:ext uri="{909E8E84-426E-40DD-AFC4-6F175D3DCCD1}">
              <a14:hiddenFill xmlns:a14="http://schemas.microsoft.com/office/drawing/2010/main">
                <a:noFill/>
              </a14:hiddenFill>
            </a:ext>
          </a:extLst>
        </p:spPr>
      </p:cxnSp>
    </p:spTree>
    <p:custDataLst>
      <p:tags r:id="rId1"/>
    </p:custDataLst>
    <p:extLst>
      <p:ext uri="{BB962C8B-B14F-4D97-AF65-F5344CB8AC3E}">
        <p14:creationId xmlns:p14="http://schemas.microsoft.com/office/powerpoint/2010/main" val="509837877"/>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up)">
                                      <p:cBhvr>
                                        <p:cTn id="11" dur="500"/>
                                        <p:tgtEl>
                                          <p:spTgt spid="7"/>
                                        </p:tgtEl>
                                      </p:cBhvr>
                                    </p:animEffect>
                                  </p:childTnLst>
                                </p:cTn>
                              </p:par>
                            </p:childTnLst>
                          </p:cTn>
                        </p:par>
                        <p:par>
                          <p:cTn id="12" fill="hold" nodeType="afterGroup">
                            <p:stCondLst>
                              <p:cond delay="1000"/>
                            </p:stCondLst>
                            <p:childTnLst>
                              <p:par>
                                <p:cTn id="13" presetID="22" presetClass="entr" presetSubtype="2"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right)">
                                      <p:cBhvr>
                                        <p:cTn id="15" dur="500"/>
                                        <p:tgtEl>
                                          <p:spTgt spid="8"/>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2" fill="hold"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wipe(right)">
                                      <p:cBhvr>
                                        <p:cTn id="20" dur="500"/>
                                        <p:tgtEl>
                                          <p:spTgt spid="17"/>
                                        </p:tgtEl>
                                      </p:cBhvr>
                                    </p:animEffect>
                                  </p:childTnLst>
                                </p:cTn>
                              </p:par>
                            </p:childTnLst>
                          </p:cTn>
                        </p:par>
                        <p:par>
                          <p:cTn id="21" fill="hold" nodeType="afterGroup">
                            <p:stCondLst>
                              <p:cond delay="500"/>
                            </p:stCondLst>
                            <p:childTnLst>
                              <p:par>
                                <p:cTn id="22" presetID="22" presetClass="entr" presetSubtype="1" fill="hold" nodeType="after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wipe(up)">
                                      <p:cBhvr>
                                        <p:cTn id="24" dur="500"/>
                                        <p:tgtEl>
                                          <p:spTgt spid="16"/>
                                        </p:tgtEl>
                                      </p:cBhvr>
                                    </p:animEffect>
                                  </p:childTnLst>
                                </p:cTn>
                              </p:par>
                            </p:childTnLst>
                          </p:cTn>
                        </p:par>
                        <p:par>
                          <p:cTn id="25" fill="hold" nodeType="afterGroup">
                            <p:stCondLst>
                              <p:cond delay="1000"/>
                            </p:stCondLst>
                            <p:childTnLst>
                              <p:par>
                                <p:cTn id="26" presetID="1" presetClass="entr" presetSubtype="0" fill="hold" grpId="0" nodeType="afterEffect">
                                  <p:stCondLst>
                                    <p:cond delay="0"/>
                                  </p:stCondLst>
                                  <p:childTnLst>
                                    <p:set>
                                      <p:cBhvr>
                                        <p:cTn id="27"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8192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1725" y="2711450"/>
            <a:ext cx="6653213" cy="3741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1923" name="Rectangle 2"/>
          <p:cNvSpPr>
            <a:spLocks noGrp="1" noChangeArrowheads="1"/>
          </p:cNvSpPr>
          <p:nvPr>
            <p:ph type="title"/>
          </p:nvPr>
        </p:nvSpPr>
        <p:spPr/>
        <p:txBody>
          <a:bodyPr/>
          <a:lstStyle/>
          <a:p>
            <a:r>
              <a:rPr lang="en-US" altLang="zh-CN" sz="2800" b="0" smtClean="0">
                <a:latin typeface="微软雅黑" pitchFamily="34" charset="-122"/>
                <a:ea typeface="微软雅黑" pitchFamily="34" charset="-122"/>
              </a:rPr>
              <a:t>MVC</a:t>
            </a:r>
            <a:r>
              <a:rPr lang="zh-CN" altLang="en-US" sz="2800" b="0" smtClean="0">
                <a:latin typeface="微软雅黑" pitchFamily="34" charset="-122"/>
                <a:ea typeface="微软雅黑" pitchFamily="34" charset="-122"/>
              </a:rPr>
              <a:t>的典型运作流程</a:t>
            </a:r>
            <a:r>
              <a:rPr lang="en-US" altLang="zh-CN" sz="2800" b="0" smtClean="0">
                <a:latin typeface="微软雅黑" pitchFamily="34" charset="-122"/>
                <a:ea typeface="微软雅黑" pitchFamily="34" charset="-122"/>
              </a:rPr>
              <a:t>(5)</a:t>
            </a:r>
            <a:endParaRPr lang="zh-CN" altLang="en-US" sz="2800" b="0" smtClean="0">
              <a:latin typeface="微软雅黑" pitchFamily="34" charset="-122"/>
              <a:ea typeface="微软雅黑" pitchFamily="34" charset="-122"/>
            </a:endParaRP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28BED1D9-D6CB-4598-8C59-14BD5339CBF9}" type="slidenum">
              <a:rPr lang="zh-CN" altLang="en-US" sz="1600">
                <a:solidFill>
                  <a:srgbClr val="000066"/>
                </a:solidFill>
                <a:latin typeface="微软雅黑" pitchFamily="34" charset="-122"/>
                <a:ea typeface="微软雅黑" pitchFamily="34" charset="-122"/>
              </a:rPr>
              <a:pPr/>
              <a:t>22</a:t>
            </a:fld>
            <a:endParaRPr lang="en-US" altLang="zh-CN" sz="1600">
              <a:solidFill>
                <a:srgbClr val="000066"/>
              </a:solidFill>
              <a:latin typeface="微软雅黑" pitchFamily="34" charset="-122"/>
              <a:ea typeface="微软雅黑" pitchFamily="34" charset="-122"/>
            </a:endParaRPr>
          </a:p>
        </p:txBody>
      </p:sp>
      <p:sp>
        <p:nvSpPr>
          <p:cNvPr id="18" name="Rectangle 3"/>
          <p:cNvSpPr txBox="1">
            <a:spLocks noChangeArrowheads="1"/>
          </p:cNvSpPr>
          <p:nvPr/>
        </p:nvSpPr>
        <p:spPr bwMode="auto">
          <a:xfrm>
            <a:off x="179388" y="1268413"/>
            <a:ext cx="8496300" cy="1512887"/>
          </a:xfrm>
          <a:prstGeom prst="rect">
            <a:avLst/>
          </a:prstGeom>
          <a:noFill/>
          <a:ln w="9525">
            <a:noFill/>
            <a:miter lim="800000"/>
            <a:headEnd/>
            <a:tailEnd/>
          </a:ln>
          <a:effectLst/>
        </p:spPr>
        <p:txBody>
          <a:bodyPr/>
          <a:lstStyle>
            <a:lvl1pPr marL="457200" indent="-457200" algn="l" rtl="0" eaLnBrk="0" fontAlgn="base" hangingPunct="0">
              <a:lnSpc>
                <a:spcPct val="120000"/>
              </a:lnSpc>
              <a:spcBef>
                <a:spcPct val="20000"/>
              </a:spcBef>
              <a:spcAft>
                <a:spcPct val="0"/>
              </a:spcAft>
              <a:buClr>
                <a:schemeClr val="accent2"/>
              </a:buClr>
              <a:buFont typeface="Wingdings" pitchFamily="2" charset="2"/>
              <a:buChar char="p"/>
              <a:defRPr kumimoji="1" sz="3200" b="1">
                <a:solidFill>
                  <a:schemeClr val="tx1"/>
                </a:solidFill>
                <a:latin typeface="+mn-lt"/>
                <a:ea typeface="+mn-ea"/>
                <a:cs typeface="+mn-cs"/>
              </a:defRPr>
            </a:lvl1pPr>
            <a:lvl2pPr marL="990600" indent="-354013" algn="l" rtl="0" eaLnBrk="0" fontAlgn="base" hangingPunct="0">
              <a:lnSpc>
                <a:spcPct val="120000"/>
              </a:lnSpc>
              <a:spcBef>
                <a:spcPct val="20000"/>
              </a:spcBef>
              <a:spcAft>
                <a:spcPct val="0"/>
              </a:spcAft>
              <a:buClr>
                <a:schemeClr val="folHlink"/>
              </a:buClr>
              <a:buFont typeface="Wingdings" pitchFamily="2" charset="2"/>
              <a:buBlip>
                <a:blip r:embed="rId4"/>
              </a:buBlip>
              <a:defRPr kumimoji="1" sz="2800" b="1">
                <a:solidFill>
                  <a:schemeClr val="tx1"/>
                </a:solidFill>
                <a:latin typeface="楷体_GB2312" pitchFamily="49" charset="-122"/>
                <a:ea typeface="楷体_GB2312" pitchFamily="49" charset="-122"/>
              </a:defRPr>
            </a:lvl2pPr>
            <a:lvl3pPr marL="1619250" indent="-354013" algn="l" rtl="0" eaLnBrk="0" fontAlgn="base" hangingPunct="0">
              <a:lnSpc>
                <a:spcPct val="120000"/>
              </a:lnSpc>
              <a:spcBef>
                <a:spcPct val="20000"/>
              </a:spcBef>
              <a:spcAft>
                <a:spcPct val="0"/>
              </a:spcAft>
              <a:buClr>
                <a:schemeClr val="accent2"/>
              </a:buClr>
              <a:buBlip>
                <a:blip r:embed="rId5"/>
              </a:buBlip>
              <a:defRPr kumimoji="1" sz="2400" b="1">
                <a:solidFill>
                  <a:schemeClr val="tx1"/>
                </a:solidFill>
                <a:latin typeface="+mn-lt"/>
                <a:ea typeface="+mn-ea"/>
              </a:defRPr>
            </a:lvl3pPr>
            <a:lvl4pPr marL="2152650" indent="-315913" algn="l" rtl="0" eaLnBrk="0" fontAlgn="base" hangingPunct="0">
              <a:lnSpc>
                <a:spcPct val="120000"/>
              </a:lnSpc>
              <a:spcBef>
                <a:spcPct val="20000"/>
              </a:spcBef>
              <a:spcAft>
                <a:spcPct val="0"/>
              </a:spcAft>
              <a:buClr>
                <a:schemeClr val="accent2"/>
              </a:buClr>
              <a:buBlip>
                <a:blip r:embed="rId6"/>
              </a:buBlip>
              <a:defRPr kumimoji="1" sz="2000" b="1">
                <a:solidFill>
                  <a:schemeClr val="tx1"/>
                </a:solidFill>
                <a:latin typeface="+mn-lt"/>
                <a:ea typeface="+mn-ea"/>
              </a:defRPr>
            </a:lvl4pPr>
            <a:lvl5pPr marL="26098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5pPr>
            <a:lvl6pPr marL="30670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6pPr>
            <a:lvl7pPr marL="35242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7pPr>
            <a:lvl8pPr marL="39814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8pPr>
            <a:lvl9pPr marL="44386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9pPr>
          </a:lstStyle>
          <a:p>
            <a:pPr marL="514350" indent="-514350">
              <a:lnSpc>
                <a:spcPct val="150000"/>
              </a:lnSpc>
              <a:buClrTx/>
              <a:buFont typeface="+mj-lt"/>
              <a:buAutoNum type="arabicPeriod" startAt="5"/>
              <a:defRPr/>
            </a:pPr>
            <a:r>
              <a:rPr lang="zh-CN" altLang="en-US" sz="2800" dirty="0">
                <a:solidFill>
                  <a:srgbClr val="000000"/>
                </a:solidFill>
                <a:effectLst>
                  <a:outerShdw blurRad="38100" dist="38100" dir="2700000" algn="tl">
                    <a:srgbClr val="000000">
                      <a:alpha val="43137"/>
                    </a:srgbClr>
                  </a:outerShdw>
                </a:effectLst>
                <a:latin typeface="楷体" pitchFamily="49" charset="-122"/>
                <a:ea typeface="楷体" pitchFamily="49" charset="-122"/>
              </a:rPr>
              <a:t>控制器根据模型的处理结果创建新的视图、选择其他视图或维持原有视图，传递处理结果给视图</a:t>
            </a:r>
          </a:p>
        </p:txBody>
      </p:sp>
      <p:cxnSp>
        <p:nvCxnSpPr>
          <p:cNvPr id="8" name="直接箭头连接符 7"/>
          <p:cNvCxnSpPr>
            <a:cxnSpLocks noChangeShapeType="1"/>
          </p:cNvCxnSpPr>
          <p:nvPr/>
        </p:nvCxnSpPr>
        <p:spPr bwMode="auto">
          <a:xfrm flipH="1">
            <a:off x="3276600" y="5013325"/>
            <a:ext cx="1727200" cy="0"/>
          </a:xfrm>
          <a:prstGeom prst="straightConnector1">
            <a:avLst/>
          </a:prstGeom>
          <a:noFill/>
          <a:ln w="63500" algn="ctr">
            <a:solidFill>
              <a:srgbClr val="FF0000"/>
            </a:solidFill>
            <a:round/>
            <a:headEnd/>
            <a:tailEnd type="arrow" w="med" len="med"/>
          </a:ln>
          <a:extLst>
            <a:ext uri="{909E8E84-426E-40DD-AFC4-6F175D3DCCD1}">
              <a14:hiddenFill xmlns:a14="http://schemas.microsoft.com/office/drawing/2010/main">
                <a:noFill/>
              </a14:hiddenFill>
            </a:ext>
          </a:extLst>
        </p:spPr>
      </p:cxnSp>
    </p:spTree>
    <p:custDataLst>
      <p:tags r:id="rId1"/>
    </p:custDataLst>
    <p:extLst>
      <p:ext uri="{BB962C8B-B14F-4D97-AF65-F5344CB8AC3E}">
        <p14:creationId xmlns:p14="http://schemas.microsoft.com/office/powerpoint/2010/main" val="1871124829"/>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right)">
                                      <p:cBhvr>
                                        <p:cTn id="7" dur="500"/>
                                        <p:tgtEl>
                                          <p:spTgt spid="8"/>
                                        </p:tgtEl>
                                      </p:cBhvr>
                                    </p:animEffect>
                                  </p:childTnLst>
                                </p:cTn>
                              </p:par>
                            </p:childTnLst>
                          </p:cTn>
                        </p:par>
                        <p:par>
                          <p:cTn id="8" fill="hold" nodeType="afterGroup">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8294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1725" y="2711450"/>
            <a:ext cx="6653213" cy="3741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2947" name="Rectangle 2"/>
          <p:cNvSpPr>
            <a:spLocks noGrp="1" noChangeArrowheads="1"/>
          </p:cNvSpPr>
          <p:nvPr>
            <p:ph type="title"/>
          </p:nvPr>
        </p:nvSpPr>
        <p:spPr/>
        <p:txBody>
          <a:bodyPr/>
          <a:lstStyle/>
          <a:p>
            <a:r>
              <a:rPr lang="en-US" altLang="zh-CN" sz="2800" b="0" smtClean="0">
                <a:latin typeface="微软雅黑" pitchFamily="34" charset="-122"/>
                <a:ea typeface="微软雅黑" pitchFamily="34" charset="-122"/>
              </a:rPr>
              <a:t>MVC</a:t>
            </a:r>
            <a:r>
              <a:rPr lang="zh-CN" altLang="en-US" sz="2800" b="0" smtClean="0">
                <a:latin typeface="微软雅黑" pitchFamily="34" charset="-122"/>
                <a:ea typeface="微软雅黑" pitchFamily="34" charset="-122"/>
              </a:rPr>
              <a:t>的典型运作流程</a:t>
            </a:r>
            <a:r>
              <a:rPr lang="en-US" altLang="zh-CN" sz="2800" b="0" smtClean="0">
                <a:latin typeface="微软雅黑" pitchFamily="34" charset="-122"/>
                <a:ea typeface="微软雅黑" pitchFamily="34" charset="-122"/>
              </a:rPr>
              <a:t>(6)</a:t>
            </a:r>
            <a:endParaRPr lang="zh-CN" altLang="en-US" sz="2800" b="0" smtClean="0">
              <a:latin typeface="微软雅黑" pitchFamily="34" charset="-122"/>
              <a:ea typeface="微软雅黑" pitchFamily="34" charset="-122"/>
            </a:endParaRP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A1BCFC06-9E0A-45F8-94F5-6FFD84B804A5}" type="slidenum">
              <a:rPr lang="zh-CN" altLang="en-US" sz="1600">
                <a:solidFill>
                  <a:srgbClr val="000066"/>
                </a:solidFill>
                <a:latin typeface="微软雅黑" pitchFamily="34" charset="-122"/>
                <a:ea typeface="微软雅黑" pitchFamily="34" charset="-122"/>
              </a:rPr>
              <a:pPr/>
              <a:t>23</a:t>
            </a:fld>
            <a:endParaRPr lang="en-US" altLang="zh-CN" sz="1600">
              <a:solidFill>
                <a:srgbClr val="000066"/>
              </a:solidFill>
              <a:latin typeface="微软雅黑" pitchFamily="34" charset="-122"/>
              <a:ea typeface="微软雅黑" pitchFamily="34" charset="-122"/>
            </a:endParaRPr>
          </a:p>
        </p:txBody>
      </p:sp>
      <p:sp>
        <p:nvSpPr>
          <p:cNvPr id="18" name="Rectangle 3"/>
          <p:cNvSpPr txBox="1">
            <a:spLocks noChangeArrowheads="1"/>
          </p:cNvSpPr>
          <p:nvPr/>
        </p:nvSpPr>
        <p:spPr bwMode="auto">
          <a:xfrm>
            <a:off x="179388" y="1268413"/>
            <a:ext cx="8496300" cy="1512887"/>
          </a:xfrm>
          <a:prstGeom prst="rect">
            <a:avLst/>
          </a:prstGeom>
          <a:noFill/>
          <a:ln w="9525">
            <a:noFill/>
            <a:miter lim="800000"/>
            <a:headEnd/>
            <a:tailEnd/>
          </a:ln>
          <a:effectLst/>
        </p:spPr>
        <p:txBody>
          <a:bodyPr/>
          <a:lstStyle>
            <a:lvl1pPr marL="457200" indent="-457200" algn="l" rtl="0" eaLnBrk="0" fontAlgn="base" hangingPunct="0">
              <a:lnSpc>
                <a:spcPct val="120000"/>
              </a:lnSpc>
              <a:spcBef>
                <a:spcPct val="20000"/>
              </a:spcBef>
              <a:spcAft>
                <a:spcPct val="0"/>
              </a:spcAft>
              <a:buClr>
                <a:schemeClr val="accent2"/>
              </a:buClr>
              <a:buFont typeface="Wingdings" pitchFamily="2" charset="2"/>
              <a:buChar char="p"/>
              <a:defRPr kumimoji="1" sz="3200" b="1">
                <a:solidFill>
                  <a:schemeClr val="tx1"/>
                </a:solidFill>
                <a:latin typeface="+mn-lt"/>
                <a:ea typeface="+mn-ea"/>
                <a:cs typeface="+mn-cs"/>
              </a:defRPr>
            </a:lvl1pPr>
            <a:lvl2pPr marL="990600" indent="-354013" algn="l" rtl="0" eaLnBrk="0" fontAlgn="base" hangingPunct="0">
              <a:lnSpc>
                <a:spcPct val="120000"/>
              </a:lnSpc>
              <a:spcBef>
                <a:spcPct val="20000"/>
              </a:spcBef>
              <a:spcAft>
                <a:spcPct val="0"/>
              </a:spcAft>
              <a:buClr>
                <a:schemeClr val="folHlink"/>
              </a:buClr>
              <a:buFont typeface="Wingdings" pitchFamily="2" charset="2"/>
              <a:buBlip>
                <a:blip r:embed="rId4"/>
              </a:buBlip>
              <a:defRPr kumimoji="1" sz="2800" b="1">
                <a:solidFill>
                  <a:schemeClr val="tx1"/>
                </a:solidFill>
                <a:latin typeface="楷体_GB2312" pitchFamily="49" charset="-122"/>
                <a:ea typeface="楷体_GB2312" pitchFamily="49" charset="-122"/>
              </a:defRPr>
            </a:lvl2pPr>
            <a:lvl3pPr marL="1619250" indent="-354013" algn="l" rtl="0" eaLnBrk="0" fontAlgn="base" hangingPunct="0">
              <a:lnSpc>
                <a:spcPct val="120000"/>
              </a:lnSpc>
              <a:spcBef>
                <a:spcPct val="20000"/>
              </a:spcBef>
              <a:spcAft>
                <a:spcPct val="0"/>
              </a:spcAft>
              <a:buClr>
                <a:schemeClr val="accent2"/>
              </a:buClr>
              <a:buBlip>
                <a:blip r:embed="rId5"/>
              </a:buBlip>
              <a:defRPr kumimoji="1" sz="2400" b="1">
                <a:solidFill>
                  <a:schemeClr val="tx1"/>
                </a:solidFill>
                <a:latin typeface="+mn-lt"/>
                <a:ea typeface="+mn-ea"/>
              </a:defRPr>
            </a:lvl3pPr>
            <a:lvl4pPr marL="2152650" indent="-315913" algn="l" rtl="0" eaLnBrk="0" fontAlgn="base" hangingPunct="0">
              <a:lnSpc>
                <a:spcPct val="120000"/>
              </a:lnSpc>
              <a:spcBef>
                <a:spcPct val="20000"/>
              </a:spcBef>
              <a:spcAft>
                <a:spcPct val="0"/>
              </a:spcAft>
              <a:buClr>
                <a:schemeClr val="accent2"/>
              </a:buClr>
              <a:buBlip>
                <a:blip r:embed="rId6"/>
              </a:buBlip>
              <a:defRPr kumimoji="1" sz="2000" b="1">
                <a:solidFill>
                  <a:schemeClr val="tx1"/>
                </a:solidFill>
                <a:latin typeface="+mn-lt"/>
                <a:ea typeface="+mn-ea"/>
              </a:defRPr>
            </a:lvl4pPr>
            <a:lvl5pPr marL="26098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5pPr>
            <a:lvl6pPr marL="30670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6pPr>
            <a:lvl7pPr marL="35242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7pPr>
            <a:lvl8pPr marL="39814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8pPr>
            <a:lvl9pPr marL="44386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9pPr>
          </a:lstStyle>
          <a:p>
            <a:pPr marL="514350" indent="-514350">
              <a:lnSpc>
                <a:spcPct val="150000"/>
              </a:lnSpc>
              <a:buClrTx/>
              <a:buFont typeface="+mj-lt"/>
              <a:buAutoNum type="arabicPeriod" startAt="6"/>
              <a:defRPr/>
            </a:pPr>
            <a:r>
              <a:rPr lang="zh-CN" altLang="en-US" sz="2800" dirty="0">
                <a:solidFill>
                  <a:srgbClr val="000000"/>
                </a:solidFill>
                <a:effectLst>
                  <a:outerShdw blurRad="38100" dist="38100" dir="2700000" algn="tl">
                    <a:srgbClr val="000000">
                      <a:alpha val="43137"/>
                    </a:srgbClr>
                  </a:outerShdw>
                </a:effectLst>
                <a:latin typeface="楷体" pitchFamily="49" charset="-122"/>
                <a:ea typeface="楷体" pitchFamily="49" charset="-122"/>
              </a:rPr>
              <a:t>所有视图在接获来自模型的变化通知后，向模型查询新的数据，并据此更新视图</a:t>
            </a:r>
          </a:p>
        </p:txBody>
      </p:sp>
      <p:cxnSp>
        <p:nvCxnSpPr>
          <p:cNvPr id="21" name="直接箭头连接符 20"/>
          <p:cNvCxnSpPr>
            <a:cxnSpLocks noChangeShapeType="1"/>
          </p:cNvCxnSpPr>
          <p:nvPr/>
        </p:nvCxnSpPr>
        <p:spPr bwMode="auto">
          <a:xfrm flipH="1">
            <a:off x="2700338" y="3500438"/>
            <a:ext cx="3175" cy="1223962"/>
          </a:xfrm>
          <a:prstGeom prst="straightConnector1">
            <a:avLst/>
          </a:prstGeom>
          <a:noFill/>
          <a:ln w="63500" algn="ctr">
            <a:solidFill>
              <a:srgbClr val="FF0000"/>
            </a:solidFill>
            <a:round/>
            <a:headEnd/>
            <a:tailEnd/>
          </a:ln>
          <a:extLst>
            <a:ext uri="{909E8E84-426E-40DD-AFC4-6F175D3DCCD1}">
              <a14:hiddenFill xmlns:a14="http://schemas.microsoft.com/office/drawing/2010/main">
                <a:noFill/>
              </a14:hiddenFill>
            </a:ext>
          </a:extLst>
        </p:spPr>
      </p:cxnSp>
      <p:cxnSp>
        <p:nvCxnSpPr>
          <p:cNvPr id="23" name="直接箭头连接符 22"/>
          <p:cNvCxnSpPr>
            <a:cxnSpLocks noChangeShapeType="1"/>
          </p:cNvCxnSpPr>
          <p:nvPr/>
        </p:nvCxnSpPr>
        <p:spPr bwMode="auto">
          <a:xfrm>
            <a:off x="2703513" y="3500438"/>
            <a:ext cx="860425" cy="0"/>
          </a:xfrm>
          <a:prstGeom prst="straightConnector1">
            <a:avLst/>
          </a:prstGeom>
          <a:noFill/>
          <a:ln w="63500" algn="ctr">
            <a:solidFill>
              <a:srgbClr val="FF0000"/>
            </a:solidFill>
            <a:round/>
            <a:headEnd/>
            <a:tailEnd type="arrow" w="med" len="med"/>
          </a:ln>
          <a:extLst>
            <a:ext uri="{909E8E84-426E-40DD-AFC4-6F175D3DCCD1}">
              <a14:hiddenFill xmlns:a14="http://schemas.microsoft.com/office/drawing/2010/main">
                <a:noFill/>
              </a14:hiddenFill>
            </a:ext>
          </a:extLst>
        </p:spPr>
      </p:cxnSp>
    </p:spTree>
    <p:custDataLst>
      <p:tags r:id="rId1"/>
    </p:custDataLst>
    <p:extLst>
      <p:ext uri="{BB962C8B-B14F-4D97-AF65-F5344CB8AC3E}">
        <p14:creationId xmlns:p14="http://schemas.microsoft.com/office/powerpoint/2010/main" val="4279060613"/>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down)">
                                      <p:cBhvr>
                                        <p:cTn id="7" dur="500"/>
                                        <p:tgtEl>
                                          <p:spTgt spid="21"/>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wipe(left)">
                                      <p:cBhvr>
                                        <p:cTn id="11" dur="500"/>
                                        <p:tgtEl>
                                          <p:spTgt spid="23"/>
                                        </p:tgtEl>
                                      </p:cBhvr>
                                    </p:animEffect>
                                  </p:childTnLst>
                                </p:cTn>
                              </p:par>
                            </p:childTnLst>
                          </p:cTn>
                        </p:par>
                        <p:par>
                          <p:cTn id="12" fill="hold" nodeType="afterGroup">
                            <p:stCondLst>
                              <p:cond delay="1000"/>
                            </p:stCondLst>
                            <p:childTnLst>
                              <p:par>
                                <p:cTn id="13" presetID="1" presetClass="entr" presetSubtype="0" fill="hold" grpId="0" nodeType="after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r>
              <a:rPr lang="en-US" altLang="zh-CN" sz="2800" b="0" smtClean="0">
                <a:latin typeface="微软雅黑" pitchFamily="34" charset="-122"/>
                <a:ea typeface="微软雅黑" pitchFamily="34" charset="-122"/>
              </a:rPr>
              <a:t>MVC</a:t>
            </a:r>
            <a:r>
              <a:rPr lang="zh-CN" altLang="en-US" sz="2800" b="0" smtClean="0">
                <a:latin typeface="微软雅黑" pitchFamily="34" charset="-122"/>
                <a:ea typeface="微软雅黑" pitchFamily="34" charset="-122"/>
              </a:rPr>
              <a:t>的正面效应</a:t>
            </a: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42AEB79B-9F2B-498C-8CD1-7C2278A6EA85}" type="slidenum">
              <a:rPr lang="zh-CN" altLang="en-US" sz="1600">
                <a:solidFill>
                  <a:srgbClr val="000066"/>
                </a:solidFill>
                <a:latin typeface="微软雅黑" pitchFamily="34" charset="-122"/>
                <a:ea typeface="微软雅黑" pitchFamily="34" charset="-122"/>
              </a:rPr>
              <a:pPr/>
              <a:t>24</a:t>
            </a:fld>
            <a:endParaRPr lang="en-US" altLang="zh-CN" sz="1600">
              <a:solidFill>
                <a:srgbClr val="000066"/>
              </a:solidFill>
              <a:latin typeface="微软雅黑" pitchFamily="34" charset="-122"/>
              <a:ea typeface="微软雅黑" pitchFamily="34" charset="-122"/>
            </a:endParaRPr>
          </a:p>
        </p:txBody>
      </p:sp>
      <p:sp>
        <p:nvSpPr>
          <p:cNvPr id="18" name="Rectangle 3"/>
          <p:cNvSpPr txBox="1">
            <a:spLocks noChangeArrowheads="1"/>
          </p:cNvSpPr>
          <p:nvPr/>
        </p:nvSpPr>
        <p:spPr bwMode="auto">
          <a:xfrm>
            <a:off x="179388" y="1268413"/>
            <a:ext cx="8496300" cy="4968875"/>
          </a:xfrm>
          <a:prstGeom prst="rect">
            <a:avLst/>
          </a:prstGeom>
          <a:noFill/>
          <a:ln w="9525">
            <a:noFill/>
            <a:miter lim="800000"/>
            <a:headEnd/>
            <a:tailEnd/>
          </a:ln>
          <a:effectLst/>
        </p:spPr>
        <p:txBody>
          <a:bodyPr/>
          <a:lstStyle>
            <a:lvl1pPr marL="457200" indent="-457200" algn="l" rtl="0" eaLnBrk="0" fontAlgn="base" hangingPunct="0">
              <a:lnSpc>
                <a:spcPct val="120000"/>
              </a:lnSpc>
              <a:spcBef>
                <a:spcPct val="20000"/>
              </a:spcBef>
              <a:spcAft>
                <a:spcPct val="0"/>
              </a:spcAft>
              <a:buClr>
                <a:schemeClr val="accent2"/>
              </a:buClr>
              <a:buFont typeface="Wingdings" pitchFamily="2" charset="2"/>
              <a:buChar char="p"/>
              <a:defRPr kumimoji="1" sz="3200" b="1">
                <a:solidFill>
                  <a:schemeClr val="tx1"/>
                </a:solidFill>
                <a:latin typeface="+mn-lt"/>
                <a:ea typeface="+mn-ea"/>
                <a:cs typeface="+mn-cs"/>
              </a:defRPr>
            </a:lvl1pPr>
            <a:lvl2pPr marL="990600" indent="-354013" algn="l" rtl="0" eaLnBrk="0" fontAlgn="base" hangingPunct="0">
              <a:lnSpc>
                <a:spcPct val="120000"/>
              </a:lnSpc>
              <a:spcBef>
                <a:spcPct val="20000"/>
              </a:spcBef>
              <a:spcAft>
                <a:spcPct val="0"/>
              </a:spcAft>
              <a:buClr>
                <a:schemeClr val="folHlink"/>
              </a:buClr>
              <a:buFont typeface="Wingdings" pitchFamily="2" charset="2"/>
              <a:buBlip>
                <a:blip r:embed="rId3"/>
              </a:buBlip>
              <a:defRPr kumimoji="1" sz="2800" b="1">
                <a:solidFill>
                  <a:schemeClr val="tx1"/>
                </a:solidFill>
                <a:latin typeface="楷体_GB2312" pitchFamily="49" charset="-122"/>
                <a:ea typeface="楷体_GB2312" pitchFamily="49" charset="-122"/>
              </a:defRPr>
            </a:lvl2pPr>
            <a:lvl3pPr marL="1619250" indent="-354013" algn="l" rtl="0" eaLnBrk="0" fontAlgn="base" hangingPunct="0">
              <a:lnSpc>
                <a:spcPct val="120000"/>
              </a:lnSpc>
              <a:spcBef>
                <a:spcPct val="20000"/>
              </a:spcBef>
              <a:spcAft>
                <a:spcPct val="0"/>
              </a:spcAft>
              <a:buClr>
                <a:schemeClr val="accent2"/>
              </a:buClr>
              <a:buBlip>
                <a:blip r:embed="rId4"/>
              </a:buBlip>
              <a:defRPr kumimoji="1" sz="2400" b="1">
                <a:solidFill>
                  <a:schemeClr val="tx1"/>
                </a:solidFill>
                <a:latin typeface="+mn-lt"/>
                <a:ea typeface="+mn-ea"/>
              </a:defRPr>
            </a:lvl3pPr>
            <a:lvl4pPr marL="2152650" indent="-315913" algn="l" rtl="0" eaLnBrk="0" fontAlgn="base" hangingPunct="0">
              <a:lnSpc>
                <a:spcPct val="120000"/>
              </a:lnSpc>
              <a:spcBef>
                <a:spcPct val="20000"/>
              </a:spcBef>
              <a:spcAft>
                <a:spcPct val="0"/>
              </a:spcAft>
              <a:buClr>
                <a:schemeClr val="accent2"/>
              </a:buClr>
              <a:buBlip>
                <a:blip r:embed="rId5"/>
              </a:buBlip>
              <a:defRPr kumimoji="1" sz="2000" b="1">
                <a:solidFill>
                  <a:schemeClr val="tx1"/>
                </a:solidFill>
                <a:latin typeface="+mn-lt"/>
                <a:ea typeface="+mn-ea"/>
              </a:defRPr>
            </a:lvl4pPr>
            <a:lvl5pPr marL="2609850" indent="-269875" algn="l" rtl="0" eaLnBrk="0" fontAlgn="base" hangingPunct="0">
              <a:lnSpc>
                <a:spcPct val="120000"/>
              </a:lnSpc>
              <a:spcBef>
                <a:spcPct val="20000"/>
              </a:spcBef>
              <a:spcAft>
                <a:spcPct val="0"/>
              </a:spcAft>
              <a:buClr>
                <a:schemeClr val="accent2"/>
              </a:buClr>
              <a:buBlip>
                <a:blip r:embed="rId6"/>
              </a:buBlip>
              <a:defRPr kumimoji="1" b="1">
                <a:solidFill>
                  <a:schemeClr val="tx1"/>
                </a:solidFill>
                <a:latin typeface="+mn-lt"/>
                <a:ea typeface="+mn-ea"/>
              </a:defRPr>
            </a:lvl5pPr>
            <a:lvl6pPr marL="3067050" indent="-269875" algn="l" rtl="0" eaLnBrk="0" fontAlgn="base" hangingPunct="0">
              <a:lnSpc>
                <a:spcPct val="120000"/>
              </a:lnSpc>
              <a:spcBef>
                <a:spcPct val="20000"/>
              </a:spcBef>
              <a:spcAft>
                <a:spcPct val="0"/>
              </a:spcAft>
              <a:buClr>
                <a:schemeClr val="accent2"/>
              </a:buClr>
              <a:buBlip>
                <a:blip r:embed="rId6"/>
              </a:buBlip>
              <a:defRPr kumimoji="1" b="1">
                <a:solidFill>
                  <a:schemeClr val="tx1"/>
                </a:solidFill>
                <a:latin typeface="+mn-lt"/>
                <a:ea typeface="+mn-ea"/>
              </a:defRPr>
            </a:lvl6pPr>
            <a:lvl7pPr marL="3524250" indent="-269875" algn="l" rtl="0" eaLnBrk="0" fontAlgn="base" hangingPunct="0">
              <a:lnSpc>
                <a:spcPct val="120000"/>
              </a:lnSpc>
              <a:spcBef>
                <a:spcPct val="20000"/>
              </a:spcBef>
              <a:spcAft>
                <a:spcPct val="0"/>
              </a:spcAft>
              <a:buClr>
                <a:schemeClr val="accent2"/>
              </a:buClr>
              <a:buBlip>
                <a:blip r:embed="rId6"/>
              </a:buBlip>
              <a:defRPr kumimoji="1" b="1">
                <a:solidFill>
                  <a:schemeClr val="tx1"/>
                </a:solidFill>
                <a:latin typeface="+mn-lt"/>
                <a:ea typeface="+mn-ea"/>
              </a:defRPr>
            </a:lvl7pPr>
            <a:lvl8pPr marL="3981450" indent="-269875" algn="l" rtl="0" eaLnBrk="0" fontAlgn="base" hangingPunct="0">
              <a:lnSpc>
                <a:spcPct val="120000"/>
              </a:lnSpc>
              <a:spcBef>
                <a:spcPct val="20000"/>
              </a:spcBef>
              <a:spcAft>
                <a:spcPct val="0"/>
              </a:spcAft>
              <a:buClr>
                <a:schemeClr val="accent2"/>
              </a:buClr>
              <a:buBlip>
                <a:blip r:embed="rId6"/>
              </a:buBlip>
              <a:defRPr kumimoji="1" b="1">
                <a:solidFill>
                  <a:schemeClr val="tx1"/>
                </a:solidFill>
                <a:latin typeface="+mn-lt"/>
                <a:ea typeface="+mn-ea"/>
              </a:defRPr>
            </a:lvl8pPr>
            <a:lvl9pPr marL="4438650" indent="-269875" algn="l" rtl="0" eaLnBrk="0" fontAlgn="base" hangingPunct="0">
              <a:lnSpc>
                <a:spcPct val="120000"/>
              </a:lnSpc>
              <a:spcBef>
                <a:spcPct val="20000"/>
              </a:spcBef>
              <a:spcAft>
                <a:spcPct val="0"/>
              </a:spcAft>
              <a:buClr>
                <a:schemeClr val="accent2"/>
              </a:buClr>
              <a:buBlip>
                <a:blip r:embed="rId6"/>
              </a:buBlip>
              <a:defRPr kumimoji="1" b="1">
                <a:solidFill>
                  <a:schemeClr val="tx1"/>
                </a:solidFill>
                <a:latin typeface="+mn-lt"/>
                <a:ea typeface="+mn-ea"/>
              </a:defRPr>
            </a:lvl9pPr>
          </a:lstStyle>
          <a:p>
            <a:pPr marL="514350" indent="-514350">
              <a:lnSpc>
                <a:spcPct val="130000"/>
              </a:lnSpc>
              <a:buClrTx/>
              <a:buFont typeface="+mj-lt"/>
              <a:buAutoNum type="arabicPeriod"/>
              <a:defRPr/>
            </a:pPr>
            <a:r>
              <a:rPr lang="zh-CN" altLang="en-US" sz="2800" dirty="0">
                <a:solidFill>
                  <a:srgbClr val="000000"/>
                </a:solidFill>
                <a:effectLst>
                  <a:outerShdw blurRad="38100" dist="38100" dir="2700000" algn="tl">
                    <a:srgbClr val="000000">
                      <a:alpha val="43137"/>
                    </a:srgbClr>
                  </a:outerShdw>
                </a:effectLst>
                <a:latin typeface="楷体" pitchFamily="49" charset="-122"/>
                <a:ea typeface="楷体" pitchFamily="49" charset="-122"/>
              </a:rPr>
              <a:t>将模型与视图分离以支持同一模型的多种呈现，界面的式样和观感可动态切换而不影响模型</a:t>
            </a:r>
          </a:p>
          <a:p>
            <a:pPr marL="514350" indent="-514350">
              <a:lnSpc>
                <a:spcPct val="130000"/>
              </a:lnSpc>
              <a:buClrTx/>
              <a:buFont typeface="+mj-lt"/>
              <a:buAutoNum type="arabicPeriod"/>
              <a:defRPr/>
            </a:pPr>
            <a:r>
              <a:rPr lang="zh-CN" altLang="en-US" sz="2800" dirty="0">
                <a:solidFill>
                  <a:srgbClr val="000000"/>
                </a:solidFill>
                <a:effectLst>
                  <a:outerShdw blurRad="38100" dist="38100" dir="2700000" algn="tl">
                    <a:srgbClr val="000000">
                      <a:alpha val="43137"/>
                    </a:srgbClr>
                  </a:outerShdw>
                </a:effectLst>
                <a:latin typeface="楷体" pitchFamily="49" charset="-122"/>
                <a:ea typeface="楷体" pitchFamily="49" charset="-122"/>
              </a:rPr>
              <a:t>将视图与控制器分离以支持在软件运行时根据业务逻辑处理结果选取最适当的视图</a:t>
            </a:r>
          </a:p>
          <a:p>
            <a:pPr marL="514350" indent="-514350">
              <a:lnSpc>
                <a:spcPct val="130000"/>
              </a:lnSpc>
              <a:buClrTx/>
              <a:buFont typeface="+mj-lt"/>
              <a:buAutoNum type="arabicPeriod"/>
              <a:defRPr/>
            </a:pPr>
            <a:r>
              <a:rPr lang="zh-CN" altLang="en-US" sz="2800" dirty="0">
                <a:solidFill>
                  <a:srgbClr val="000000"/>
                </a:solidFill>
                <a:effectLst>
                  <a:outerShdw blurRad="38100" dist="38100" dir="2700000" algn="tl">
                    <a:srgbClr val="000000">
                      <a:alpha val="43137"/>
                    </a:srgbClr>
                  </a:outerShdw>
                </a:effectLst>
                <a:latin typeface="楷体" pitchFamily="49" charset="-122"/>
                <a:ea typeface="楷体" pitchFamily="49" charset="-122"/>
              </a:rPr>
              <a:t>将模型与控制器分离以支持从界面动作到业务处理行为之间的映射的</a:t>
            </a:r>
            <a:r>
              <a:rPr lang="zh-CN" altLang="en-US" sz="28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可配置性</a:t>
            </a:r>
            <a:endParaRPr lang="en-US" altLang="zh-CN" sz="28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endParaRPr>
          </a:p>
          <a:p>
            <a:pPr marL="514350" indent="-514350">
              <a:lnSpc>
                <a:spcPct val="130000"/>
              </a:lnSpc>
              <a:buClrTx/>
              <a:buFont typeface="+mj-lt"/>
              <a:buAutoNum type="arabicPeriod"/>
              <a:defRPr/>
            </a:pPr>
            <a:r>
              <a:rPr lang="zh-CN" altLang="en-US" sz="2800" dirty="0">
                <a:solidFill>
                  <a:srgbClr val="000000"/>
                </a:solidFill>
                <a:effectLst>
                  <a:outerShdw blurRad="38100" dist="38100" dir="2700000" algn="tl">
                    <a:srgbClr val="000000">
                      <a:alpha val="43137"/>
                    </a:srgbClr>
                  </a:outerShdw>
                </a:effectLst>
                <a:latin typeface="楷体" pitchFamily="49" charset="-122"/>
                <a:ea typeface="楷体" pitchFamily="49" charset="-122"/>
              </a:rPr>
              <a:t>模型与视图之间的</a:t>
            </a:r>
            <a:r>
              <a:rPr lang="zh-CN" altLang="en-US" sz="28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变更</a:t>
            </a:r>
            <a:r>
              <a:rPr lang="en-US" altLang="zh-CN" sz="28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a:t>
            </a:r>
            <a:r>
              <a:rPr lang="zh-CN" altLang="en-US" sz="28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通知机制</a:t>
            </a:r>
            <a:r>
              <a:rPr lang="zh-CN" altLang="en-US" sz="2800" dirty="0">
                <a:solidFill>
                  <a:srgbClr val="000000"/>
                </a:solidFill>
                <a:effectLst>
                  <a:outerShdw blurRad="38100" dist="38100" dir="2700000" algn="tl">
                    <a:srgbClr val="000000">
                      <a:alpha val="43137"/>
                    </a:srgbClr>
                  </a:outerShdw>
                </a:effectLst>
                <a:latin typeface="楷体" pitchFamily="49" charset="-122"/>
                <a:ea typeface="楷体" pitchFamily="49" charset="-122"/>
              </a:rPr>
              <a:t>确保视图与业务数据的适时同步</a:t>
            </a:r>
          </a:p>
        </p:txBody>
      </p:sp>
    </p:spTree>
    <p:custDataLst>
      <p:tags r:id="rId1"/>
    </p:custDataLst>
    <p:extLst>
      <p:ext uri="{BB962C8B-B14F-4D97-AF65-F5344CB8AC3E}">
        <p14:creationId xmlns:p14="http://schemas.microsoft.com/office/powerpoint/2010/main" val="2532837972"/>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r>
              <a:rPr lang="en-US" altLang="zh-CN" sz="2800" b="0" smtClean="0">
                <a:latin typeface="微软雅黑" pitchFamily="34" charset="-122"/>
                <a:ea typeface="微软雅黑" pitchFamily="34" charset="-122"/>
              </a:rPr>
              <a:t>MVC</a:t>
            </a:r>
            <a:r>
              <a:rPr lang="zh-CN" altLang="en-US" sz="2800" b="0" smtClean="0">
                <a:latin typeface="微软雅黑" pitchFamily="34" charset="-122"/>
                <a:ea typeface="微软雅黑" pitchFamily="34" charset="-122"/>
              </a:rPr>
              <a:t>的负面效应</a:t>
            </a: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245A9516-E1FF-4EB6-8F1D-09D490A1617F}" type="slidenum">
              <a:rPr lang="zh-CN" altLang="en-US" sz="1600">
                <a:solidFill>
                  <a:srgbClr val="000066"/>
                </a:solidFill>
                <a:latin typeface="微软雅黑" pitchFamily="34" charset="-122"/>
                <a:ea typeface="微软雅黑" pitchFamily="34" charset="-122"/>
              </a:rPr>
              <a:pPr/>
              <a:t>25</a:t>
            </a:fld>
            <a:endParaRPr lang="en-US" altLang="zh-CN" sz="1600">
              <a:solidFill>
                <a:srgbClr val="000066"/>
              </a:solidFill>
              <a:latin typeface="微软雅黑" pitchFamily="34" charset="-122"/>
              <a:ea typeface="微软雅黑" pitchFamily="34" charset="-122"/>
            </a:endParaRPr>
          </a:p>
        </p:txBody>
      </p:sp>
      <p:sp>
        <p:nvSpPr>
          <p:cNvPr id="18" name="Rectangle 3"/>
          <p:cNvSpPr txBox="1">
            <a:spLocks noChangeArrowheads="1"/>
          </p:cNvSpPr>
          <p:nvPr/>
        </p:nvSpPr>
        <p:spPr bwMode="auto">
          <a:xfrm>
            <a:off x="179388" y="1268413"/>
            <a:ext cx="8496300" cy="4968875"/>
          </a:xfrm>
          <a:prstGeom prst="rect">
            <a:avLst/>
          </a:prstGeom>
          <a:noFill/>
          <a:ln w="9525">
            <a:noFill/>
            <a:miter lim="800000"/>
            <a:headEnd/>
            <a:tailEnd/>
          </a:ln>
          <a:effectLst/>
        </p:spPr>
        <p:txBody>
          <a:bodyPr/>
          <a:lstStyle>
            <a:lvl1pPr marL="457200" indent="-457200" algn="l" rtl="0" eaLnBrk="0" fontAlgn="base" hangingPunct="0">
              <a:lnSpc>
                <a:spcPct val="120000"/>
              </a:lnSpc>
              <a:spcBef>
                <a:spcPct val="20000"/>
              </a:spcBef>
              <a:spcAft>
                <a:spcPct val="0"/>
              </a:spcAft>
              <a:buClr>
                <a:schemeClr val="accent2"/>
              </a:buClr>
              <a:buFont typeface="Wingdings" pitchFamily="2" charset="2"/>
              <a:buChar char="p"/>
              <a:defRPr kumimoji="1" sz="3200" b="1">
                <a:solidFill>
                  <a:schemeClr val="tx1"/>
                </a:solidFill>
                <a:latin typeface="+mn-lt"/>
                <a:ea typeface="+mn-ea"/>
                <a:cs typeface="+mn-cs"/>
              </a:defRPr>
            </a:lvl1pPr>
            <a:lvl2pPr marL="990600" indent="-354013" algn="l" rtl="0" eaLnBrk="0" fontAlgn="base" hangingPunct="0">
              <a:lnSpc>
                <a:spcPct val="120000"/>
              </a:lnSpc>
              <a:spcBef>
                <a:spcPct val="20000"/>
              </a:spcBef>
              <a:spcAft>
                <a:spcPct val="0"/>
              </a:spcAft>
              <a:buClr>
                <a:schemeClr val="folHlink"/>
              </a:buClr>
              <a:buFont typeface="Wingdings" pitchFamily="2" charset="2"/>
              <a:buBlip>
                <a:blip r:embed="rId3"/>
              </a:buBlip>
              <a:defRPr kumimoji="1" sz="2800" b="1">
                <a:solidFill>
                  <a:schemeClr val="tx1"/>
                </a:solidFill>
                <a:latin typeface="楷体_GB2312" pitchFamily="49" charset="-122"/>
                <a:ea typeface="楷体_GB2312" pitchFamily="49" charset="-122"/>
              </a:defRPr>
            </a:lvl2pPr>
            <a:lvl3pPr marL="1619250" indent="-354013" algn="l" rtl="0" eaLnBrk="0" fontAlgn="base" hangingPunct="0">
              <a:lnSpc>
                <a:spcPct val="120000"/>
              </a:lnSpc>
              <a:spcBef>
                <a:spcPct val="20000"/>
              </a:spcBef>
              <a:spcAft>
                <a:spcPct val="0"/>
              </a:spcAft>
              <a:buClr>
                <a:schemeClr val="accent2"/>
              </a:buClr>
              <a:buBlip>
                <a:blip r:embed="rId4"/>
              </a:buBlip>
              <a:defRPr kumimoji="1" sz="2400" b="1">
                <a:solidFill>
                  <a:schemeClr val="tx1"/>
                </a:solidFill>
                <a:latin typeface="+mn-lt"/>
                <a:ea typeface="+mn-ea"/>
              </a:defRPr>
            </a:lvl3pPr>
            <a:lvl4pPr marL="2152650" indent="-315913" algn="l" rtl="0" eaLnBrk="0" fontAlgn="base" hangingPunct="0">
              <a:lnSpc>
                <a:spcPct val="120000"/>
              </a:lnSpc>
              <a:spcBef>
                <a:spcPct val="20000"/>
              </a:spcBef>
              <a:spcAft>
                <a:spcPct val="0"/>
              </a:spcAft>
              <a:buClr>
                <a:schemeClr val="accent2"/>
              </a:buClr>
              <a:buBlip>
                <a:blip r:embed="rId5"/>
              </a:buBlip>
              <a:defRPr kumimoji="1" sz="2000" b="1">
                <a:solidFill>
                  <a:schemeClr val="tx1"/>
                </a:solidFill>
                <a:latin typeface="+mn-lt"/>
                <a:ea typeface="+mn-ea"/>
              </a:defRPr>
            </a:lvl4pPr>
            <a:lvl5pPr marL="2609850" indent="-269875" algn="l" rtl="0" eaLnBrk="0" fontAlgn="base" hangingPunct="0">
              <a:lnSpc>
                <a:spcPct val="120000"/>
              </a:lnSpc>
              <a:spcBef>
                <a:spcPct val="20000"/>
              </a:spcBef>
              <a:spcAft>
                <a:spcPct val="0"/>
              </a:spcAft>
              <a:buClr>
                <a:schemeClr val="accent2"/>
              </a:buClr>
              <a:buBlip>
                <a:blip r:embed="rId6"/>
              </a:buBlip>
              <a:defRPr kumimoji="1" b="1">
                <a:solidFill>
                  <a:schemeClr val="tx1"/>
                </a:solidFill>
                <a:latin typeface="+mn-lt"/>
                <a:ea typeface="+mn-ea"/>
              </a:defRPr>
            </a:lvl5pPr>
            <a:lvl6pPr marL="3067050" indent="-269875" algn="l" rtl="0" eaLnBrk="0" fontAlgn="base" hangingPunct="0">
              <a:lnSpc>
                <a:spcPct val="120000"/>
              </a:lnSpc>
              <a:spcBef>
                <a:spcPct val="20000"/>
              </a:spcBef>
              <a:spcAft>
                <a:spcPct val="0"/>
              </a:spcAft>
              <a:buClr>
                <a:schemeClr val="accent2"/>
              </a:buClr>
              <a:buBlip>
                <a:blip r:embed="rId6"/>
              </a:buBlip>
              <a:defRPr kumimoji="1" b="1">
                <a:solidFill>
                  <a:schemeClr val="tx1"/>
                </a:solidFill>
                <a:latin typeface="+mn-lt"/>
                <a:ea typeface="+mn-ea"/>
              </a:defRPr>
            </a:lvl6pPr>
            <a:lvl7pPr marL="3524250" indent="-269875" algn="l" rtl="0" eaLnBrk="0" fontAlgn="base" hangingPunct="0">
              <a:lnSpc>
                <a:spcPct val="120000"/>
              </a:lnSpc>
              <a:spcBef>
                <a:spcPct val="20000"/>
              </a:spcBef>
              <a:spcAft>
                <a:spcPct val="0"/>
              </a:spcAft>
              <a:buClr>
                <a:schemeClr val="accent2"/>
              </a:buClr>
              <a:buBlip>
                <a:blip r:embed="rId6"/>
              </a:buBlip>
              <a:defRPr kumimoji="1" b="1">
                <a:solidFill>
                  <a:schemeClr val="tx1"/>
                </a:solidFill>
                <a:latin typeface="+mn-lt"/>
                <a:ea typeface="+mn-ea"/>
              </a:defRPr>
            </a:lvl7pPr>
            <a:lvl8pPr marL="3981450" indent="-269875" algn="l" rtl="0" eaLnBrk="0" fontAlgn="base" hangingPunct="0">
              <a:lnSpc>
                <a:spcPct val="120000"/>
              </a:lnSpc>
              <a:spcBef>
                <a:spcPct val="20000"/>
              </a:spcBef>
              <a:spcAft>
                <a:spcPct val="0"/>
              </a:spcAft>
              <a:buClr>
                <a:schemeClr val="accent2"/>
              </a:buClr>
              <a:buBlip>
                <a:blip r:embed="rId6"/>
              </a:buBlip>
              <a:defRPr kumimoji="1" b="1">
                <a:solidFill>
                  <a:schemeClr val="tx1"/>
                </a:solidFill>
                <a:latin typeface="+mn-lt"/>
                <a:ea typeface="+mn-ea"/>
              </a:defRPr>
            </a:lvl8pPr>
            <a:lvl9pPr marL="4438650" indent="-269875" algn="l" rtl="0" eaLnBrk="0" fontAlgn="base" hangingPunct="0">
              <a:lnSpc>
                <a:spcPct val="120000"/>
              </a:lnSpc>
              <a:spcBef>
                <a:spcPct val="20000"/>
              </a:spcBef>
              <a:spcAft>
                <a:spcPct val="0"/>
              </a:spcAft>
              <a:buClr>
                <a:schemeClr val="accent2"/>
              </a:buClr>
              <a:buBlip>
                <a:blip r:embed="rId6"/>
              </a:buBlip>
              <a:defRPr kumimoji="1" b="1">
                <a:solidFill>
                  <a:schemeClr val="tx1"/>
                </a:solidFill>
                <a:latin typeface="+mn-lt"/>
                <a:ea typeface="+mn-ea"/>
              </a:defRPr>
            </a:lvl9pPr>
          </a:lstStyle>
          <a:p>
            <a:pPr marL="514350" indent="-514350">
              <a:lnSpc>
                <a:spcPct val="150000"/>
              </a:lnSpc>
              <a:buClrTx/>
              <a:buFont typeface="+mj-lt"/>
              <a:buAutoNum type="arabicPeriod"/>
              <a:defRPr/>
            </a:pPr>
            <a:r>
              <a:rPr lang="zh-CN" altLang="en-US" sz="2800" dirty="0">
                <a:solidFill>
                  <a:srgbClr val="000000"/>
                </a:solidFill>
                <a:effectLst>
                  <a:outerShdw blurRad="38100" dist="38100" dir="2700000" algn="tl">
                    <a:srgbClr val="000000">
                      <a:alpha val="43137"/>
                    </a:srgbClr>
                  </a:outerShdw>
                </a:effectLst>
                <a:latin typeface="华文楷体" pitchFamily="2" charset="-122"/>
                <a:ea typeface="华文楷体" pitchFamily="2" charset="-122"/>
              </a:rPr>
              <a:t>由于模型、视图、控制器三者之间的分离而导致的</a:t>
            </a:r>
            <a:r>
              <a:rPr lang="zh-CN" altLang="en-US" sz="28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开发复杂性</a:t>
            </a:r>
            <a:r>
              <a:rPr lang="zh-CN" altLang="en-US" sz="2800" dirty="0">
                <a:solidFill>
                  <a:srgbClr val="000000"/>
                </a:solidFill>
                <a:effectLst>
                  <a:outerShdw blurRad="38100" dist="38100" dir="2700000" algn="tl">
                    <a:srgbClr val="000000">
                      <a:alpha val="43137"/>
                    </a:srgbClr>
                  </a:outerShdw>
                </a:effectLst>
                <a:latin typeface="华文楷体" pitchFamily="2" charset="-122"/>
                <a:ea typeface="华文楷体" pitchFamily="2" charset="-122"/>
              </a:rPr>
              <a:t>和运行</a:t>
            </a:r>
            <a:r>
              <a:rPr lang="zh-CN" altLang="en-US" sz="28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性能开销</a:t>
            </a:r>
            <a:endParaRPr lang="en-US" altLang="zh-CN" sz="28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endParaRPr>
          </a:p>
          <a:p>
            <a:pPr marL="514350" indent="-514350">
              <a:lnSpc>
                <a:spcPct val="150000"/>
              </a:lnSpc>
              <a:buClrTx/>
              <a:buFont typeface="+mj-lt"/>
              <a:buAutoNum type="arabicPeriod"/>
              <a:defRPr/>
            </a:pPr>
            <a:r>
              <a:rPr lang="zh-CN" altLang="en-US" sz="2800" dirty="0">
                <a:solidFill>
                  <a:srgbClr val="000000"/>
                </a:solidFill>
                <a:effectLst>
                  <a:outerShdw blurRad="38100" dist="38100" dir="2700000" algn="tl">
                    <a:srgbClr val="000000">
                      <a:alpha val="43137"/>
                    </a:srgbClr>
                  </a:outerShdw>
                </a:effectLst>
                <a:latin typeface="楷体" pitchFamily="49" charset="-122"/>
                <a:ea typeface="楷体" pitchFamily="49" charset="-122"/>
              </a:rPr>
              <a:t>视图与控制器耦合度较大</a:t>
            </a:r>
            <a:endParaRPr lang="en-US" altLang="zh-CN" sz="2800" dirty="0">
              <a:solidFill>
                <a:srgbClr val="000000"/>
              </a:solidFill>
              <a:effectLst>
                <a:outerShdw blurRad="38100" dist="38100" dir="2700000" algn="tl">
                  <a:srgbClr val="000000">
                    <a:alpha val="43137"/>
                  </a:srgbClr>
                </a:outerShdw>
              </a:effectLst>
              <a:latin typeface="楷体" pitchFamily="49" charset="-122"/>
              <a:ea typeface="楷体" pitchFamily="49" charset="-122"/>
            </a:endParaRPr>
          </a:p>
          <a:p>
            <a:pPr marL="514350" indent="-514350">
              <a:lnSpc>
                <a:spcPct val="150000"/>
              </a:lnSpc>
              <a:buClrTx/>
              <a:buFont typeface="+mj-lt"/>
              <a:buAutoNum type="arabicPeriod"/>
              <a:defRPr/>
            </a:pPr>
            <a:r>
              <a:rPr lang="zh-CN" altLang="en-US" sz="2800" dirty="0">
                <a:solidFill>
                  <a:srgbClr val="000000"/>
                </a:solidFill>
                <a:effectLst>
                  <a:outerShdw blurRad="38100" dist="38100" dir="2700000" algn="tl">
                    <a:srgbClr val="000000">
                      <a:alpha val="43137"/>
                    </a:srgbClr>
                  </a:outerShdw>
                </a:effectLst>
                <a:latin typeface="楷体" pitchFamily="49" charset="-122"/>
                <a:ea typeface="楷体" pitchFamily="49" charset="-122"/>
              </a:rPr>
              <a:t>视图从模型多次获取数据可能导致低效</a:t>
            </a:r>
            <a:endParaRPr lang="en-US" altLang="zh-CN" sz="2800" dirty="0">
              <a:solidFill>
                <a:srgbClr val="000000"/>
              </a:solidFill>
              <a:effectLst>
                <a:outerShdw blurRad="38100" dist="38100" dir="2700000" algn="tl">
                  <a:srgbClr val="000000">
                    <a:alpha val="43137"/>
                  </a:srgbClr>
                </a:outerShdw>
              </a:effectLst>
              <a:latin typeface="楷体" pitchFamily="49" charset="-122"/>
              <a:ea typeface="楷体" pitchFamily="49" charset="-122"/>
            </a:endParaRPr>
          </a:p>
          <a:p>
            <a:pPr marL="1047750" lvl="1" indent="-514350">
              <a:lnSpc>
                <a:spcPct val="150000"/>
              </a:lnSpc>
              <a:buClrTx/>
              <a:buFont typeface="Wingdings" pitchFamily="2" charset="2"/>
              <a:buBlip>
                <a:blip r:embed="rId7"/>
              </a:buBlip>
              <a:defRPr/>
            </a:pPr>
            <a:r>
              <a:rPr lang="zh-CN" altLang="en-US" sz="24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精心设计模型的数据访问接口</a:t>
            </a:r>
            <a:endParaRPr lang="en-US" altLang="zh-CN" sz="24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endParaRPr>
          </a:p>
          <a:p>
            <a:pPr marL="1047750" lvl="1" indent="-514350">
              <a:lnSpc>
                <a:spcPct val="150000"/>
              </a:lnSpc>
              <a:buClrTx/>
              <a:buFont typeface="Wingdings" pitchFamily="2" charset="2"/>
              <a:buBlip>
                <a:blip r:embed="rId7"/>
              </a:buBlip>
              <a:defRPr/>
            </a:pPr>
            <a:r>
              <a:rPr lang="zh-CN" altLang="en-US" sz="24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视图</a:t>
            </a:r>
            <a:r>
              <a:rPr lang="en-US" altLang="zh-CN" sz="24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cache</a:t>
            </a:r>
            <a:r>
              <a:rPr lang="zh-CN" altLang="en-US" sz="24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从模型中获取的数据</a:t>
            </a:r>
            <a:endParaRPr lang="en-US" altLang="zh-CN" dirty="0">
              <a:solidFill>
                <a:srgbClr val="000000"/>
              </a:solidFill>
              <a:effectLst>
                <a:outerShdw blurRad="38100" dist="38100" dir="2700000" algn="tl">
                  <a:srgbClr val="000000">
                    <a:alpha val="43137"/>
                  </a:srgbClr>
                </a:outerShdw>
              </a:effectLst>
              <a:latin typeface="楷体" pitchFamily="49" charset="-122"/>
              <a:ea typeface="楷体" pitchFamily="49" charset="-122"/>
            </a:endParaRPr>
          </a:p>
          <a:p>
            <a:pPr marL="514350" indent="-514350">
              <a:lnSpc>
                <a:spcPct val="150000"/>
              </a:lnSpc>
              <a:buClrTx/>
              <a:buFont typeface="+mj-lt"/>
              <a:buAutoNum type="arabicPeriod"/>
              <a:defRPr/>
            </a:pPr>
            <a:r>
              <a:rPr lang="zh-CN" altLang="en-US" sz="2800" dirty="0">
                <a:solidFill>
                  <a:srgbClr val="000000"/>
                </a:solidFill>
                <a:effectLst>
                  <a:outerShdw blurRad="38100" dist="38100" dir="2700000" algn="tl">
                    <a:srgbClr val="000000">
                      <a:alpha val="43137"/>
                    </a:srgbClr>
                  </a:outerShdw>
                </a:effectLst>
                <a:latin typeface="楷体" pitchFamily="49" charset="-122"/>
                <a:ea typeface="楷体" pitchFamily="49" charset="-122"/>
              </a:rPr>
              <a:t>来自模型的频繁的变化通知可能导致低效</a:t>
            </a:r>
            <a:endParaRPr lang="en-US" altLang="zh-CN" sz="2800" dirty="0">
              <a:solidFill>
                <a:srgbClr val="000000"/>
              </a:solidFill>
              <a:effectLst>
                <a:outerShdw blurRad="38100" dist="38100" dir="2700000" algn="tl">
                  <a:srgbClr val="000000">
                    <a:alpha val="43137"/>
                  </a:srgbClr>
                </a:outerShdw>
              </a:effectLst>
              <a:latin typeface="楷体" pitchFamily="49" charset="-122"/>
              <a:ea typeface="楷体" pitchFamily="49" charset="-122"/>
            </a:endParaRPr>
          </a:p>
        </p:txBody>
      </p:sp>
    </p:spTree>
    <p:custDataLst>
      <p:tags r:id="rId1"/>
    </p:custDataLst>
    <p:extLst>
      <p:ext uri="{BB962C8B-B14F-4D97-AF65-F5344CB8AC3E}">
        <p14:creationId xmlns:p14="http://schemas.microsoft.com/office/powerpoint/2010/main" val="4101128337"/>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r>
              <a:rPr lang="zh-CN" altLang="en-US" sz="2800" b="0" smtClean="0">
                <a:latin typeface="微软雅黑" pitchFamily="34" charset="-122"/>
                <a:ea typeface="微软雅黑" pitchFamily="34" charset="-122"/>
              </a:rPr>
              <a:t>再次审视</a:t>
            </a:r>
            <a:r>
              <a:rPr lang="en-US" altLang="zh-CN" sz="2800" b="0" smtClean="0">
                <a:latin typeface="微软雅黑" pitchFamily="34" charset="-122"/>
                <a:ea typeface="微软雅黑" pitchFamily="34" charset="-122"/>
              </a:rPr>
              <a:t>MVC</a:t>
            </a:r>
            <a:r>
              <a:rPr lang="zh-CN" altLang="en-US" sz="2800" b="0" smtClean="0">
                <a:latin typeface="微软雅黑" pitchFamily="34" charset="-122"/>
                <a:ea typeface="微软雅黑" pitchFamily="34" charset="-122"/>
              </a:rPr>
              <a:t>模式</a:t>
            </a: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1C941C2B-D5AA-448A-ACB9-050C564FB202}" type="slidenum">
              <a:rPr lang="zh-CN" altLang="en-US" sz="1600">
                <a:solidFill>
                  <a:srgbClr val="000066"/>
                </a:solidFill>
                <a:latin typeface="微软雅黑" pitchFamily="34" charset="-122"/>
                <a:ea typeface="微软雅黑" pitchFamily="34" charset="-122"/>
              </a:rPr>
              <a:pPr/>
              <a:t>26</a:t>
            </a:fld>
            <a:endParaRPr lang="en-US" altLang="zh-CN" sz="1600">
              <a:solidFill>
                <a:srgbClr val="000066"/>
              </a:solidFill>
              <a:latin typeface="微软雅黑" pitchFamily="34" charset="-122"/>
              <a:ea typeface="微软雅黑" pitchFamily="34" charset="-122"/>
            </a:endParaRPr>
          </a:p>
        </p:txBody>
      </p:sp>
      <p:pic>
        <p:nvPicPr>
          <p:cNvPr id="86020"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8" y="1484313"/>
            <a:ext cx="8323262" cy="468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5" name="直接箭头连接符 4"/>
          <p:cNvCxnSpPr>
            <a:cxnSpLocks noChangeShapeType="1"/>
          </p:cNvCxnSpPr>
          <p:nvPr/>
        </p:nvCxnSpPr>
        <p:spPr bwMode="auto">
          <a:xfrm>
            <a:off x="1619250" y="1989138"/>
            <a:ext cx="0" cy="2016125"/>
          </a:xfrm>
          <a:prstGeom prst="straightConnector1">
            <a:avLst/>
          </a:prstGeom>
          <a:noFill/>
          <a:ln w="63500" algn="ctr">
            <a:solidFill>
              <a:srgbClr val="FF0000"/>
            </a:solidFill>
            <a:prstDash val="sysDot"/>
            <a:round/>
            <a:headEnd/>
            <a:tailEnd type="arrow" w="med" len="med"/>
          </a:ln>
          <a:extLst>
            <a:ext uri="{909E8E84-426E-40DD-AFC4-6F175D3DCCD1}">
              <a14:hiddenFill xmlns:a14="http://schemas.microsoft.com/office/drawing/2010/main">
                <a:noFill/>
              </a14:hiddenFill>
            </a:ext>
          </a:extLst>
        </p:spPr>
      </p:cxnSp>
      <p:cxnSp>
        <p:nvCxnSpPr>
          <p:cNvPr id="6" name="直接箭头连接符 5"/>
          <p:cNvCxnSpPr>
            <a:cxnSpLocks noChangeShapeType="1"/>
          </p:cNvCxnSpPr>
          <p:nvPr/>
        </p:nvCxnSpPr>
        <p:spPr bwMode="auto">
          <a:xfrm>
            <a:off x="1619250" y="1989138"/>
            <a:ext cx="1873250" cy="0"/>
          </a:xfrm>
          <a:prstGeom prst="straightConnector1">
            <a:avLst/>
          </a:prstGeom>
          <a:noFill/>
          <a:ln w="63500" algn="ctr">
            <a:solidFill>
              <a:srgbClr val="FF0000"/>
            </a:solidFill>
            <a:prstDash val="sysDot"/>
            <a:round/>
            <a:headEnd/>
            <a:tailEnd/>
          </a:ln>
          <a:extLst>
            <a:ext uri="{909E8E84-426E-40DD-AFC4-6F175D3DCCD1}">
              <a14:hiddenFill xmlns:a14="http://schemas.microsoft.com/office/drawing/2010/main">
                <a:noFill/>
              </a14:hiddenFill>
            </a:ext>
          </a:extLst>
        </p:spPr>
      </p:cxnSp>
      <p:sp>
        <p:nvSpPr>
          <p:cNvPr id="11" name="圆角矩形标注 10"/>
          <p:cNvSpPr/>
          <p:nvPr/>
        </p:nvSpPr>
        <p:spPr bwMode="auto">
          <a:xfrm>
            <a:off x="420688" y="5842000"/>
            <a:ext cx="2927350" cy="647700"/>
          </a:xfrm>
          <a:prstGeom prst="wedgeRoundRectCallout">
            <a:avLst>
              <a:gd name="adj1" fmla="val -15621"/>
              <a:gd name="adj2" fmla="val -357037"/>
              <a:gd name="adj3" fmla="val 16667"/>
            </a:avLst>
          </a:prstGeom>
          <a:solidFill>
            <a:schemeClr val="bg1"/>
          </a:solidFill>
          <a:ln w="25400" cap="flat" cmpd="sng" algn="ctr">
            <a:solidFill>
              <a:schemeClr val="tx2"/>
            </a:solidFill>
            <a:prstDash val="solid"/>
            <a:round/>
            <a:headEnd type="none" w="med" len="med"/>
            <a:tailEnd type="none" w="med" len="med"/>
          </a:ln>
          <a:effectLst/>
        </p:spPr>
        <p:txBody>
          <a:bodyPr/>
          <a:lstStyle/>
          <a:p>
            <a:pPr>
              <a:spcBef>
                <a:spcPts val="200"/>
              </a:spcBef>
              <a:buClr>
                <a:schemeClr val="accent2"/>
              </a:buClr>
              <a:defRPr/>
            </a:pPr>
            <a:r>
              <a:rPr lang="zh-CN" altLang="en-US" sz="2600" b="1"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如何改进效率？</a:t>
            </a:r>
            <a:endParaRPr lang="en-US" altLang="zh-CN" sz="2600" b="1"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12" name="TextBox 11"/>
          <p:cNvSpPr txBox="1">
            <a:spLocks noChangeArrowheads="1"/>
          </p:cNvSpPr>
          <p:nvPr/>
        </p:nvSpPr>
        <p:spPr bwMode="auto">
          <a:xfrm>
            <a:off x="3708400" y="2420938"/>
            <a:ext cx="4535488" cy="13843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pPr>
              <a:lnSpc>
                <a:spcPct val="150000"/>
              </a:lnSpc>
              <a:spcBef>
                <a:spcPct val="20000"/>
              </a:spcBef>
              <a:buClr>
                <a:schemeClr val="accent2"/>
              </a:buClr>
            </a:pPr>
            <a:r>
              <a:rPr lang="zh-CN" altLang="en-US" sz="2800">
                <a:solidFill>
                  <a:schemeClr val="bg1"/>
                </a:solidFill>
                <a:latin typeface="楷体" pitchFamily="49" charset="-122"/>
                <a:ea typeface="楷体" pitchFamily="49" charset="-122"/>
              </a:rPr>
              <a:t>每个视图可能只与某些特定类别的模型数据相关！</a:t>
            </a:r>
          </a:p>
        </p:txBody>
      </p:sp>
    </p:spTree>
    <p:custDataLst>
      <p:tags r:id="rId1"/>
    </p:custDataLst>
    <p:extLst>
      <p:ext uri="{BB962C8B-B14F-4D97-AF65-F5344CB8AC3E}">
        <p14:creationId xmlns:p14="http://schemas.microsoft.com/office/powerpoint/2010/main" val="653591701"/>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right)">
                                      <p:cBhvr>
                                        <p:cTn id="7" dur="500"/>
                                        <p:tgtEl>
                                          <p:spTgt spid="6"/>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500"/>
                                        <p:tgtEl>
                                          <p:spTgt spid="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childTnLst>
                                </p:cTn>
                              </p:par>
                            </p:childTnLst>
                          </p:cTn>
                        </p:par>
                        <p:par>
                          <p:cTn id="20" fill="hold" nodeType="afterGroup">
                            <p:stCondLst>
                              <p:cond delay="0"/>
                            </p:stCondLst>
                            <p:childTnLst>
                              <p:par>
                                <p:cTn id="21" presetID="1" presetClass="entr" presetSubtype="0" fill="hold" grpId="0" nodeType="after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1" grpId="0" animBg="1"/>
      <p:bldP spid="12" grpId="0" animBg="1"/>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r>
              <a:rPr lang="zh-CN" altLang="en-US" sz="2800" b="0" smtClean="0">
                <a:latin typeface="微软雅黑" pitchFamily="34" charset="-122"/>
                <a:ea typeface="微软雅黑" pitchFamily="34" charset="-122"/>
              </a:rPr>
              <a:t>尝试性的解决方案</a:t>
            </a: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4EAE10EA-9D5F-489E-B90C-ED3D59BBFDAD}" type="slidenum">
              <a:rPr lang="zh-CN" altLang="en-US" sz="1600">
                <a:solidFill>
                  <a:srgbClr val="000066"/>
                </a:solidFill>
                <a:latin typeface="微软雅黑" pitchFamily="34" charset="-122"/>
                <a:ea typeface="微软雅黑" pitchFamily="34" charset="-122"/>
              </a:rPr>
              <a:pPr/>
              <a:t>27</a:t>
            </a:fld>
            <a:endParaRPr lang="en-US" altLang="zh-CN" sz="1600">
              <a:solidFill>
                <a:srgbClr val="000066"/>
              </a:solidFill>
              <a:latin typeface="微软雅黑" pitchFamily="34" charset="-122"/>
              <a:ea typeface="微软雅黑" pitchFamily="34" charset="-122"/>
            </a:endParaRPr>
          </a:p>
        </p:txBody>
      </p:sp>
      <p:sp>
        <p:nvSpPr>
          <p:cNvPr id="18" name="Rectangle 3"/>
          <p:cNvSpPr txBox="1">
            <a:spLocks noChangeArrowheads="1"/>
          </p:cNvSpPr>
          <p:nvPr/>
        </p:nvSpPr>
        <p:spPr bwMode="auto">
          <a:xfrm>
            <a:off x="179388" y="1268413"/>
            <a:ext cx="8496300" cy="4968875"/>
          </a:xfrm>
          <a:prstGeom prst="rect">
            <a:avLst/>
          </a:prstGeom>
          <a:noFill/>
          <a:ln w="9525">
            <a:noFill/>
            <a:miter lim="800000"/>
            <a:headEnd/>
            <a:tailEnd/>
          </a:ln>
          <a:effectLst/>
        </p:spPr>
        <p:txBody>
          <a:bodyPr/>
          <a:lstStyle>
            <a:lvl1pPr marL="457200" indent="-457200" algn="l" rtl="0" eaLnBrk="0" fontAlgn="base" hangingPunct="0">
              <a:lnSpc>
                <a:spcPct val="120000"/>
              </a:lnSpc>
              <a:spcBef>
                <a:spcPct val="20000"/>
              </a:spcBef>
              <a:spcAft>
                <a:spcPct val="0"/>
              </a:spcAft>
              <a:buClr>
                <a:schemeClr val="accent2"/>
              </a:buClr>
              <a:buFont typeface="Wingdings" pitchFamily="2" charset="2"/>
              <a:buChar char="p"/>
              <a:defRPr kumimoji="1" sz="3200" b="1">
                <a:solidFill>
                  <a:schemeClr val="tx1"/>
                </a:solidFill>
                <a:latin typeface="+mn-lt"/>
                <a:ea typeface="+mn-ea"/>
                <a:cs typeface="+mn-cs"/>
              </a:defRPr>
            </a:lvl1pPr>
            <a:lvl2pPr marL="990600" indent="-354013" algn="l" rtl="0" eaLnBrk="0" fontAlgn="base" hangingPunct="0">
              <a:lnSpc>
                <a:spcPct val="120000"/>
              </a:lnSpc>
              <a:spcBef>
                <a:spcPct val="20000"/>
              </a:spcBef>
              <a:spcAft>
                <a:spcPct val="0"/>
              </a:spcAft>
              <a:buClr>
                <a:schemeClr val="folHlink"/>
              </a:buClr>
              <a:buFont typeface="Wingdings" pitchFamily="2" charset="2"/>
              <a:buBlip>
                <a:blip r:embed="rId3"/>
              </a:buBlip>
              <a:defRPr kumimoji="1" sz="2800" b="1">
                <a:solidFill>
                  <a:schemeClr val="tx1"/>
                </a:solidFill>
                <a:latin typeface="楷体_GB2312" pitchFamily="49" charset="-122"/>
                <a:ea typeface="楷体_GB2312" pitchFamily="49" charset="-122"/>
              </a:defRPr>
            </a:lvl2pPr>
            <a:lvl3pPr marL="1619250" indent="-354013" algn="l" rtl="0" eaLnBrk="0" fontAlgn="base" hangingPunct="0">
              <a:lnSpc>
                <a:spcPct val="120000"/>
              </a:lnSpc>
              <a:spcBef>
                <a:spcPct val="20000"/>
              </a:spcBef>
              <a:spcAft>
                <a:spcPct val="0"/>
              </a:spcAft>
              <a:buClr>
                <a:schemeClr val="accent2"/>
              </a:buClr>
              <a:buBlip>
                <a:blip r:embed="rId4"/>
              </a:buBlip>
              <a:defRPr kumimoji="1" sz="2400" b="1">
                <a:solidFill>
                  <a:schemeClr val="tx1"/>
                </a:solidFill>
                <a:latin typeface="+mn-lt"/>
                <a:ea typeface="+mn-ea"/>
              </a:defRPr>
            </a:lvl3pPr>
            <a:lvl4pPr marL="2152650" indent="-315913" algn="l" rtl="0" eaLnBrk="0" fontAlgn="base" hangingPunct="0">
              <a:lnSpc>
                <a:spcPct val="120000"/>
              </a:lnSpc>
              <a:spcBef>
                <a:spcPct val="20000"/>
              </a:spcBef>
              <a:spcAft>
                <a:spcPct val="0"/>
              </a:spcAft>
              <a:buClr>
                <a:schemeClr val="accent2"/>
              </a:buClr>
              <a:buBlip>
                <a:blip r:embed="rId5"/>
              </a:buBlip>
              <a:defRPr kumimoji="1" sz="2000" b="1">
                <a:solidFill>
                  <a:schemeClr val="tx1"/>
                </a:solidFill>
                <a:latin typeface="+mn-lt"/>
                <a:ea typeface="+mn-ea"/>
              </a:defRPr>
            </a:lvl4pPr>
            <a:lvl5pPr marL="2609850" indent="-269875" algn="l" rtl="0" eaLnBrk="0" fontAlgn="base" hangingPunct="0">
              <a:lnSpc>
                <a:spcPct val="120000"/>
              </a:lnSpc>
              <a:spcBef>
                <a:spcPct val="20000"/>
              </a:spcBef>
              <a:spcAft>
                <a:spcPct val="0"/>
              </a:spcAft>
              <a:buClr>
                <a:schemeClr val="accent2"/>
              </a:buClr>
              <a:buBlip>
                <a:blip r:embed="rId6"/>
              </a:buBlip>
              <a:defRPr kumimoji="1" b="1">
                <a:solidFill>
                  <a:schemeClr val="tx1"/>
                </a:solidFill>
                <a:latin typeface="+mn-lt"/>
                <a:ea typeface="+mn-ea"/>
              </a:defRPr>
            </a:lvl5pPr>
            <a:lvl6pPr marL="3067050" indent="-269875" algn="l" rtl="0" eaLnBrk="0" fontAlgn="base" hangingPunct="0">
              <a:lnSpc>
                <a:spcPct val="120000"/>
              </a:lnSpc>
              <a:spcBef>
                <a:spcPct val="20000"/>
              </a:spcBef>
              <a:spcAft>
                <a:spcPct val="0"/>
              </a:spcAft>
              <a:buClr>
                <a:schemeClr val="accent2"/>
              </a:buClr>
              <a:buBlip>
                <a:blip r:embed="rId6"/>
              </a:buBlip>
              <a:defRPr kumimoji="1" b="1">
                <a:solidFill>
                  <a:schemeClr val="tx1"/>
                </a:solidFill>
                <a:latin typeface="+mn-lt"/>
                <a:ea typeface="+mn-ea"/>
              </a:defRPr>
            </a:lvl6pPr>
            <a:lvl7pPr marL="3524250" indent="-269875" algn="l" rtl="0" eaLnBrk="0" fontAlgn="base" hangingPunct="0">
              <a:lnSpc>
                <a:spcPct val="120000"/>
              </a:lnSpc>
              <a:spcBef>
                <a:spcPct val="20000"/>
              </a:spcBef>
              <a:spcAft>
                <a:spcPct val="0"/>
              </a:spcAft>
              <a:buClr>
                <a:schemeClr val="accent2"/>
              </a:buClr>
              <a:buBlip>
                <a:blip r:embed="rId6"/>
              </a:buBlip>
              <a:defRPr kumimoji="1" b="1">
                <a:solidFill>
                  <a:schemeClr val="tx1"/>
                </a:solidFill>
                <a:latin typeface="+mn-lt"/>
                <a:ea typeface="+mn-ea"/>
              </a:defRPr>
            </a:lvl7pPr>
            <a:lvl8pPr marL="3981450" indent="-269875" algn="l" rtl="0" eaLnBrk="0" fontAlgn="base" hangingPunct="0">
              <a:lnSpc>
                <a:spcPct val="120000"/>
              </a:lnSpc>
              <a:spcBef>
                <a:spcPct val="20000"/>
              </a:spcBef>
              <a:spcAft>
                <a:spcPct val="0"/>
              </a:spcAft>
              <a:buClr>
                <a:schemeClr val="accent2"/>
              </a:buClr>
              <a:buBlip>
                <a:blip r:embed="rId6"/>
              </a:buBlip>
              <a:defRPr kumimoji="1" b="1">
                <a:solidFill>
                  <a:schemeClr val="tx1"/>
                </a:solidFill>
                <a:latin typeface="+mn-lt"/>
                <a:ea typeface="+mn-ea"/>
              </a:defRPr>
            </a:lvl8pPr>
            <a:lvl9pPr marL="4438650" indent="-269875" algn="l" rtl="0" eaLnBrk="0" fontAlgn="base" hangingPunct="0">
              <a:lnSpc>
                <a:spcPct val="120000"/>
              </a:lnSpc>
              <a:spcBef>
                <a:spcPct val="20000"/>
              </a:spcBef>
              <a:spcAft>
                <a:spcPct val="0"/>
              </a:spcAft>
              <a:buClr>
                <a:schemeClr val="accent2"/>
              </a:buClr>
              <a:buBlip>
                <a:blip r:embed="rId6"/>
              </a:buBlip>
              <a:defRPr kumimoji="1" b="1">
                <a:solidFill>
                  <a:schemeClr val="tx1"/>
                </a:solidFill>
                <a:latin typeface="+mn-lt"/>
                <a:ea typeface="+mn-ea"/>
              </a:defRPr>
            </a:lvl9pPr>
          </a:lstStyle>
          <a:p>
            <a:pPr>
              <a:lnSpc>
                <a:spcPct val="150000"/>
              </a:lnSpc>
              <a:buClrTx/>
              <a:defRPr/>
            </a:pPr>
            <a:r>
              <a:rPr lang="zh-CN" altLang="en-US" sz="4000" dirty="0">
                <a:solidFill>
                  <a:srgbClr val="000000"/>
                </a:solidFill>
                <a:effectLst>
                  <a:outerShdw blurRad="38100" dist="38100" dir="2700000" algn="tl">
                    <a:srgbClr val="000000">
                      <a:alpha val="43137"/>
                    </a:srgbClr>
                  </a:outerShdw>
                </a:effectLst>
                <a:latin typeface="楷体" pitchFamily="49" charset="-122"/>
                <a:ea typeface="楷体" pitchFamily="49" charset="-122"/>
              </a:rPr>
              <a:t>是否存在一种机制，确保模型的数据变化通知 </a:t>
            </a:r>
            <a:r>
              <a:rPr lang="zh-CN" altLang="en-US" sz="4000" dirty="0">
                <a:solidFill>
                  <a:srgbClr val="FF0000"/>
                </a:solidFill>
                <a:effectLst>
                  <a:outerShdw blurRad="38100" dist="38100" dir="2700000" algn="tl">
                    <a:srgbClr val="000000">
                      <a:alpha val="43137"/>
                    </a:srgbClr>
                  </a:outerShdw>
                </a:effectLst>
                <a:latin typeface="楷体" pitchFamily="49" charset="-122"/>
                <a:ea typeface="楷体" pitchFamily="49" charset="-122"/>
              </a:rPr>
              <a:t>仅发给 有需要（感兴趣）的视图</a:t>
            </a:r>
            <a:r>
              <a:rPr lang="zh-CN" altLang="en-US" sz="4000" dirty="0">
                <a:solidFill>
                  <a:srgbClr val="000000"/>
                </a:solidFill>
                <a:effectLst>
                  <a:outerShdw blurRad="38100" dist="38100" dir="2700000" algn="tl">
                    <a:srgbClr val="000000">
                      <a:alpha val="43137"/>
                    </a:srgbClr>
                  </a:outerShdw>
                </a:effectLst>
                <a:latin typeface="楷体" pitchFamily="49" charset="-122"/>
                <a:ea typeface="楷体" pitchFamily="49" charset="-122"/>
              </a:rPr>
              <a:t>？</a:t>
            </a:r>
            <a:endParaRPr lang="en-US" altLang="zh-CN" sz="4000" dirty="0">
              <a:solidFill>
                <a:srgbClr val="000000"/>
              </a:solidFill>
              <a:effectLst>
                <a:outerShdw blurRad="38100" dist="38100" dir="2700000" algn="tl">
                  <a:srgbClr val="000000">
                    <a:alpha val="43137"/>
                  </a:srgbClr>
                </a:outerShdw>
              </a:effectLst>
              <a:latin typeface="楷体" pitchFamily="49" charset="-122"/>
              <a:ea typeface="楷体" pitchFamily="49" charset="-122"/>
            </a:endParaRPr>
          </a:p>
        </p:txBody>
      </p:sp>
    </p:spTree>
    <p:custDataLst>
      <p:tags r:id="rId1"/>
    </p:custDataLst>
    <p:extLst>
      <p:ext uri="{BB962C8B-B14F-4D97-AF65-F5344CB8AC3E}">
        <p14:creationId xmlns:p14="http://schemas.microsoft.com/office/powerpoint/2010/main" val="3022505074"/>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r>
              <a:rPr lang="zh-CN" altLang="en-US" sz="3200" b="0" smtClean="0">
                <a:latin typeface="微软雅黑" pitchFamily="34" charset="-122"/>
                <a:ea typeface="微软雅黑" pitchFamily="34" charset="-122"/>
              </a:rPr>
              <a:t>内容提要</a:t>
            </a: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EE65D515-9EB6-4809-9779-9BDF14C39CBF}" type="slidenum">
              <a:rPr lang="zh-CN" altLang="en-US" sz="1600">
                <a:solidFill>
                  <a:srgbClr val="000066"/>
                </a:solidFill>
                <a:latin typeface="微软雅黑" pitchFamily="34" charset="-122"/>
                <a:ea typeface="微软雅黑" pitchFamily="34" charset="-122"/>
              </a:rPr>
              <a:pPr/>
              <a:t>28</a:t>
            </a:fld>
            <a:endParaRPr lang="en-US" altLang="zh-CN" sz="1600">
              <a:solidFill>
                <a:srgbClr val="000066"/>
              </a:solidFill>
              <a:latin typeface="微软雅黑" pitchFamily="34" charset="-122"/>
              <a:ea typeface="微软雅黑" pitchFamily="34" charset="-122"/>
            </a:endParaRPr>
          </a:p>
        </p:txBody>
      </p:sp>
      <p:graphicFrame>
        <p:nvGraphicFramePr>
          <p:cNvPr id="5" name="图示 4"/>
          <p:cNvGraphicFramePr/>
          <p:nvPr/>
        </p:nvGraphicFramePr>
        <p:xfrm>
          <a:off x="571472" y="1571612"/>
          <a:ext cx="8072494" cy="464347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ustDataLst>
      <p:tags r:id="rId1"/>
    </p:custDataLst>
    <p:extLst>
      <p:ext uri="{BB962C8B-B14F-4D97-AF65-F5344CB8AC3E}">
        <p14:creationId xmlns:p14="http://schemas.microsoft.com/office/powerpoint/2010/main" val="3089232264"/>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r>
              <a:rPr lang="zh-CN" altLang="en-US" sz="2800" b="0" smtClean="0">
                <a:latin typeface="微软雅黑" pitchFamily="34" charset="-122"/>
                <a:ea typeface="微软雅黑" pitchFamily="34" charset="-122"/>
              </a:rPr>
              <a:t>发布</a:t>
            </a:r>
            <a:r>
              <a:rPr lang="en-US" altLang="zh-CN" sz="2800" b="0" smtClean="0">
                <a:latin typeface="微软雅黑" pitchFamily="34" charset="-122"/>
                <a:ea typeface="微软雅黑" pitchFamily="34" charset="-122"/>
              </a:rPr>
              <a:t>—</a:t>
            </a:r>
            <a:r>
              <a:rPr lang="zh-CN" altLang="en-US" sz="2800" b="0" smtClean="0">
                <a:latin typeface="微软雅黑" pitchFamily="34" charset="-122"/>
                <a:ea typeface="微软雅黑" pitchFamily="34" charset="-122"/>
              </a:rPr>
              <a:t>订阅模式的适用场景和问题</a:t>
            </a:r>
            <a:r>
              <a:rPr lang="en-US" altLang="zh-CN" sz="2800" b="0" smtClean="0">
                <a:latin typeface="微软雅黑" pitchFamily="34" charset="-122"/>
                <a:ea typeface="微软雅黑" pitchFamily="34" charset="-122"/>
              </a:rPr>
              <a:t>(1)</a:t>
            </a:r>
            <a:endParaRPr lang="zh-CN" altLang="en-US" sz="2800" b="0" smtClean="0">
              <a:latin typeface="微软雅黑" pitchFamily="34" charset="-122"/>
              <a:ea typeface="微软雅黑" pitchFamily="34" charset="-122"/>
            </a:endParaRP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8CE09DCE-84BF-4B08-BA9C-6BEC6AB83344}" type="slidenum">
              <a:rPr lang="zh-CN" altLang="en-US" sz="1600">
                <a:solidFill>
                  <a:srgbClr val="000066"/>
                </a:solidFill>
                <a:latin typeface="微软雅黑" pitchFamily="34" charset="-122"/>
                <a:ea typeface="微软雅黑" pitchFamily="34" charset="-122"/>
              </a:rPr>
              <a:pPr/>
              <a:t>29</a:t>
            </a:fld>
            <a:endParaRPr lang="en-US" altLang="zh-CN" sz="1600">
              <a:solidFill>
                <a:srgbClr val="000066"/>
              </a:solidFill>
              <a:latin typeface="微软雅黑" pitchFamily="34" charset="-122"/>
              <a:ea typeface="微软雅黑" pitchFamily="34" charset="-122"/>
            </a:endParaRPr>
          </a:p>
        </p:txBody>
      </p:sp>
      <p:sp>
        <p:nvSpPr>
          <p:cNvPr id="9" name="Rectangle 3"/>
          <p:cNvSpPr txBox="1">
            <a:spLocks noChangeArrowheads="1"/>
          </p:cNvSpPr>
          <p:nvPr/>
        </p:nvSpPr>
        <p:spPr bwMode="auto">
          <a:xfrm>
            <a:off x="179388" y="1268413"/>
            <a:ext cx="8424862" cy="4903787"/>
          </a:xfrm>
          <a:prstGeom prst="rect">
            <a:avLst/>
          </a:prstGeom>
          <a:noFill/>
          <a:ln w="9525">
            <a:noFill/>
            <a:miter lim="800000"/>
            <a:headEnd/>
            <a:tailEnd/>
          </a:ln>
          <a:effectLst/>
        </p:spPr>
        <p:txBody>
          <a:bodyPr/>
          <a:lstStyle>
            <a:lvl1pPr marL="457200" indent="-457200" algn="l" rtl="0" eaLnBrk="0" fontAlgn="base" hangingPunct="0">
              <a:lnSpc>
                <a:spcPct val="120000"/>
              </a:lnSpc>
              <a:spcBef>
                <a:spcPct val="20000"/>
              </a:spcBef>
              <a:spcAft>
                <a:spcPct val="0"/>
              </a:spcAft>
              <a:buClr>
                <a:schemeClr val="accent2"/>
              </a:buClr>
              <a:buFont typeface="Wingdings" pitchFamily="2" charset="2"/>
              <a:buChar char="p"/>
              <a:defRPr kumimoji="1" sz="3200" b="1">
                <a:solidFill>
                  <a:schemeClr val="tx1"/>
                </a:solidFill>
                <a:latin typeface="+mn-lt"/>
                <a:ea typeface="+mn-ea"/>
                <a:cs typeface="+mn-cs"/>
              </a:defRPr>
            </a:lvl1pPr>
            <a:lvl2pPr marL="990600" indent="-354013" algn="l" rtl="0" eaLnBrk="0" fontAlgn="base" hangingPunct="0">
              <a:lnSpc>
                <a:spcPct val="120000"/>
              </a:lnSpc>
              <a:spcBef>
                <a:spcPct val="20000"/>
              </a:spcBef>
              <a:spcAft>
                <a:spcPct val="0"/>
              </a:spcAft>
              <a:buClr>
                <a:schemeClr val="folHlink"/>
              </a:buClr>
              <a:buFont typeface="Wingdings" pitchFamily="2" charset="2"/>
              <a:buBlip>
                <a:blip r:embed="rId3"/>
              </a:buBlip>
              <a:defRPr kumimoji="1" sz="2800" b="1">
                <a:solidFill>
                  <a:schemeClr val="tx1"/>
                </a:solidFill>
                <a:latin typeface="楷体_GB2312" pitchFamily="49" charset="-122"/>
                <a:ea typeface="楷体_GB2312" pitchFamily="49" charset="-122"/>
              </a:defRPr>
            </a:lvl2pPr>
            <a:lvl3pPr marL="1619250" indent="-354013" algn="l" rtl="0" eaLnBrk="0" fontAlgn="base" hangingPunct="0">
              <a:lnSpc>
                <a:spcPct val="120000"/>
              </a:lnSpc>
              <a:spcBef>
                <a:spcPct val="20000"/>
              </a:spcBef>
              <a:spcAft>
                <a:spcPct val="0"/>
              </a:spcAft>
              <a:buClr>
                <a:schemeClr val="accent2"/>
              </a:buClr>
              <a:buBlip>
                <a:blip r:embed="rId4"/>
              </a:buBlip>
              <a:defRPr kumimoji="1" sz="2400" b="1">
                <a:solidFill>
                  <a:schemeClr val="tx1"/>
                </a:solidFill>
                <a:latin typeface="+mn-lt"/>
                <a:ea typeface="+mn-ea"/>
              </a:defRPr>
            </a:lvl3pPr>
            <a:lvl4pPr marL="2152650" indent="-315913" algn="l" rtl="0" eaLnBrk="0" fontAlgn="base" hangingPunct="0">
              <a:lnSpc>
                <a:spcPct val="120000"/>
              </a:lnSpc>
              <a:spcBef>
                <a:spcPct val="20000"/>
              </a:spcBef>
              <a:spcAft>
                <a:spcPct val="0"/>
              </a:spcAft>
              <a:buClr>
                <a:schemeClr val="accent2"/>
              </a:buClr>
              <a:buBlip>
                <a:blip r:embed="rId5"/>
              </a:buBlip>
              <a:defRPr kumimoji="1" sz="2000" b="1">
                <a:solidFill>
                  <a:schemeClr val="tx1"/>
                </a:solidFill>
                <a:latin typeface="+mn-lt"/>
                <a:ea typeface="+mn-ea"/>
              </a:defRPr>
            </a:lvl4pPr>
            <a:lvl5pPr marL="2609850" indent="-269875" algn="l" rtl="0" eaLnBrk="0" fontAlgn="base" hangingPunct="0">
              <a:lnSpc>
                <a:spcPct val="120000"/>
              </a:lnSpc>
              <a:spcBef>
                <a:spcPct val="20000"/>
              </a:spcBef>
              <a:spcAft>
                <a:spcPct val="0"/>
              </a:spcAft>
              <a:buClr>
                <a:schemeClr val="accent2"/>
              </a:buClr>
              <a:buBlip>
                <a:blip r:embed="rId6"/>
              </a:buBlip>
              <a:defRPr kumimoji="1" b="1">
                <a:solidFill>
                  <a:schemeClr val="tx1"/>
                </a:solidFill>
                <a:latin typeface="+mn-lt"/>
                <a:ea typeface="+mn-ea"/>
              </a:defRPr>
            </a:lvl5pPr>
            <a:lvl6pPr marL="3067050" indent="-269875" algn="l" rtl="0" eaLnBrk="0" fontAlgn="base" hangingPunct="0">
              <a:lnSpc>
                <a:spcPct val="120000"/>
              </a:lnSpc>
              <a:spcBef>
                <a:spcPct val="20000"/>
              </a:spcBef>
              <a:spcAft>
                <a:spcPct val="0"/>
              </a:spcAft>
              <a:buClr>
                <a:schemeClr val="accent2"/>
              </a:buClr>
              <a:buBlip>
                <a:blip r:embed="rId6"/>
              </a:buBlip>
              <a:defRPr kumimoji="1" b="1">
                <a:solidFill>
                  <a:schemeClr val="tx1"/>
                </a:solidFill>
                <a:latin typeface="+mn-lt"/>
                <a:ea typeface="+mn-ea"/>
              </a:defRPr>
            </a:lvl6pPr>
            <a:lvl7pPr marL="3524250" indent="-269875" algn="l" rtl="0" eaLnBrk="0" fontAlgn="base" hangingPunct="0">
              <a:lnSpc>
                <a:spcPct val="120000"/>
              </a:lnSpc>
              <a:spcBef>
                <a:spcPct val="20000"/>
              </a:spcBef>
              <a:spcAft>
                <a:spcPct val="0"/>
              </a:spcAft>
              <a:buClr>
                <a:schemeClr val="accent2"/>
              </a:buClr>
              <a:buBlip>
                <a:blip r:embed="rId6"/>
              </a:buBlip>
              <a:defRPr kumimoji="1" b="1">
                <a:solidFill>
                  <a:schemeClr val="tx1"/>
                </a:solidFill>
                <a:latin typeface="+mn-lt"/>
                <a:ea typeface="+mn-ea"/>
              </a:defRPr>
            </a:lvl7pPr>
            <a:lvl8pPr marL="3981450" indent="-269875" algn="l" rtl="0" eaLnBrk="0" fontAlgn="base" hangingPunct="0">
              <a:lnSpc>
                <a:spcPct val="120000"/>
              </a:lnSpc>
              <a:spcBef>
                <a:spcPct val="20000"/>
              </a:spcBef>
              <a:spcAft>
                <a:spcPct val="0"/>
              </a:spcAft>
              <a:buClr>
                <a:schemeClr val="accent2"/>
              </a:buClr>
              <a:buBlip>
                <a:blip r:embed="rId6"/>
              </a:buBlip>
              <a:defRPr kumimoji="1" b="1">
                <a:solidFill>
                  <a:schemeClr val="tx1"/>
                </a:solidFill>
                <a:latin typeface="+mn-lt"/>
                <a:ea typeface="+mn-ea"/>
              </a:defRPr>
            </a:lvl8pPr>
            <a:lvl9pPr marL="4438650" indent="-269875" algn="l" rtl="0" eaLnBrk="0" fontAlgn="base" hangingPunct="0">
              <a:lnSpc>
                <a:spcPct val="120000"/>
              </a:lnSpc>
              <a:spcBef>
                <a:spcPct val="20000"/>
              </a:spcBef>
              <a:spcAft>
                <a:spcPct val="0"/>
              </a:spcAft>
              <a:buClr>
                <a:schemeClr val="accent2"/>
              </a:buClr>
              <a:buBlip>
                <a:blip r:embed="rId6"/>
              </a:buBlip>
              <a:defRPr kumimoji="1" b="1">
                <a:solidFill>
                  <a:schemeClr val="tx1"/>
                </a:solidFill>
                <a:latin typeface="+mn-lt"/>
                <a:ea typeface="+mn-ea"/>
              </a:defRPr>
            </a:lvl9pPr>
          </a:lstStyle>
          <a:p>
            <a:pPr eaLnBrk="1">
              <a:lnSpc>
                <a:spcPct val="140000"/>
              </a:lnSpc>
              <a:buClr>
                <a:srgbClr val="3333CC"/>
              </a:buClr>
              <a:defRPr/>
            </a:pPr>
            <a:r>
              <a:rPr lang="zh-CN" altLang="en-US" dirty="0">
                <a:solidFill>
                  <a:srgbClr val="000000"/>
                </a:solidFill>
                <a:effectLst>
                  <a:outerShdw blurRad="38100" dist="38100" dir="2700000" algn="tl">
                    <a:srgbClr val="000000">
                      <a:alpha val="43137"/>
                    </a:srgbClr>
                  </a:outerShdw>
                </a:effectLst>
                <a:latin typeface="楷体" pitchFamily="49" charset="-122"/>
                <a:ea typeface="楷体" pitchFamily="49" charset="-122"/>
              </a:rPr>
              <a:t>若干组件依赖于某个组件的内部状态，即，当该组件的内部状态发生变化时，其他的依赖组件必须及时得到通知</a:t>
            </a:r>
            <a:endParaRPr lang="en-US" altLang="zh-CN" dirty="0">
              <a:solidFill>
                <a:srgbClr val="000000"/>
              </a:solidFill>
              <a:effectLst>
                <a:outerShdw blurRad="38100" dist="38100" dir="2700000" algn="tl">
                  <a:srgbClr val="000000">
                    <a:alpha val="43137"/>
                  </a:srgbClr>
                </a:outerShdw>
              </a:effectLst>
              <a:latin typeface="楷体" pitchFamily="49" charset="-122"/>
              <a:ea typeface="楷体" pitchFamily="49" charset="-122"/>
            </a:endParaRPr>
          </a:p>
          <a:p>
            <a:pPr lvl="1" eaLnBrk="1">
              <a:lnSpc>
                <a:spcPct val="140000"/>
              </a:lnSpc>
              <a:buClr>
                <a:srgbClr val="3333CC"/>
              </a:buClr>
              <a:defRPr/>
            </a:pPr>
            <a:r>
              <a:rPr lang="zh-CN" altLang="en-US" sz="26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因为低效</a:t>
            </a:r>
            <a:r>
              <a:rPr lang="zh-CN" altLang="en-US" sz="2600" dirty="0">
                <a:solidFill>
                  <a:srgbClr val="000000"/>
                </a:solidFill>
                <a:effectLst>
                  <a:outerShdw blurRad="38100" dist="38100" dir="2700000" algn="tl">
                    <a:srgbClr val="000000">
                      <a:alpha val="43137"/>
                    </a:srgbClr>
                  </a:outerShdw>
                </a:effectLst>
                <a:latin typeface="楷体" pitchFamily="49" charset="-122"/>
                <a:ea typeface="楷体" pitchFamily="49" charset="-122"/>
              </a:rPr>
              <a:t>，</a:t>
            </a:r>
            <a:r>
              <a:rPr lang="zh-CN" altLang="en-US" sz="26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不能让依赖组件 </a:t>
            </a:r>
            <a:r>
              <a:rPr lang="zh-CN" altLang="en-US" sz="260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轮询</a:t>
            </a:r>
            <a:r>
              <a:rPr lang="zh-CN" altLang="en-US" sz="26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 被依赖组件</a:t>
            </a:r>
            <a:endParaRPr lang="en-US" altLang="zh-CN" sz="26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endParaRPr>
          </a:p>
          <a:p>
            <a:pPr lvl="1" eaLnBrk="1">
              <a:lnSpc>
                <a:spcPct val="140000"/>
              </a:lnSpc>
              <a:buClr>
                <a:srgbClr val="3333CC"/>
              </a:buClr>
              <a:defRPr/>
            </a:pPr>
            <a:r>
              <a:rPr lang="zh-CN" altLang="en-US" sz="26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因为只有部分依赖</a:t>
            </a:r>
            <a:r>
              <a:rPr lang="zh-CN" altLang="en-US" sz="24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组件对特定类型的状态变化感兴趣</a:t>
            </a:r>
            <a:r>
              <a:rPr lang="zh-CN" altLang="en-US" sz="2600" dirty="0">
                <a:solidFill>
                  <a:srgbClr val="000000"/>
                </a:solidFill>
                <a:effectLst>
                  <a:outerShdw blurRad="38100" dist="38100" dir="2700000" algn="tl">
                    <a:srgbClr val="000000">
                      <a:alpha val="43137"/>
                    </a:srgbClr>
                  </a:outerShdw>
                </a:effectLst>
                <a:latin typeface="楷体" pitchFamily="49" charset="-122"/>
                <a:ea typeface="楷体" pitchFamily="49" charset="-122"/>
              </a:rPr>
              <a:t>，</a:t>
            </a:r>
            <a:r>
              <a:rPr lang="zh-CN" altLang="en-US" sz="26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不能让 被依赖组件 向 </a:t>
            </a:r>
            <a:r>
              <a:rPr lang="zh-CN" altLang="en-US" sz="260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所有</a:t>
            </a:r>
            <a:r>
              <a:rPr lang="zh-CN" altLang="en-US" sz="26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依赖组件 传递状态变化通告</a:t>
            </a:r>
            <a:endParaRPr lang="en-US" altLang="zh-CN" sz="26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endParaRPr>
          </a:p>
        </p:txBody>
      </p:sp>
    </p:spTree>
    <p:custDataLst>
      <p:tags r:id="rId1"/>
    </p:custDataLst>
    <p:extLst>
      <p:ext uri="{BB962C8B-B14F-4D97-AF65-F5344CB8AC3E}">
        <p14:creationId xmlns:p14="http://schemas.microsoft.com/office/powerpoint/2010/main" val="965288244"/>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r>
              <a:rPr lang="zh-CN" altLang="en-US" sz="2800" b="0" smtClean="0">
                <a:latin typeface="微软雅黑" pitchFamily="34" charset="-122"/>
                <a:ea typeface="微软雅黑" pitchFamily="34" charset="-122"/>
              </a:rPr>
              <a:t>发布</a:t>
            </a:r>
            <a:r>
              <a:rPr lang="en-US" altLang="zh-CN" sz="2800" b="0" smtClean="0">
                <a:latin typeface="微软雅黑" pitchFamily="34" charset="-122"/>
                <a:ea typeface="微软雅黑" pitchFamily="34" charset="-122"/>
              </a:rPr>
              <a:t>—</a:t>
            </a:r>
            <a:r>
              <a:rPr lang="zh-CN" altLang="en-US" sz="2800" b="0" smtClean="0">
                <a:latin typeface="微软雅黑" pitchFamily="34" charset="-122"/>
                <a:ea typeface="微软雅黑" pitchFamily="34" charset="-122"/>
              </a:rPr>
              <a:t>订阅模式的适用场景和问题</a:t>
            </a:r>
            <a:r>
              <a:rPr lang="en-US" altLang="zh-CN" sz="2800" b="0" smtClean="0">
                <a:latin typeface="微软雅黑" pitchFamily="34" charset="-122"/>
                <a:ea typeface="微软雅黑" pitchFamily="34" charset="-122"/>
              </a:rPr>
              <a:t>(2)</a:t>
            </a:r>
            <a:endParaRPr lang="zh-CN" altLang="en-US" sz="2800" b="0" smtClean="0">
              <a:latin typeface="微软雅黑" pitchFamily="34" charset="-122"/>
              <a:ea typeface="微软雅黑" pitchFamily="34" charset="-122"/>
            </a:endParaRP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9969B446-C1E4-4F4B-B67A-C9BE31772811}" type="slidenum">
              <a:rPr lang="zh-CN" altLang="en-US" sz="1600">
                <a:solidFill>
                  <a:srgbClr val="000066"/>
                </a:solidFill>
                <a:latin typeface="微软雅黑" pitchFamily="34" charset="-122"/>
                <a:ea typeface="微软雅黑" pitchFamily="34" charset="-122"/>
              </a:rPr>
              <a:pPr/>
              <a:t>30</a:t>
            </a:fld>
            <a:endParaRPr lang="en-US" altLang="zh-CN" sz="1600">
              <a:solidFill>
                <a:srgbClr val="000066"/>
              </a:solidFill>
              <a:latin typeface="微软雅黑" pitchFamily="34" charset="-122"/>
              <a:ea typeface="微软雅黑" pitchFamily="34" charset="-122"/>
            </a:endParaRPr>
          </a:p>
        </p:txBody>
      </p:sp>
      <p:sp>
        <p:nvSpPr>
          <p:cNvPr id="9" name="Rectangle 3"/>
          <p:cNvSpPr txBox="1">
            <a:spLocks noChangeArrowheads="1"/>
          </p:cNvSpPr>
          <p:nvPr/>
        </p:nvSpPr>
        <p:spPr bwMode="auto">
          <a:xfrm>
            <a:off x="179388" y="1268413"/>
            <a:ext cx="8424862" cy="4903787"/>
          </a:xfrm>
          <a:prstGeom prst="rect">
            <a:avLst/>
          </a:prstGeom>
          <a:noFill/>
          <a:ln w="9525">
            <a:noFill/>
            <a:miter lim="800000"/>
            <a:headEnd/>
            <a:tailEnd/>
          </a:ln>
          <a:effectLst/>
        </p:spPr>
        <p:txBody>
          <a:bodyPr/>
          <a:lstStyle>
            <a:lvl1pPr marL="457200" indent="-457200" algn="l" rtl="0" eaLnBrk="0" fontAlgn="base" hangingPunct="0">
              <a:lnSpc>
                <a:spcPct val="120000"/>
              </a:lnSpc>
              <a:spcBef>
                <a:spcPct val="20000"/>
              </a:spcBef>
              <a:spcAft>
                <a:spcPct val="0"/>
              </a:spcAft>
              <a:buClr>
                <a:schemeClr val="accent2"/>
              </a:buClr>
              <a:buFont typeface="Wingdings" pitchFamily="2" charset="2"/>
              <a:buChar char="p"/>
              <a:defRPr kumimoji="1" sz="3200" b="1">
                <a:solidFill>
                  <a:schemeClr val="tx1"/>
                </a:solidFill>
                <a:latin typeface="+mn-lt"/>
                <a:ea typeface="+mn-ea"/>
                <a:cs typeface="+mn-cs"/>
              </a:defRPr>
            </a:lvl1pPr>
            <a:lvl2pPr marL="990600" indent="-354013" algn="l" rtl="0" eaLnBrk="0" fontAlgn="base" hangingPunct="0">
              <a:lnSpc>
                <a:spcPct val="120000"/>
              </a:lnSpc>
              <a:spcBef>
                <a:spcPct val="20000"/>
              </a:spcBef>
              <a:spcAft>
                <a:spcPct val="0"/>
              </a:spcAft>
              <a:buClr>
                <a:schemeClr val="folHlink"/>
              </a:buClr>
              <a:buFont typeface="Wingdings" pitchFamily="2" charset="2"/>
              <a:buBlip>
                <a:blip r:embed="rId3"/>
              </a:buBlip>
              <a:defRPr kumimoji="1" sz="2800" b="1">
                <a:solidFill>
                  <a:schemeClr val="tx1"/>
                </a:solidFill>
                <a:latin typeface="楷体_GB2312" pitchFamily="49" charset="-122"/>
                <a:ea typeface="楷体_GB2312" pitchFamily="49" charset="-122"/>
              </a:defRPr>
            </a:lvl2pPr>
            <a:lvl3pPr marL="1619250" indent="-354013" algn="l" rtl="0" eaLnBrk="0" fontAlgn="base" hangingPunct="0">
              <a:lnSpc>
                <a:spcPct val="120000"/>
              </a:lnSpc>
              <a:spcBef>
                <a:spcPct val="20000"/>
              </a:spcBef>
              <a:spcAft>
                <a:spcPct val="0"/>
              </a:spcAft>
              <a:buClr>
                <a:schemeClr val="accent2"/>
              </a:buClr>
              <a:buBlip>
                <a:blip r:embed="rId4"/>
              </a:buBlip>
              <a:defRPr kumimoji="1" sz="2400" b="1">
                <a:solidFill>
                  <a:schemeClr val="tx1"/>
                </a:solidFill>
                <a:latin typeface="+mn-lt"/>
                <a:ea typeface="+mn-ea"/>
              </a:defRPr>
            </a:lvl3pPr>
            <a:lvl4pPr marL="2152650" indent="-315913" algn="l" rtl="0" eaLnBrk="0" fontAlgn="base" hangingPunct="0">
              <a:lnSpc>
                <a:spcPct val="120000"/>
              </a:lnSpc>
              <a:spcBef>
                <a:spcPct val="20000"/>
              </a:spcBef>
              <a:spcAft>
                <a:spcPct val="0"/>
              </a:spcAft>
              <a:buClr>
                <a:schemeClr val="accent2"/>
              </a:buClr>
              <a:buBlip>
                <a:blip r:embed="rId5"/>
              </a:buBlip>
              <a:defRPr kumimoji="1" sz="2000" b="1">
                <a:solidFill>
                  <a:schemeClr val="tx1"/>
                </a:solidFill>
                <a:latin typeface="+mn-lt"/>
                <a:ea typeface="+mn-ea"/>
              </a:defRPr>
            </a:lvl4pPr>
            <a:lvl5pPr marL="2609850" indent="-269875" algn="l" rtl="0" eaLnBrk="0" fontAlgn="base" hangingPunct="0">
              <a:lnSpc>
                <a:spcPct val="120000"/>
              </a:lnSpc>
              <a:spcBef>
                <a:spcPct val="20000"/>
              </a:spcBef>
              <a:spcAft>
                <a:spcPct val="0"/>
              </a:spcAft>
              <a:buClr>
                <a:schemeClr val="accent2"/>
              </a:buClr>
              <a:buBlip>
                <a:blip r:embed="rId6"/>
              </a:buBlip>
              <a:defRPr kumimoji="1" b="1">
                <a:solidFill>
                  <a:schemeClr val="tx1"/>
                </a:solidFill>
                <a:latin typeface="+mn-lt"/>
                <a:ea typeface="+mn-ea"/>
              </a:defRPr>
            </a:lvl5pPr>
            <a:lvl6pPr marL="3067050" indent="-269875" algn="l" rtl="0" eaLnBrk="0" fontAlgn="base" hangingPunct="0">
              <a:lnSpc>
                <a:spcPct val="120000"/>
              </a:lnSpc>
              <a:spcBef>
                <a:spcPct val="20000"/>
              </a:spcBef>
              <a:spcAft>
                <a:spcPct val="0"/>
              </a:spcAft>
              <a:buClr>
                <a:schemeClr val="accent2"/>
              </a:buClr>
              <a:buBlip>
                <a:blip r:embed="rId6"/>
              </a:buBlip>
              <a:defRPr kumimoji="1" b="1">
                <a:solidFill>
                  <a:schemeClr val="tx1"/>
                </a:solidFill>
                <a:latin typeface="+mn-lt"/>
                <a:ea typeface="+mn-ea"/>
              </a:defRPr>
            </a:lvl6pPr>
            <a:lvl7pPr marL="3524250" indent="-269875" algn="l" rtl="0" eaLnBrk="0" fontAlgn="base" hangingPunct="0">
              <a:lnSpc>
                <a:spcPct val="120000"/>
              </a:lnSpc>
              <a:spcBef>
                <a:spcPct val="20000"/>
              </a:spcBef>
              <a:spcAft>
                <a:spcPct val="0"/>
              </a:spcAft>
              <a:buClr>
                <a:schemeClr val="accent2"/>
              </a:buClr>
              <a:buBlip>
                <a:blip r:embed="rId6"/>
              </a:buBlip>
              <a:defRPr kumimoji="1" b="1">
                <a:solidFill>
                  <a:schemeClr val="tx1"/>
                </a:solidFill>
                <a:latin typeface="+mn-lt"/>
                <a:ea typeface="+mn-ea"/>
              </a:defRPr>
            </a:lvl7pPr>
            <a:lvl8pPr marL="3981450" indent="-269875" algn="l" rtl="0" eaLnBrk="0" fontAlgn="base" hangingPunct="0">
              <a:lnSpc>
                <a:spcPct val="120000"/>
              </a:lnSpc>
              <a:spcBef>
                <a:spcPct val="20000"/>
              </a:spcBef>
              <a:spcAft>
                <a:spcPct val="0"/>
              </a:spcAft>
              <a:buClr>
                <a:schemeClr val="accent2"/>
              </a:buClr>
              <a:buBlip>
                <a:blip r:embed="rId6"/>
              </a:buBlip>
              <a:defRPr kumimoji="1" b="1">
                <a:solidFill>
                  <a:schemeClr val="tx1"/>
                </a:solidFill>
                <a:latin typeface="+mn-lt"/>
                <a:ea typeface="+mn-ea"/>
              </a:defRPr>
            </a:lvl8pPr>
            <a:lvl9pPr marL="4438650" indent="-269875" algn="l" rtl="0" eaLnBrk="0" fontAlgn="base" hangingPunct="0">
              <a:lnSpc>
                <a:spcPct val="120000"/>
              </a:lnSpc>
              <a:spcBef>
                <a:spcPct val="20000"/>
              </a:spcBef>
              <a:spcAft>
                <a:spcPct val="0"/>
              </a:spcAft>
              <a:buClr>
                <a:schemeClr val="accent2"/>
              </a:buClr>
              <a:buBlip>
                <a:blip r:embed="rId6"/>
              </a:buBlip>
              <a:defRPr kumimoji="1" b="1">
                <a:solidFill>
                  <a:schemeClr val="tx1"/>
                </a:solidFill>
                <a:latin typeface="+mn-lt"/>
                <a:ea typeface="+mn-ea"/>
              </a:defRPr>
            </a:lvl9pPr>
          </a:lstStyle>
          <a:p>
            <a:pPr eaLnBrk="1">
              <a:lnSpc>
                <a:spcPct val="140000"/>
              </a:lnSpc>
              <a:buClr>
                <a:srgbClr val="3333CC"/>
              </a:buClr>
              <a:defRPr/>
            </a:pPr>
            <a:r>
              <a:rPr lang="en-US" altLang="zh-CN" dirty="0">
                <a:solidFill>
                  <a:srgbClr val="000000"/>
                </a:solidFill>
                <a:latin typeface="楷体" pitchFamily="49" charset="-122"/>
                <a:ea typeface="楷体" pitchFamily="49" charset="-122"/>
              </a:rPr>
              <a:t>……</a:t>
            </a:r>
          </a:p>
          <a:p>
            <a:pPr lvl="1" eaLnBrk="1">
              <a:lnSpc>
                <a:spcPct val="140000"/>
              </a:lnSpc>
              <a:buClr>
                <a:srgbClr val="3333CC"/>
              </a:buClr>
              <a:defRPr/>
            </a:pPr>
            <a:r>
              <a:rPr lang="zh-CN" altLang="en-US" sz="26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依赖</a:t>
            </a:r>
            <a:r>
              <a:rPr lang="zh-CN" altLang="en-US" sz="24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组件的数目和类别不能事先确定</a:t>
            </a:r>
            <a:r>
              <a:rPr lang="zh-CN" altLang="en-US" sz="2600" dirty="0">
                <a:solidFill>
                  <a:srgbClr val="000000"/>
                </a:solidFill>
                <a:effectLst>
                  <a:outerShdw blurRad="38100" dist="38100" dir="2700000" algn="tl">
                    <a:srgbClr val="000000">
                      <a:alpha val="43137"/>
                    </a:srgbClr>
                  </a:outerShdw>
                </a:effectLst>
                <a:latin typeface="楷体" pitchFamily="49" charset="-122"/>
                <a:ea typeface="楷体" pitchFamily="49" charset="-122"/>
              </a:rPr>
              <a:t>，</a:t>
            </a:r>
            <a:r>
              <a:rPr lang="zh-CN" altLang="en-US" sz="26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甚至它们可动态变化</a:t>
            </a:r>
            <a:endParaRPr lang="en-US" altLang="zh-CN" sz="26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endParaRPr>
          </a:p>
          <a:p>
            <a:pPr lvl="2" eaLnBrk="1">
              <a:lnSpc>
                <a:spcPct val="140000"/>
              </a:lnSpc>
              <a:buClr>
                <a:srgbClr val="3333CC"/>
              </a:buClr>
              <a:defRPr/>
            </a:pPr>
            <a:r>
              <a:rPr lang="zh-CN" altLang="en-US" sz="2800" dirty="0">
                <a:solidFill>
                  <a:srgbClr val="000000"/>
                </a:solidFill>
                <a:effectLst>
                  <a:outerShdw blurRad="38100" dist="38100" dir="2700000" algn="tl">
                    <a:srgbClr val="000000">
                      <a:alpha val="43137"/>
                    </a:srgbClr>
                  </a:outerShdw>
                </a:effectLst>
                <a:latin typeface="楷体" pitchFamily="49" charset="-122"/>
                <a:ea typeface="楷体" pitchFamily="49" charset="-122"/>
              </a:rPr>
              <a:t>必须设法降低 依赖组件 与 被依赖组件 之间的耦合度</a:t>
            </a:r>
            <a:endParaRPr lang="en-US" altLang="zh-CN" sz="2800" dirty="0">
              <a:solidFill>
                <a:srgbClr val="000000"/>
              </a:solidFill>
              <a:effectLst>
                <a:outerShdw blurRad="38100" dist="38100" dir="2700000" algn="tl">
                  <a:srgbClr val="000000">
                    <a:alpha val="43137"/>
                  </a:srgbClr>
                </a:outerShdw>
              </a:effectLst>
              <a:latin typeface="楷体" pitchFamily="49" charset="-122"/>
              <a:ea typeface="楷体" pitchFamily="49" charset="-122"/>
            </a:endParaRPr>
          </a:p>
        </p:txBody>
      </p:sp>
      <p:sp>
        <p:nvSpPr>
          <p:cNvPr id="5" name="圆角矩形标注 4"/>
          <p:cNvSpPr/>
          <p:nvPr/>
        </p:nvSpPr>
        <p:spPr bwMode="auto">
          <a:xfrm>
            <a:off x="420688" y="5300663"/>
            <a:ext cx="1919287" cy="649287"/>
          </a:xfrm>
          <a:prstGeom prst="wedgeRoundRectCallout">
            <a:avLst>
              <a:gd name="adj1" fmla="val 69456"/>
              <a:gd name="adj2" fmla="val -160511"/>
              <a:gd name="adj3" fmla="val 16667"/>
            </a:avLst>
          </a:prstGeom>
          <a:solidFill>
            <a:schemeClr val="bg1"/>
          </a:solidFill>
          <a:ln w="25400" cap="flat" cmpd="sng" algn="ctr">
            <a:solidFill>
              <a:schemeClr val="tx2"/>
            </a:solidFill>
            <a:prstDash val="solid"/>
            <a:round/>
            <a:headEnd type="none" w="med" len="med"/>
            <a:tailEnd type="none" w="med" len="med"/>
          </a:ln>
          <a:effectLst/>
        </p:spPr>
        <p:txBody>
          <a:bodyPr/>
          <a:lstStyle/>
          <a:p>
            <a:pPr>
              <a:spcBef>
                <a:spcPts val="200"/>
              </a:spcBef>
              <a:buClr>
                <a:schemeClr val="accent2"/>
              </a:buClr>
              <a:defRPr/>
            </a:pPr>
            <a:r>
              <a:rPr lang="zh-CN" altLang="en-US" sz="2600" b="1"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怎么办？</a:t>
            </a:r>
            <a:endParaRPr lang="en-US" altLang="zh-CN" sz="2600" b="1"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endParaRPr>
          </a:p>
        </p:txBody>
      </p:sp>
    </p:spTree>
    <p:custDataLst>
      <p:tags r:id="rId1"/>
    </p:custDataLst>
    <p:extLst>
      <p:ext uri="{BB962C8B-B14F-4D97-AF65-F5344CB8AC3E}">
        <p14:creationId xmlns:p14="http://schemas.microsoft.com/office/powerpoint/2010/main" val="3281073537"/>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0"/>
                                  </p:stCondLst>
                                  <p:childTnLst>
                                    <p:set>
                                      <p:cBhvr>
                                        <p:cTn id="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911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50" y="1341438"/>
            <a:ext cx="7561263" cy="5159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1139" name="Rectangle 2"/>
          <p:cNvSpPr>
            <a:spLocks noGrp="1" noChangeArrowheads="1"/>
          </p:cNvSpPr>
          <p:nvPr>
            <p:ph type="title"/>
          </p:nvPr>
        </p:nvSpPr>
        <p:spPr/>
        <p:txBody>
          <a:bodyPr/>
          <a:lstStyle/>
          <a:p>
            <a:r>
              <a:rPr lang="zh-CN" altLang="en-US" sz="2800" b="0" smtClean="0">
                <a:latin typeface="微软雅黑" pitchFamily="34" charset="-122"/>
                <a:ea typeface="微软雅黑" pitchFamily="34" charset="-122"/>
              </a:rPr>
              <a:t>发布</a:t>
            </a:r>
            <a:r>
              <a:rPr lang="en-US" altLang="zh-CN" sz="2800" b="0" smtClean="0">
                <a:latin typeface="微软雅黑" pitchFamily="34" charset="-122"/>
                <a:ea typeface="微软雅黑" pitchFamily="34" charset="-122"/>
              </a:rPr>
              <a:t>—</a:t>
            </a:r>
            <a:r>
              <a:rPr lang="zh-CN" altLang="en-US" sz="2800" b="0" smtClean="0">
                <a:latin typeface="微软雅黑" pitchFamily="34" charset="-122"/>
                <a:ea typeface="微软雅黑" pitchFamily="34" charset="-122"/>
              </a:rPr>
              <a:t>订阅模式示意图</a:t>
            </a: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2591D841-F6DA-441A-A880-67F6A89787B8}" type="slidenum">
              <a:rPr lang="zh-CN" altLang="en-US" sz="1600">
                <a:solidFill>
                  <a:srgbClr val="000066"/>
                </a:solidFill>
                <a:latin typeface="微软雅黑" pitchFamily="34" charset="-122"/>
                <a:ea typeface="微软雅黑" pitchFamily="34" charset="-122"/>
              </a:rPr>
              <a:pPr/>
              <a:t>31</a:t>
            </a:fld>
            <a:endParaRPr lang="en-US" altLang="zh-CN" sz="1600">
              <a:solidFill>
                <a:srgbClr val="000066"/>
              </a:solidFill>
              <a:latin typeface="微软雅黑" pitchFamily="34" charset="-122"/>
              <a:ea typeface="微软雅黑" pitchFamily="34" charset="-122"/>
            </a:endParaRPr>
          </a:p>
        </p:txBody>
      </p:sp>
    </p:spTree>
    <p:custDataLst>
      <p:tags r:id="rId1"/>
    </p:custDataLst>
    <p:extLst>
      <p:ext uri="{BB962C8B-B14F-4D97-AF65-F5344CB8AC3E}">
        <p14:creationId xmlns:p14="http://schemas.microsoft.com/office/powerpoint/2010/main" val="2141774834"/>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r>
              <a:rPr lang="zh-CN" altLang="en-US" sz="2800" b="0" smtClean="0">
                <a:latin typeface="微软雅黑" pitchFamily="34" charset="-122"/>
                <a:ea typeface="微软雅黑" pitchFamily="34" charset="-122"/>
              </a:rPr>
              <a:t>发布</a:t>
            </a:r>
            <a:r>
              <a:rPr lang="en-US" altLang="zh-CN" sz="2800" b="0" smtClean="0">
                <a:latin typeface="微软雅黑" pitchFamily="34" charset="-122"/>
                <a:ea typeface="微软雅黑" pitchFamily="34" charset="-122"/>
              </a:rPr>
              <a:t>—</a:t>
            </a:r>
            <a:r>
              <a:rPr lang="zh-CN" altLang="en-US" sz="2800" b="0" smtClean="0">
                <a:latin typeface="微软雅黑" pitchFamily="34" charset="-122"/>
                <a:ea typeface="微软雅黑" pitchFamily="34" charset="-122"/>
              </a:rPr>
              <a:t>订阅模式示意图的解释性说明</a:t>
            </a: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D8FE786E-E82F-41ED-B35C-3942778A8555}" type="slidenum">
              <a:rPr lang="zh-CN" altLang="en-US" sz="1600">
                <a:solidFill>
                  <a:srgbClr val="000066"/>
                </a:solidFill>
                <a:latin typeface="微软雅黑" pitchFamily="34" charset="-122"/>
                <a:ea typeface="微软雅黑" pitchFamily="34" charset="-122"/>
              </a:rPr>
              <a:pPr/>
              <a:t>32</a:t>
            </a:fld>
            <a:endParaRPr lang="en-US" altLang="zh-CN" sz="1600">
              <a:solidFill>
                <a:srgbClr val="000066"/>
              </a:solidFill>
              <a:latin typeface="微软雅黑" pitchFamily="34" charset="-122"/>
              <a:ea typeface="微软雅黑" pitchFamily="34" charset="-122"/>
            </a:endParaRPr>
          </a:p>
        </p:txBody>
      </p:sp>
      <p:sp>
        <p:nvSpPr>
          <p:cNvPr id="18" name="Rectangle 3"/>
          <p:cNvSpPr txBox="1">
            <a:spLocks noChangeArrowheads="1"/>
          </p:cNvSpPr>
          <p:nvPr/>
        </p:nvSpPr>
        <p:spPr bwMode="auto">
          <a:xfrm>
            <a:off x="179388" y="1268413"/>
            <a:ext cx="8496300" cy="4903787"/>
          </a:xfrm>
          <a:prstGeom prst="rect">
            <a:avLst/>
          </a:prstGeom>
          <a:noFill/>
          <a:ln w="9525">
            <a:noFill/>
            <a:miter lim="800000"/>
            <a:headEnd/>
            <a:tailEnd/>
          </a:ln>
          <a:effectLst/>
        </p:spPr>
        <p:txBody>
          <a:bodyPr/>
          <a:lstStyle>
            <a:lvl1pPr marL="457200" indent="-457200" algn="l" rtl="0" eaLnBrk="0" fontAlgn="base" hangingPunct="0">
              <a:lnSpc>
                <a:spcPct val="120000"/>
              </a:lnSpc>
              <a:spcBef>
                <a:spcPct val="20000"/>
              </a:spcBef>
              <a:spcAft>
                <a:spcPct val="0"/>
              </a:spcAft>
              <a:buClr>
                <a:schemeClr val="accent2"/>
              </a:buClr>
              <a:buFont typeface="Wingdings" pitchFamily="2" charset="2"/>
              <a:buChar char="p"/>
              <a:defRPr kumimoji="1" sz="3200" b="1">
                <a:solidFill>
                  <a:schemeClr val="tx1"/>
                </a:solidFill>
                <a:latin typeface="+mn-lt"/>
                <a:ea typeface="+mn-ea"/>
                <a:cs typeface="+mn-cs"/>
              </a:defRPr>
            </a:lvl1pPr>
            <a:lvl2pPr marL="990600" indent="-354013" algn="l" rtl="0" eaLnBrk="0" fontAlgn="base" hangingPunct="0">
              <a:lnSpc>
                <a:spcPct val="120000"/>
              </a:lnSpc>
              <a:spcBef>
                <a:spcPct val="20000"/>
              </a:spcBef>
              <a:spcAft>
                <a:spcPct val="0"/>
              </a:spcAft>
              <a:buClr>
                <a:schemeClr val="folHlink"/>
              </a:buClr>
              <a:buFont typeface="Wingdings" pitchFamily="2" charset="2"/>
              <a:buBlip>
                <a:blip r:embed="rId3"/>
              </a:buBlip>
              <a:defRPr kumimoji="1" sz="2800" b="1">
                <a:solidFill>
                  <a:schemeClr val="tx1"/>
                </a:solidFill>
                <a:latin typeface="楷体_GB2312" pitchFamily="49" charset="-122"/>
                <a:ea typeface="楷体_GB2312" pitchFamily="49" charset="-122"/>
              </a:defRPr>
            </a:lvl2pPr>
            <a:lvl3pPr marL="1619250" indent="-354013" algn="l" rtl="0" eaLnBrk="0" fontAlgn="base" hangingPunct="0">
              <a:lnSpc>
                <a:spcPct val="120000"/>
              </a:lnSpc>
              <a:spcBef>
                <a:spcPct val="20000"/>
              </a:spcBef>
              <a:spcAft>
                <a:spcPct val="0"/>
              </a:spcAft>
              <a:buClr>
                <a:schemeClr val="accent2"/>
              </a:buClr>
              <a:buBlip>
                <a:blip r:embed="rId4"/>
              </a:buBlip>
              <a:defRPr kumimoji="1" sz="2400" b="1">
                <a:solidFill>
                  <a:schemeClr val="tx1"/>
                </a:solidFill>
                <a:latin typeface="+mn-lt"/>
                <a:ea typeface="+mn-ea"/>
              </a:defRPr>
            </a:lvl3pPr>
            <a:lvl4pPr marL="2152650" indent="-315913" algn="l" rtl="0" eaLnBrk="0" fontAlgn="base" hangingPunct="0">
              <a:lnSpc>
                <a:spcPct val="120000"/>
              </a:lnSpc>
              <a:spcBef>
                <a:spcPct val="20000"/>
              </a:spcBef>
              <a:spcAft>
                <a:spcPct val="0"/>
              </a:spcAft>
              <a:buClr>
                <a:schemeClr val="accent2"/>
              </a:buClr>
              <a:buBlip>
                <a:blip r:embed="rId5"/>
              </a:buBlip>
              <a:defRPr kumimoji="1" sz="2000" b="1">
                <a:solidFill>
                  <a:schemeClr val="tx1"/>
                </a:solidFill>
                <a:latin typeface="+mn-lt"/>
                <a:ea typeface="+mn-ea"/>
              </a:defRPr>
            </a:lvl4pPr>
            <a:lvl5pPr marL="2609850" indent="-269875" algn="l" rtl="0" eaLnBrk="0" fontAlgn="base" hangingPunct="0">
              <a:lnSpc>
                <a:spcPct val="120000"/>
              </a:lnSpc>
              <a:spcBef>
                <a:spcPct val="20000"/>
              </a:spcBef>
              <a:spcAft>
                <a:spcPct val="0"/>
              </a:spcAft>
              <a:buClr>
                <a:schemeClr val="accent2"/>
              </a:buClr>
              <a:buBlip>
                <a:blip r:embed="rId6"/>
              </a:buBlip>
              <a:defRPr kumimoji="1" b="1">
                <a:solidFill>
                  <a:schemeClr val="tx1"/>
                </a:solidFill>
                <a:latin typeface="+mn-lt"/>
                <a:ea typeface="+mn-ea"/>
              </a:defRPr>
            </a:lvl5pPr>
            <a:lvl6pPr marL="3067050" indent="-269875" algn="l" rtl="0" eaLnBrk="0" fontAlgn="base" hangingPunct="0">
              <a:lnSpc>
                <a:spcPct val="120000"/>
              </a:lnSpc>
              <a:spcBef>
                <a:spcPct val="20000"/>
              </a:spcBef>
              <a:spcAft>
                <a:spcPct val="0"/>
              </a:spcAft>
              <a:buClr>
                <a:schemeClr val="accent2"/>
              </a:buClr>
              <a:buBlip>
                <a:blip r:embed="rId6"/>
              </a:buBlip>
              <a:defRPr kumimoji="1" b="1">
                <a:solidFill>
                  <a:schemeClr val="tx1"/>
                </a:solidFill>
                <a:latin typeface="+mn-lt"/>
                <a:ea typeface="+mn-ea"/>
              </a:defRPr>
            </a:lvl6pPr>
            <a:lvl7pPr marL="3524250" indent="-269875" algn="l" rtl="0" eaLnBrk="0" fontAlgn="base" hangingPunct="0">
              <a:lnSpc>
                <a:spcPct val="120000"/>
              </a:lnSpc>
              <a:spcBef>
                <a:spcPct val="20000"/>
              </a:spcBef>
              <a:spcAft>
                <a:spcPct val="0"/>
              </a:spcAft>
              <a:buClr>
                <a:schemeClr val="accent2"/>
              </a:buClr>
              <a:buBlip>
                <a:blip r:embed="rId6"/>
              </a:buBlip>
              <a:defRPr kumimoji="1" b="1">
                <a:solidFill>
                  <a:schemeClr val="tx1"/>
                </a:solidFill>
                <a:latin typeface="+mn-lt"/>
                <a:ea typeface="+mn-ea"/>
              </a:defRPr>
            </a:lvl7pPr>
            <a:lvl8pPr marL="3981450" indent="-269875" algn="l" rtl="0" eaLnBrk="0" fontAlgn="base" hangingPunct="0">
              <a:lnSpc>
                <a:spcPct val="120000"/>
              </a:lnSpc>
              <a:spcBef>
                <a:spcPct val="20000"/>
              </a:spcBef>
              <a:spcAft>
                <a:spcPct val="0"/>
              </a:spcAft>
              <a:buClr>
                <a:schemeClr val="accent2"/>
              </a:buClr>
              <a:buBlip>
                <a:blip r:embed="rId6"/>
              </a:buBlip>
              <a:defRPr kumimoji="1" b="1">
                <a:solidFill>
                  <a:schemeClr val="tx1"/>
                </a:solidFill>
                <a:latin typeface="+mn-lt"/>
                <a:ea typeface="+mn-ea"/>
              </a:defRPr>
            </a:lvl8pPr>
            <a:lvl9pPr marL="4438650" indent="-269875" algn="l" rtl="0" eaLnBrk="0" fontAlgn="base" hangingPunct="0">
              <a:lnSpc>
                <a:spcPct val="120000"/>
              </a:lnSpc>
              <a:spcBef>
                <a:spcPct val="20000"/>
              </a:spcBef>
              <a:spcAft>
                <a:spcPct val="0"/>
              </a:spcAft>
              <a:buClr>
                <a:schemeClr val="accent2"/>
              </a:buClr>
              <a:buBlip>
                <a:blip r:embed="rId6"/>
              </a:buBlip>
              <a:defRPr kumimoji="1" b="1">
                <a:solidFill>
                  <a:schemeClr val="tx1"/>
                </a:solidFill>
                <a:latin typeface="+mn-lt"/>
                <a:ea typeface="+mn-ea"/>
              </a:defRPr>
            </a:lvl9pPr>
          </a:lstStyle>
          <a:p>
            <a:pPr>
              <a:lnSpc>
                <a:spcPct val="150000"/>
              </a:lnSpc>
              <a:buClr>
                <a:srgbClr val="3333CC"/>
              </a:buClr>
              <a:defRPr/>
            </a:pPr>
            <a:r>
              <a:rPr lang="zh-CN" altLang="en-US" dirty="0">
                <a:solidFill>
                  <a:srgbClr val="000000"/>
                </a:solidFill>
                <a:effectLst>
                  <a:outerShdw blurRad="38100" dist="38100" dir="2700000" algn="tl">
                    <a:srgbClr val="000000">
                      <a:alpha val="43137"/>
                    </a:srgbClr>
                  </a:outerShdw>
                </a:effectLst>
                <a:latin typeface="楷体" pitchFamily="49" charset="-122"/>
                <a:ea typeface="楷体" pitchFamily="49" charset="-122"/>
              </a:rPr>
              <a:t>发布者的职责：</a:t>
            </a:r>
            <a:endParaRPr lang="en-US" altLang="zh-CN" dirty="0">
              <a:solidFill>
                <a:srgbClr val="000000"/>
              </a:solidFill>
              <a:effectLst>
                <a:outerShdw blurRad="38100" dist="38100" dir="2700000" algn="tl">
                  <a:srgbClr val="000000">
                    <a:alpha val="43137"/>
                  </a:srgbClr>
                </a:outerShdw>
              </a:effectLst>
              <a:latin typeface="楷体" pitchFamily="49" charset="-122"/>
              <a:ea typeface="楷体" pitchFamily="49" charset="-122"/>
            </a:endParaRPr>
          </a:p>
          <a:p>
            <a:pPr lvl="1">
              <a:lnSpc>
                <a:spcPct val="150000"/>
              </a:lnSpc>
              <a:buClr>
                <a:srgbClr val="3333CC"/>
              </a:buClr>
              <a:defRPr/>
            </a:pPr>
            <a:r>
              <a:rPr lang="zh-CN" altLang="en-US"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接受订阅者的注册</a:t>
            </a:r>
            <a:r>
              <a:rPr lang="zh-CN" altLang="en-US" dirty="0">
                <a:solidFill>
                  <a:srgbClr val="000000"/>
                </a:solidFill>
                <a:effectLst>
                  <a:outerShdw blurRad="38100" dist="38100" dir="2700000" algn="tl">
                    <a:srgbClr val="000000">
                      <a:alpha val="43137"/>
                    </a:srgbClr>
                  </a:outerShdw>
                </a:effectLst>
                <a:latin typeface="楷体" pitchFamily="49" charset="-122"/>
                <a:ea typeface="楷体" pitchFamily="49" charset="-122"/>
              </a:rPr>
              <a:t> </a:t>
            </a:r>
            <a:r>
              <a:rPr lang="zh-CN" altLang="en-US"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及 撤销注册</a:t>
            </a:r>
            <a:endParaRPr lang="en-US" altLang="zh-CN"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endParaRPr>
          </a:p>
          <a:p>
            <a:pPr lvl="1">
              <a:lnSpc>
                <a:spcPct val="150000"/>
              </a:lnSpc>
              <a:buClr>
                <a:srgbClr val="3333CC"/>
              </a:buClr>
              <a:defRPr/>
            </a:pPr>
            <a:r>
              <a:rPr lang="zh-CN" altLang="en-US"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一旦状态有变化</a:t>
            </a:r>
            <a:r>
              <a:rPr lang="zh-CN" altLang="en-US" dirty="0">
                <a:solidFill>
                  <a:srgbClr val="000000"/>
                </a:solidFill>
                <a:effectLst>
                  <a:outerShdw blurRad="38100" dist="38100" dir="2700000" algn="tl">
                    <a:srgbClr val="000000">
                      <a:alpha val="43137"/>
                    </a:srgbClr>
                  </a:outerShdw>
                </a:effectLst>
                <a:latin typeface="楷体" pitchFamily="49" charset="-122"/>
                <a:ea typeface="楷体" pitchFamily="49" charset="-122"/>
              </a:rPr>
              <a:t>，</a:t>
            </a:r>
            <a:r>
              <a:rPr lang="zh-CN" altLang="en-US"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通知已注册的订阅者</a:t>
            </a:r>
            <a:endParaRPr lang="en-US" altLang="zh-CN"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endParaRPr>
          </a:p>
          <a:p>
            <a:pPr>
              <a:lnSpc>
                <a:spcPct val="150000"/>
              </a:lnSpc>
              <a:buClr>
                <a:srgbClr val="3333CC"/>
              </a:buClr>
              <a:defRPr/>
            </a:pPr>
            <a:r>
              <a:rPr lang="zh-CN" altLang="en-US" dirty="0">
                <a:solidFill>
                  <a:srgbClr val="000000"/>
                </a:solidFill>
                <a:effectLst>
                  <a:outerShdw blurRad="38100" dist="38100" dir="2700000" algn="tl">
                    <a:srgbClr val="000000">
                      <a:alpha val="43137"/>
                    </a:srgbClr>
                  </a:outerShdw>
                </a:effectLst>
                <a:latin typeface="楷体" pitchFamily="49" charset="-122"/>
                <a:ea typeface="楷体" pitchFamily="49" charset="-122"/>
              </a:rPr>
              <a:t>订阅者的职责：</a:t>
            </a:r>
            <a:endParaRPr lang="en-US" altLang="zh-CN" dirty="0">
              <a:solidFill>
                <a:srgbClr val="000000"/>
              </a:solidFill>
              <a:effectLst>
                <a:outerShdw blurRad="38100" dist="38100" dir="2700000" algn="tl">
                  <a:srgbClr val="000000">
                    <a:alpha val="43137"/>
                  </a:srgbClr>
                </a:outerShdw>
              </a:effectLst>
              <a:latin typeface="楷体" pitchFamily="49" charset="-122"/>
              <a:ea typeface="楷体" pitchFamily="49" charset="-122"/>
            </a:endParaRPr>
          </a:p>
          <a:p>
            <a:pPr lvl="1">
              <a:lnSpc>
                <a:spcPct val="150000"/>
              </a:lnSpc>
              <a:buClr>
                <a:srgbClr val="3333CC"/>
              </a:buClr>
              <a:defRPr/>
            </a:pPr>
            <a:r>
              <a:rPr lang="zh-CN" altLang="en-US"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向发布者注册 </a:t>
            </a:r>
            <a:r>
              <a:rPr lang="en-US" altLang="zh-CN"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a:t>
            </a:r>
            <a:r>
              <a:rPr lang="zh-CN" altLang="en-US" dirty="0">
                <a:solidFill>
                  <a:srgbClr val="000000"/>
                </a:solidFill>
                <a:effectLst>
                  <a:outerShdw blurRad="38100" dist="38100" dir="2700000" algn="tl">
                    <a:srgbClr val="000000">
                      <a:alpha val="43137"/>
                    </a:srgbClr>
                  </a:outerShdw>
                </a:effectLst>
                <a:latin typeface="楷体" pitchFamily="49" charset="-122"/>
                <a:ea typeface="楷体" pitchFamily="49" charset="-122"/>
              </a:rPr>
              <a:t>不再感兴趣时撤销注册</a:t>
            </a:r>
            <a:r>
              <a:rPr lang="en-US" altLang="zh-CN"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a:t>
            </a:r>
            <a:endParaRPr lang="en-US" altLang="zh-CN" sz="3200" dirty="0">
              <a:solidFill>
                <a:srgbClr val="000000"/>
              </a:solidFill>
              <a:effectLst>
                <a:outerShdw blurRad="38100" dist="38100" dir="2700000" algn="tl">
                  <a:srgbClr val="000000">
                    <a:alpha val="43137"/>
                  </a:srgbClr>
                </a:outerShdw>
              </a:effectLst>
              <a:latin typeface="楷体" pitchFamily="49" charset="-122"/>
              <a:ea typeface="楷体" pitchFamily="49" charset="-122"/>
            </a:endParaRPr>
          </a:p>
          <a:p>
            <a:pPr lvl="1">
              <a:lnSpc>
                <a:spcPct val="150000"/>
              </a:lnSpc>
              <a:buClr>
                <a:srgbClr val="3333CC"/>
              </a:buClr>
              <a:defRPr/>
            </a:pPr>
            <a:r>
              <a:rPr lang="zh-CN" altLang="en-US"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当状态变化事件到达时</a:t>
            </a:r>
            <a:r>
              <a:rPr lang="zh-CN" altLang="en-US" dirty="0">
                <a:solidFill>
                  <a:srgbClr val="000000"/>
                </a:solidFill>
                <a:effectLst>
                  <a:outerShdw blurRad="38100" dist="38100" dir="2700000" algn="tl">
                    <a:srgbClr val="000000">
                      <a:alpha val="43137"/>
                    </a:srgbClr>
                  </a:outerShdw>
                </a:effectLst>
                <a:latin typeface="楷体" pitchFamily="49" charset="-122"/>
                <a:ea typeface="楷体" pitchFamily="49" charset="-122"/>
              </a:rPr>
              <a:t>，</a:t>
            </a:r>
            <a:r>
              <a:rPr lang="zh-CN" altLang="en-US"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处理该事件</a:t>
            </a:r>
            <a:endParaRPr lang="en-US" altLang="zh-CN"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endParaRPr>
          </a:p>
        </p:txBody>
      </p:sp>
    </p:spTree>
    <p:custDataLst>
      <p:tags r:id="rId1"/>
    </p:custDataLst>
    <p:extLst>
      <p:ext uri="{BB962C8B-B14F-4D97-AF65-F5344CB8AC3E}">
        <p14:creationId xmlns:p14="http://schemas.microsoft.com/office/powerpoint/2010/main" val="347301129"/>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r>
              <a:rPr lang="zh-CN" altLang="en-US" sz="2800" b="0" smtClean="0">
                <a:latin typeface="微软雅黑" pitchFamily="34" charset="-122"/>
                <a:ea typeface="微软雅黑" pitchFamily="34" charset="-122"/>
              </a:rPr>
              <a:t>发布</a:t>
            </a:r>
            <a:r>
              <a:rPr lang="en-US" altLang="zh-CN" sz="2800" b="0" smtClean="0">
                <a:latin typeface="微软雅黑" pitchFamily="34" charset="-122"/>
                <a:ea typeface="微软雅黑" pitchFamily="34" charset="-122"/>
              </a:rPr>
              <a:t>—</a:t>
            </a:r>
            <a:r>
              <a:rPr lang="zh-CN" altLang="en-US" sz="2800" b="0" smtClean="0">
                <a:latin typeface="微软雅黑" pitchFamily="34" charset="-122"/>
                <a:ea typeface="微软雅黑" pitchFamily="34" charset="-122"/>
              </a:rPr>
              <a:t>订阅模式示例性实现</a:t>
            </a:r>
            <a:r>
              <a:rPr lang="en-US" altLang="zh-CN" sz="2800" b="0" smtClean="0">
                <a:latin typeface="微软雅黑" pitchFamily="34" charset="-122"/>
                <a:ea typeface="微软雅黑" pitchFamily="34" charset="-122"/>
              </a:rPr>
              <a:t>(1)</a:t>
            </a:r>
            <a:endParaRPr lang="zh-CN" altLang="en-US" sz="2800" b="0" smtClean="0">
              <a:latin typeface="微软雅黑" pitchFamily="34" charset="-122"/>
              <a:ea typeface="微软雅黑" pitchFamily="34" charset="-122"/>
            </a:endParaRP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77BC6FF2-1F72-4F30-8117-407F8A6762F3}" type="slidenum">
              <a:rPr lang="zh-CN" altLang="en-US" sz="1600">
                <a:solidFill>
                  <a:srgbClr val="000066"/>
                </a:solidFill>
                <a:latin typeface="微软雅黑" pitchFamily="34" charset="-122"/>
                <a:ea typeface="微软雅黑" pitchFamily="34" charset="-122"/>
              </a:rPr>
              <a:pPr/>
              <a:t>33</a:t>
            </a:fld>
            <a:endParaRPr lang="en-US" altLang="zh-CN" sz="1600">
              <a:solidFill>
                <a:srgbClr val="000066"/>
              </a:solidFill>
              <a:latin typeface="微软雅黑" pitchFamily="34" charset="-122"/>
              <a:ea typeface="微软雅黑" pitchFamily="34" charset="-122"/>
            </a:endParaRPr>
          </a:p>
        </p:txBody>
      </p:sp>
      <p:sp>
        <p:nvSpPr>
          <p:cNvPr id="93188" name="Rectangle 3"/>
          <p:cNvSpPr txBox="1">
            <a:spLocks noChangeArrowheads="1"/>
          </p:cNvSpPr>
          <p:nvPr/>
        </p:nvSpPr>
        <p:spPr bwMode="auto">
          <a:xfrm>
            <a:off x="179388" y="1268413"/>
            <a:ext cx="8964612" cy="490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a:defRPr kumimoji="1" sz="2800" b="1">
                <a:solidFill>
                  <a:schemeClr val="tx1"/>
                </a:solidFill>
                <a:latin typeface="楷体_GB2312"/>
                <a:ea typeface="楷体_GB2312"/>
                <a:cs typeface="楷体_GB2312"/>
              </a:defRPr>
            </a:lvl2pPr>
            <a:lvl3pPr>
              <a:defRPr kumimoji="1" sz="2400" b="1">
                <a:solidFill>
                  <a:schemeClr val="tx1"/>
                </a:solidFill>
                <a:latin typeface="幼圆" pitchFamily="49" charset="-122"/>
                <a:ea typeface="幼圆" pitchFamily="49" charset="-122"/>
                <a:cs typeface="楷体_GB2312"/>
              </a:defRPr>
            </a:lvl3pPr>
            <a:lvl4pPr>
              <a:defRPr kumimoji="1" sz="2000" b="1">
                <a:solidFill>
                  <a:schemeClr val="tx1"/>
                </a:solidFill>
                <a:latin typeface="幼圆" pitchFamily="49" charset="-122"/>
                <a:ea typeface="幼圆" pitchFamily="49" charset="-122"/>
                <a:cs typeface="楷体_GB2312"/>
              </a:defRPr>
            </a:lvl4pPr>
            <a:lvl5pPr>
              <a:defRPr kumimoji="1" b="1">
                <a:solidFill>
                  <a:schemeClr val="tx1"/>
                </a:solidFill>
                <a:latin typeface="幼圆" pitchFamily="49" charset="-122"/>
                <a:ea typeface="幼圆" pitchFamily="49" charset="-122"/>
                <a:cs typeface="楷体_GB2312"/>
              </a:defRPr>
            </a:lvl5pPr>
            <a:lvl6pPr>
              <a:defRPr kumimoji="1" b="1">
                <a:solidFill>
                  <a:schemeClr val="tx1"/>
                </a:solidFill>
                <a:latin typeface="幼圆" pitchFamily="49" charset="-122"/>
                <a:ea typeface="幼圆" pitchFamily="49" charset="-122"/>
                <a:cs typeface="楷体_GB2312"/>
              </a:defRPr>
            </a:lvl6pPr>
            <a:lvl7pPr>
              <a:defRPr kumimoji="1" b="1">
                <a:solidFill>
                  <a:schemeClr val="tx1"/>
                </a:solidFill>
                <a:latin typeface="幼圆" pitchFamily="49" charset="-122"/>
                <a:ea typeface="幼圆" pitchFamily="49" charset="-122"/>
                <a:cs typeface="楷体_GB2312"/>
              </a:defRPr>
            </a:lvl7pPr>
            <a:lvl8pPr>
              <a:defRPr kumimoji="1" b="1">
                <a:solidFill>
                  <a:schemeClr val="tx1"/>
                </a:solidFill>
                <a:latin typeface="幼圆" pitchFamily="49" charset="-122"/>
                <a:ea typeface="幼圆" pitchFamily="49" charset="-122"/>
                <a:cs typeface="楷体_GB2312"/>
              </a:defRPr>
            </a:lvl8pPr>
            <a:lvl9pPr>
              <a:defRPr kumimoji="1" b="1">
                <a:solidFill>
                  <a:schemeClr val="tx1"/>
                </a:solidFill>
                <a:latin typeface="幼圆" pitchFamily="49" charset="-122"/>
                <a:ea typeface="幼圆" pitchFamily="49" charset="-122"/>
                <a:cs typeface="楷体_GB2312"/>
              </a:defRPr>
            </a:lvl9pPr>
          </a:lstStyle>
          <a:p>
            <a:pPr marL="457200" indent="-457200">
              <a:lnSpc>
                <a:spcPct val="110000"/>
              </a:lnSpc>
              <a:buClr>
                <a:schemeClr val="accent2"/>
              </a:buClr>
              <a:buFont typeface="Wingdings" pitchFamily="2" charset="2"/>
              <a:buNone/>
            </a:pPr>
            <a:r>
              <a:rPr lang="en-US" altLang="zh-CN" sz="2600" i="1">
                <a:solidFill>
                  <a:srgbClr val="000000"/>
                </a:solidFill>
                <a:latin typeface="Bookman Old Style" pitchFamily="18" charset="0"/>
                <a:ea typeface="楷体_GB2312"/>
                <a:cs typeface="楷体_GB2312"/>
              </a:rPr>
              <a:t>public</a:t>
            </a:r>
            <a:r>
              <a:rPr lang="en-US" altLang="zh-CN" sz="2600">
                <a:solidFill>
                  <a:srgbClr val="000000"/>
                </a:solidFill>
                <a:latin typeface="Bookman Old Style" pitchFamily="18" charset="0"/>
                <a:ea typeface="楷体_GB2312"/>
                <a:cs typeface="楷体_GB2312"/>
              </a:rPr>
              <a:t> </a:t>
            </a:r>
            <a:r>
              <a:rPr lang="en-US" altLang="zh-CN" sz="2600" i="1">
                <a:solidFill>
                  <a:srgbClr val="000000"/>
                </a:solidFill>
                <a:latin typeface="Bookman Old Style" pitchFamily="18" charset="0"/>
                <a:ea typeface="楷体_GB2312"/>
                <a:cs typeface="楷体_GB2312"/>
              </a:rPr>
              <a:t>class</a:t>
            </a:r>
            <a:r>
              <a:rPr lang="en-US" altLang="zh-CN" sz="2600">
                <a:solidFill>
                  <a:srgbClr val="000000"/>
                </a:solidFill>
                <a:latin typeface="Bookman Old Style" pitchFamily="18" charset="0"/>
                <a:ea typeface="楷体_GB2312"/>
                <a:cs typeface="楷体_GB2312"/>
              </a:rPr>
              <a:t> Publisher </a:t>
            </a:r>
            <a:r>
              <a:rPr lang="en-US" altLang="zh-CN" sz="2600" i="1">
                <a:solidFill>
                  <a:srgbClr val="000000"/>
                </a:solidFill>
                <a:latin typeface="Bookman Old Style" pitchFamily="18" charset="0"/>
                <a:ea typeface="楷体_GB2312"/>
                <a:cs typeface="楷体_GB2312"/>
              </a:rPr>
              <a:t>implements</a:t>
            </a:r>
            <a:r>
              <a:rPr lang="en-US" altLang="zh-CN" sz="2600">
                <a:solidFill>
                  <a:srgbClr val="000000"/>
                </a:solidFill>
                <a:latin typeface="Bookman Old Style" pitchFamily="18" charset="0"/>
                <a:ea typeface="楷体_GB2312"/>
                <a:cs typeface="楷体_GB2312"/>
              </a:rPr>
              <a:t> IPublisher {</a:t>
            </a:r>
          </a:p>
          <a:p>
            <a:pPr marL="457200" indent="-457200">
              <a:lnSpc>
                <a:spcPct val="110000"/>
              </a:lnSpc>
              <a:buClr>
                <a:schemeClr val="accent2"/>
              </a:buClr>
              <a:buFont typeface="Wingdings" pitchFamily="2" charset="2"/>
              <a:buNone/>
            </a:pPr>
            <a:r>
              <a:rPr lang="en-US" altLang="zh-CN" sz="2600">
                <a:solidFill>
                  <a:srgbClr val="000000"/>
                </a:solidFill>
                <a:latin typeface="Bookman Old Style" pitchFamily="18" charset="0"/>
                <a:ea typeface="楷体_GB2312"/>
                <a:cs typeface="楷体_GB2312"/>
              </a:rPr>
              <a:t>    </a:t>
            </a:r>
            <a:r>
              <a:rPr lang="en-US" altLang="zh-CN" sz="2600" i="1">
                <a:solidFill>
                  <a:srgbClr val="000000"/>
                </a:solidFill>
                <a:latin typeface="Bookman Old Style" pitchFamily="18" charset="0"/>
                <a:ea typeface="楷体_GB2312"/>
                <a:cs typeface="楷体_GB2312"/>
              </a:rPr>
              <a:t>private</a:t>
            </a:r>
            <a:r>
              <a:rPr lang="en-US" altLang="zh-CN" sz="2600">
                <a:solidFill>
                  <a:srgbClr val="000000"/>
                </a:solidFill>
                <a:latin typeface="Bookman Old Style" pitchFamily="18" charset="0"/>
                <a:ea typeface="楷体_GB2312"/>
                <a:cs typeface="楷体_GB2312"/>
              </a:rPr>
              <a:t> List&lt;EventListener&gt; m_listeners; </a:t>
            </a:r>
          </a:p>
          <a:p>
            <a:pPr marL="457200" indent="-457200">
              <a:lnSpc>
                <a:spcPct val="110000"/>
              </a:lnSpc>
              <a:buClr>
                <a:schemeClr val="accent2"/>
              </a:buClr>
              <a:buFont typeface="Wingdings" pitchFamily="2" charset="2"/>
              <a:buNone/>
            </a:pPr>
            <a:endParaRPr lang="en-US" altLang="zh-CN" sz="2600">
              <a:solidFill>
                <a:srgbClr val="000000"/>
              </a:solidFill>
              <a:latin typeface="Bookman Old Style" pitchFamily="18" charset="0"/>
              <a:ea typeface="楷体_GB2312"/>
              <a:cs typeface="楷体_GB2312"/>
            </a:endParaRPr>
          </a:p>
          <a:p>
            <a:pPr marL="457200" indent="-457200">
              <a:lnSpc>
                <a:spcPct val="110000"/>
              </a:lnSpc>
              <a:buClr>
                <a:schemeClr val="accent2"/>
              </a:buClr>
              <a:buFont typeface="Wingdings" pitchFamily="2" charset="2"/>
              <a:buNone/>
            </a:pPr>
            <a:r>
              <a:rPr lang="en-US" altLang="zh-CN" sz="2600">
                <a:solidFill>
                  <a:srgbClr val="000000"/>
                </a:solidFill>
                <a:latin typeface="Bookman Old Style" pitchFamily="18" charset="0"/>
                <a:ea typeface="楷体_GB2312"/>
                <a:cs typeface="楷体_GB2312"/>
              </a:rPr>
              <a:t>    </a:t>
            </a:r>
            <a:r>
              <a:rPr lang="en-US" altLang="zh-CN" sz="2600" i="1">
                <a:solidFill>
                  <a:srgbClr val="000000"/>
                </a:solidFill>
                <a:latin typeface="Bookman Old Style" pitchFamily="18" charset="0"/>
                <a:ea typeface="楷体_GB2312"/>
                <a:cs typeface="楷体_GB2312"/>
              </a:rPr>
              <a:t>public</a:t>
            </a:r>
            <a:r>
              <a:rPr lang="en-US" altLang="zh-CN" sz="2600">
                <a:solidFill>
                  <a:srgbClr val="000000"/>
                </a:solidFill>
                <a:latin typeface="Bookman Old Style" pitchFamily="18" charset="0"/>
                <a:ea typeface="楷体_GB2312"/>
                <a:cs typeface="楷体_GB2312"/>
              </a:rPr>
              <a:t> </a:t>
            </a:r>
            <a:r>
              <a:rPr lang="en-US" altLang="zh-CN" sz="2600" i="1">
                <a:solidFill>
                  <a:srgbClr val="000000"/>
                </a:solidFill>
                <a:latin typeface="Bookman Old Style" pitchFamily="18" charset="0"/>
                <a:ea typeface="楷体_GB2312"/>
                <a:cs typeface="楷体_GB2312"/>
              </a:rPr>
              <a:t>void</a:t>
            </a:r>
            <a:r>
              <a:rPr lang="en-US" altLang="zh-CN" sz="2600">
                <a:solidFill>
                  <a:srgbClr val="000000"/>
                </a:solidFill>
                <a:latin typeface="Bookman Old Style" pitchFamily="18" charset="0"/>
                <a:ea typeface="楷体_GB2312"/>
                <a:cs typeface="楷体_GB2312"/>
              </a:rPr>
              <a:t> register(EventListener listener) {</a:t>
            </a:r>
          </a:p>
          <a:p>
            <a:pPr marL="457200" indent="-457200">
              <a:lnSpc>
                <a:spcPct val="110000"/>
              </a:lnSpc>
              <a:buClr>
                <a:schemeClr val="accent2"/>
              </a:buClr>
              <a:buFont typeface="Wingdings" pitchFamily="2" charset="2"/>
              <a:buNone/>
            </a:pPr>
            <a:r>
              <a:rPr lang="en-US" altLang="zh-CN" sz="2600">
                <a:solidFill>
                  <a:srgbClr val="000000"/>
                </a:solidFill>
                <a:latin typeface="Bookman Old Style" pitchFamily="18" charset="0"/>
                <a:ea typeface="楷体_GB2312"/>
                <a:cs typeface="楷体_GB2312"/>
              </a:rPr>
              <a:t>        // ……</a:t>
            </a:r>
          </a:p>
          <a:p>
            <a:pPr marL="457200" indent="-457200">
              <a:lnSpc>
                <a:spcPct val="110000"/>
              </a:lnSpc>
              <a:buClr>
                <a:schemeClr val="accent2"/>
              </a:buClr>
              <a:buFont typeface="Wingdings" pitchFamily="2" charset="2"/>
              <a:buNone/>
            </a:pPr>
            <a:r>
              <a:rPr lang="en-US" altLang="zh-CN" sz="2600">
                <a:solidFill>
                  <a:srgbClr val="000000"/>
                </a:solidFill>
                <a:latin typeface="Bookman Old Style" pitchFamily="18" charset="0"/>
                <a:ea typeface="楷体_GB2312"/>
                <a:cs typeface="楷体_GB2312"/>
              </a:rPr>
              <a:t>        m_listeners.add(listener);</a:t>
            </a:r>
          </a:p>
          <a:p>
            <a:pPr marL="457200" indent="-457200">
              <a:lnSpc>
                <a:spcPct val="110000"/>
              </a:lnSpc>
              <a:buClr>
                <a:schemeClr val="accent2"/>
              </a:buClr>
              <a:buFont typeface="Wingdings" pitchFamily="2" charset="2"/>
              <a:buNone/>
            </a:pPr>
            <a:r>
              <a:rPr lang="en-US" altLang="zh-CN" sz="2600">
                <a:solidFill>
                  <a:srgbClr val="000000"/>
                </a:solidFill>
                <a:latin typeface="Bookman Old Style" pitchFamily="18" charset="0"/>
                <a:ea typeface="楷体_GB2312"/>
                <a:cs typeface="楷体_GB2312"/>
              </a:rPr>
              <a:t>    }</a:t>
            </a:r>
          </a:p>
          <a:p>
            <a:pPr marL="457200" indent="-457200">
              <a:lnSpc>
                <a:spcPct val="110000"/>
              </a:lnSpc>
              <a:buClr>
                <a:schemeClr val="accent2"/>
              </a:buClr>
              <a:buFont typeface="Wingdings" pitchFamily="2" charset="2"/>
              <a:buNone/>
            </a:pPr>
            <a:endParaRPr lang="en-US" altLang="zh-CN" sz="2600">
              <a:solidFill>
                <a:srgbClr val="000000"/>
              </a:solidFill>
              <a:latin typeface="Bookman Old Style" pitchFamily="18" charset="0"/>
              <a:ea typeface="楷体_GB2312"/>
              <a:cs typeface="楷体_GB2312"/>
            </a:endParaRPr>
          </a:p>
          <a:p>
            <a:pPr marL="457200" indent="-457200">
              <a:lnSpc>
                <a:spcPct val="110000"/>
              </a:lnSpc>
              <a:buClr>
                <a:schemeClr val="accent2"/>
              </a:buClr>
              <a:buFont typeface="Wingdings" pitchFamily="2" charset="2"/>
              <a:buNone/>
            </a:pPr>
            <a:r>
              <a:rPr lang="en-US" altLang="zh-CN" sz="2600">
                <a:solidFill>
                  <a:srgbClr val="000000"/>
                </a:solidFill>
                <a:latin typeface="Bookman Old Style" pitchFamily="18" charset="0"/>
                <a:ea typeface="楷体_GB2312"/>
                <a:cs typeface="楷体_GB2312"/>
              </a:rPr>
              <a:t>    </a:t>
            </a:r>
            <a:r>
              <a:rPr lang="en-US" altLang="zh-CN" sz="2600" i="1">
                <a:solidFill>
                  <a:srgbClr val="000000"/>
                </a:solidFill>
                <a:latin typeface="Bookman Old Style" pitchFamily="18" charset="0"/>
                <a:ea typeface="楷体_GB2312"/>
                <a:cs typeface="楷体_GB2312"/>
              </a:rPr>
              <a:t>public</a:t>
            </a:r>
            <a:r>
              <a:rPr lang="en-US" altLang="zh-CN" sz="2600">
                <a:solidFill>
                  <a:srgbClr val="000000"/>
                </a:solidFill>
                <a:latin typeface="Bookman Old Style" pitchFamily="18" charset="0"/>
                <a:ea typeface="楷体_GB2312"/>
                <a:cs typeface="楷体_GB2312"/>
              </a:rPr>
              <a:t> </a:t>
            </a:r>
            <a:r>
              <a:rPr lang="en-US" altLang="zh-CN" sz="2600" i="1">
                <a:solidFill>
                  <a:srgbClr val="000000"/>
                </a:solidFill>
                <a:latin typeface="Bookman Old Style" pitchFamily="18" charset="0"/>
                <a:ea typeface="楷体_GB2312"/>
                <a:cs typeface="楷体_GB2312"/>
              </a:rPr>
              <a:t>void</a:t>
            </a:r>
            <a:r>
              <a:rPr lang="en-US" altLang="zh-CN" sz="2600">
                <a:solidFill>
                  <a:srgbClr val="000000"/>
                </a:solidFill>
                <a:latin typeface="Bookman Old Style" pitchFamily="18" charset="0"/>
                <a:ea typeface="楷体_GB2312"/>
                <a:cs typeface="楷体_GB2312"/>
              </a:rPr>
              <a:t> unregister(EventListener listener) {</a:t>
            </a:r>
          </a:p>
          <a:p>
            <a:pPr marL="457200" indent="-457200">
              <a:lnSpc>
                <a:spcPct val="110000"/>
              </a:lnSpc>
              <a:buClr>
                <a:schemeClr val="accent2"/>
              </a:buClr>
              <a:buFont typeface="Wingdings" pitchFamily="2" charset="2"/>
              <a:buNone/>
            </a:pPr>
            <a:r>
              <a:rPr lang="en-US" altLang="zh-CN" sz="2600">
                <a:solidFill>
                  <a:srgbClr val="000000"/>
                </a:solidFill>
                <a:latin typeface="Bookman Old Style" pitchFamily="18" charset="0"/>
                <a:ea typeface="楷体_GB2312"/>
                <a:cs typeface="楷体_GB2312"/>
              </a:rPr>
              <a:t>        // ……</a:t>
            </a:r>
          </a:p>
          <a:p>
            <a:pPr marL="457200" indent="-457200">
              <a:lnSpc>
                <a:spcPct val="110000"/>
              </a:lnSpc>
              <a:buClr>
                <a:schemeClr val="accent2"/>
              </a:buClr>
              <a:buFont typeface="Wingdings" pitchFamily="2" charset="2"/>
              <a:buNone/>
            </a:pPr>
            <a:r>
              <a:rPr lang="en-US" altLang="zh-CN" sz="2600">
                <a:solidFill>
                  <a:srgbClr val="000000"/>
                </a:solidFill>
                <a:latin typeface="Bookman Old Style" pitchFamily="18" charset="0"/>
                <a:ea typeface="楷体_GB2312"/>
                <a:cs typeface="楷体_GB2312"/>
              </a:rPr>
              <a:t>        m_listeners.remove(listener);</a:t>
            </a:r>
          </a:p>
          <a:p>
            <a:pPr marL="457200" indent="-457200">
              <a:lnSpc>
                <a:spcPct val="110000"/>
              </a:lnSpc>
              <a:buClr>
                <a:schemeClr val="accent2"/>
              </a:buClr>
              <a:buFont typeface="Wingdings" pitchFamily="2" charset="2"/>
              <a:buNone/>
            </a:pPr>
            <a:r>
              <a:rPr lang="en-US" altLang="zh-CN" sz="2600">
                <a:solidFill>
                  <a:srgbClr val="000000"/>
                </a:solidFill>
                <a:latin typeface="Bookman Old Style" pitchFamily="18" charset="0"/>
                <a:ea typeface="楷体_GB2312"/>
                <a:cs typeface="楷体_GB2312"/>
              </a:rPr>
              <a:t>    }</a:t>
            </a:r>
            <a:endParaRPr lang="en-US" altLang="zh-CN" sz="2600">
              <a:solidFill>
                <a:srgbClr val="000000"/>
              </a:solidFill>
              <a:latin typeface="Bookman Old Style" pitchFamily="18" charset="0"/>
              <a:ea typeface="微软雅黑" pitchFamily="34" charset="-122"/>
            </a:endParaRPr>
          </a:p>
        </p:txBody>
      </p:sp>
    </p:spTree>
    <p:custDataLst>
      <p:tags r:id="rId1"/>
    </p:custDataLst>
    <p:extLst>
      <p:ext uri="{BB962C8B-B14F-4D97-AF65-F5344CB8AC3E}">
        <p14:creationId xmlns:p14="http://schemas.microsoft.com/office/powerpoint/2010/main" val="2753299399"/>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r>
              <a:rPr lang="zh-CN" altLang="en-US" sz="2800" b="0" smtClean="0">
                <a:latin typeface="微软雅黑" pitchFamily="34" charset="-122"/>
                <a:ea typeface="微软雅黑" pitchFamily="34" charset="-122"/>
              </a:rPr>
              <a:t>发布</a:t>
            </a:r>
            <a:r>
              <a:rPr lang="en-US" altLang="zh-CN" sz="2800" b="0" smtClean="0">
                <a:latin typeface="微软雅黑" pitchFamily="34" charset="-122"/>
                <a:ea typeface="微软雅黑" pitchFamily="34" charset="-122"/>
              </a:rPr>
              <a:t>—</a:t>
            </a:r>
            <a:r>
              <a:rPr lang="zh-CN" altLang="en-US" sz="2800" b="0" smtClean="0">
                <a:latin typeface="微软雅黑" pitchFamily="34" charset="-122"/>
                <a:ea typeface="微软雅黑" pitchFamily="34" charset="-122"/>
              </a:rPr>
              <a:t>订阅模式示例性实现</a:t>
            </a:r>
            <a:r>
              <a:rPr lang="en-US" altLang="zh-CN" sz="2800" b="0" smtClean="0">
                <a:latin typeface="微软雅黑" pitchFamily="34" charset="-122"/>
                <a:ea typeface="微软雅黑" pitchFamily="34" charset="-122"/>
              </a:rPr>
              <a:t>(2)</a:t>
            </a:r>
            <a:endParaRPr lang="zh-CN" altLang="en-US" sz="2800" b="0" smtClean="0">
              <a:latin typeface="微软雅黑" pitchFamily="34" charset="-122"/>
              <a:ea typeface="微软雅黑" pitchFamily="34" charset="-122"/>
            </a:endParaRP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89ABDC7C-AB0B-4BAF-A59D-A2A5123D0D45}" type="slidenum">
              <a:rPr lang="zh-CN" altLang="en-US" sz="1600">
                <a:solidFill>
                  <a:srgbClr val="000066"/>
                </a:solidFill>
                <a:latin typeface="微软雅黑" pitchFamily="34" charset="-122"/>
                <a:ea typeface="微软雅黑" pitchFamily="34" charset="-122"/>
              </a:rPr>
              <a:pPr/>
              <a:t>34</a:t>
            </a:fld>
            <a:endParaRPr lang="en-US" altLang="zh-CN" sz="1600">
              <a:solidFill>
                <a:srgbClr val="000066"/>
              </a:solidFill>
              <a:latin typeface="微软雅黑" pitchFamily="34" charset="-122"/>
              <a:ea typeface="微软雅黑" pitchFamily="34" charset="-122"/>
            </a:endParaRPr>
          </a:p>
        </p:txBody>
      </p:sp>
      <p:sp>
        <p:nvSpPr>
          <p:cNvPr id="94212" name="Rectangle 3"/>
          <p:cNvSpPr txBox="1">
            <a:spLocks noChangeArrowheads="1"/>
          </p:cNvSpPr>
          <p:nvPr/>
        </p:nvSpPr>
        <p:spPr bwMode="auto">
          <a:xfrm>
            <a:off x="179388" y="1268413"/>
            <a:ext cx="8964612" cy="490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a:defRPr kumimoji="1" sz="2800" b="1">
                <a:solidFill>
                  <a:schemeClr val="tx1"/>
                </a:solidFill>
                <a:latin typeface="楷体_GB2312"/>
                <a:ea typeface="楷体_GB2312"/>
                <a:cs typeface="楷体_GB2312"/>
              </a:defRPr>
            </a:lvl2pPr>
            <a:lvl3pPr>
              <a:defRPr kumimoji="1" sz="2400" b="1">
                <a:solidFill>
                  <a:schemeClr val="tx1"/>
                </a:solidFill>
                <a:latin typeface="幼圆" pitchFamily="49" charset="-122"/>
                <a:ea typeface="幼圆" pitchFamily="49" charset="-122"/>
                <a:cs typeface="楷体_GB2312"/>
              </a:defRPr>
            </a:lvl3pPr>
            <a:lvl4pPr>
              <a:defRPr kumimoji="1" sz="2000" b="1">
                <a:solidFill>
                  <a:schemeClr val="tx1"/>
                </a:solidFill>
                <a:latin typeface="幼圆" pitchFamily="49" charset="-122"/>
                <a:ea typeface="幼圆" pitchFamily="49" charset="-122"/>
                <a:cs typeface="楷体_GB2312"/>
              </a:defRPr>
            </a:lvl4pPr>
            <a:lvl5pPr>
              <a:defRPr kumimoji="1" b="1">
                <a:solidFill>
                  <a:schemeClr val="tx1"/>
                </a:solidFill>
                <a:latin typeface="幼圆" pitchFamily="49" charset="-122"/>
                <a:ea typeface="幼圆" pitchFamily="49" charset="-122"/>
                <a:cs typeface="楷体_GB2312"/>
              </a:defRPr>
            </a:lvl5pPr>
            <a:lvl6pPr>
              <a:defRPr kumimoji="1" b="1">
                <a:solidFill>
                  <a:schemeClr val="tx1"/>
                </a:solidFill>
                <a:latin typeface="幼圆" pitchFamily="49" charset="-122"/>
                <a:ea typeface="幼圆" pitchFamily="49" charset="-122"/>
                <a:cs typeface="楷体_GB2312"/>
              </a:defRPr>
            </a:lvl6pPr>
            <a:lvl7pPr>
              <a:defRPr kumimoji="1" b="1">
                <a:solidFill>
                  <a:schemeClr val="tx1"/>
                </a:solidFill>
                <a:latin typeface="幼圆" pitchFamily="49" charset="-122"/>
                <a:ea typeface="幼圆" pitchFamily="49" charset="-122"/>
                <a:cs typeface="楷体_GB2312"/>
              </a:defRPr>
            </a:lvl7pPr>
            <a:lvl8pPr>
              <a:defRPr kumimoji="1" b="1">
                <a:solidFill>
                  <a:schemeClr val="tx1"/>
                </a:solidFill>
                <a:latin typeface="幼圆" pitchFamily="49" charset="-122"/>
                <a:ea typeface="幼圆" pitchFamily="49" charset="-122"/>
                <a:cs typeface="楷体_GB2312"/>
              </a:defRPr>
            </a:lvl8pPr>
            <a:lvl9pPr>
              <a:defRPr kumimoji="1" b="1">
                <a:solidFill>
                  <a:schemeClr val="tx1"/>
                </a:solidFill>
                <a:latin typeface="幼圆" pitchFamily="49" charset="-122"/>
                <a:ea typeface="幼圆" pitchFamily="49" charset="-122"/>
                <a:cs typeface="楷体_GB2312"/>
              </a:defRPr>
            </a:lvl9pPr>
          </a:lstStyle>
          <a:p>
            <a:pPr marL="457200" indent="-457200">
              <a:lnSpc>
                <a:spcPct val="110000"/>
              </a:lnSpc>
              <a:buClr>
                <a:schemeClr val="accent2"/>
              </a:buClr>
              <a:buFont typeface="Wingdings" pitchFamily="2" charset="2"/>
              <a:buNone/>
            </a:pPr>
            <a:r>
              <a:rPr lang="en-US" altLang="zh-CN" sz="2600" i="1">
                <a:solidFill>
                  <a:srgbClr val="000000"/>
                </a:solidFill>
                <a:latin typeface="Bookman Old Style" pitchFamily="18" charset="0"/>
                <a:ea typeface="楷体_GB2312"/>
                <a:cs typeface="楷体_GB2312"/>
              </a:rPr>
              <a:t>public</a:t>
            </a:r>
            <a:r>
              <a:rPr lang="en-US" altLang="zh-CN" sz="2600">
                <a:solidFill>
                  <a:srgbClr val="000000"/>
                </a:solidFill>
                <a:latin typeface="Bookman Old Style" pitchFamily="18" charset="0"/>
                <a:ea typeface="楷体_GB2312"/>
                <a:cs typeface="楷体_GB2312"/>
              </a:rPr>
              <a:t> </a:t>
            </a:r>
            <a:r>
              <a:rPr lang="en-US" altLang="zh-CN" sz="2600" i="1">
                <a:solidFill>
                  <a:srgbClr val="000000"/>
                </a:solidFill>
                <a:latin typeface="Bookman Old Style" pitchFamily="18" charset="0"/>
                <a:ea typeface="楷体_GB2312"/>
                <a:cs typeface="楷体_GB2312"/>
              </a:rPr>
              <a:t>class</a:t>
            </a:r>
            <a:r>
              <a:rPr lang="en-US" altLang="zh-CN" sz="2600">
                <a:solidFill>
                  <a:srgbClr val="000000"/>
                </a:solidFill>
                <a:latin typeface="Bookman Old Style" pitchFamily="18" charset="0"/>
                <a:ea typeface="楷体_GB2312"/>
                <a:cs typeface="楷体_GB2312"/>
              </a:rPr>
              <a:t> Publisher implements IPublisher {</a:t>
            </a:r>
          </a:p>
          <a:p>
            <a:pPr marL="457200" indent="-457200">
              <a:lnSpc>
                <a:spcPct val="110000"/>
              </a:lnSpc>
              <a:buClr>
                <a:schemeClr val="accent2"/>
              </a:buClr>
              <a:buFont typeface="Wingdings" pitchFamily="2" charset="2"/>
              <a:buNone/>
            </a:pPr>
            <a:r>
              <a:rPr lang="en-US" altLang="zh-CN" sz="2600">
                <a:solidFill>
                  <a:srgbClr val="000000"/>
                </a:solidFill>
                <a:latin typeface="Bookman Old Style" pitchFamily="18" charset="0"/>
                <a:ea typeface="楷体_GB2312"/>
                <a:cs typeface="楷体_GB2312"/>
              </a:rPr>
              <a:t>    // …… </a:t>
            </a:r>
          </a:p>
          <a:p>
            <a:pPr marL="457200" indent="-457200">
              <a:lnSpc>
                <a:spcPct val="110000"/>
              </a:lnSpc>
              <a:buClr>
                <a:schemeClr val="accent2"/>
              </a:buClr>
              <a:buFont typeface="Wingdings" pitchFamily="2" charset="2"/>
              <a:buNone/>
            </a:pPr>
            <a:endParaRPr lang="en-US" altLang="zh-CN" sz="2600">
              <a:solidFill>
                <a:srgbClr val="000000"/>
              </a:solidFill>
              <a:latin typeface="Bookman Old Style" pitchFamily="18" charset="0"/>
              <a:ea typeface="楷体_GB2312"/>
              <a:cs typeface="楷体_GB2312"/>
            </a:endParaRPr>
          </a:p>
          <a:p>
            <a:pPr marL="457200" indent="-457200">
              <a:lnSpc>
                <a:spcPct val="110000"/>
              </a:lnSpc>
              <a:buClr>
                <a:schemeClr val="accent2"/>
              </a:buClr>
              <a:buFont typeface="Wingdings" pitchFamily="2" charset="2"/>
              <a:buNone/>
            </a:pPr>
            <a:r>
              <a:rPr lang="en-US" altLang="zh-CN" sz="2600">
                <a:solidFill>
                  <a:srgbClr val="000000"/>
                </a:solidFill>
                <a:latin typeface="Bookman Old Style" pitchFamily="18" charset="0"/>
                <a:ea typeface="楷体_GB2312"/>
                <a:cs typeface="楷体_GB2312"/>
              </a:rPr>
              <a:t>    </a:t>
            </a:r>
            <a:r>
              <a:rPr lang="en-US" altLang="zh-CN" sz="2600" i="1">
                <a:solidFill>
                  <a:srgbClr val="000000"/>
                </a:solidFill>
                <a:latin typeface="Bookman Old Style" pitchFamily="18" charset="0"/>
                <a:ea typeface="楷体_GB2312"/>
                <a:cs typeface="楷体_GB2312"/>
              </a:rPr>
              <a:t>public</a:t>
            </a:r>
            <a:r>
              <a:rPr lang="en-US" altLang="zh-CN" sz="2600">
                <a:solidFill>
                  <a:srgbClr val="000000"/>
                </a:solidFill>
                <a:latin typeface="Bookman Old Style" pitchFamily="18" charset="0"/>
                <a:ea typeface="楷体_GB2312"/>
                <a:cs typeface="楷体_GB2312"/>
              </a:rPr>
              <a:t> </a:t>
            </a:r>
            <a:r>
              <a:rPr lang="en-US" altLang="zh-CN" sz="2600" i="1">
                <a:solidFill>
                  <a:srgbClr val="000000"/>
                </a:solidFill>
                <a:latin typeface="Bookman Old Style" pitchFamily="18" charset="0"/>
                <a:ea typeface="楷体_GB2312"/>
                <a:cs typeface="楷体_GB2312"/>
              </a:rPr>
              <a:t>void</a:t>
            </a:r>
            <a:r>
              <a:rPr lang="en-US" altLang="zh-CN" sz="2600">
                <a:solidFill>
                  <a:srgbClr val="000000"/>
                </a:solidFill>
                <a:latin typeface="Bookman Old Style" pitchFamily="18" charset="0"/>
                <a:ea typeface="楷体_GB2312"/>
                <a:cs typeface="楷体_GB2312"/>
              </a:rPr>
              <a:t> publish(Event event) {</a:t>
            </a:r>
          </a:p>
          <a:p>
            <a:pPr marL="457200" indent="-457200">
              <a:lnSpc>
                <a:spcPct val="110000"/>
              </a:lnSpc>
              <a:buClr>
                <a:schemeClr val="accent2"/>
              </a:buClr>
              <a:buFont typeface="Wingdings" pitchFamily="2" charset="2"/>
              <a:buNone/>
            </a:pPr>
            <a:r>
              <a:rPr lang="en-US" altLang="zh-CN" sz="2600">
                <a:solidFill>
                  <a:srgbClr val="000000"/>
                </a:solidFill>
                <a:latin typeface="Bookman Old Style" pitchFamily="18" charset="0"/>
                <a:ea typeface="楷体_GB2312"/>
                <a:cs typeface="楷体_GB2312"/>
              </a:rPr>
              <a:t>        </a:t>
            </a:r>
            <a:r>
              <a:rPr lang="en-US" altLang="zh-CN" sz="2600" i="1">
                <a:solidFill>
                  <a:srgbClr val="000000"/>
                </a:solidFill>
                <a:latin typeface="Bookman Old Style" pitchFamily="18" charset="0"/>
                <a:ea typeface="楷体_GB2312"/>
                <a:cs typeface="楷体_GB2312"/>
              </a:rPr>
              <a:t>if</a:t>
            </a:r>
            <a:r>
              <a:rPr lang="en-US" altLang="zh-CN" sz="2600">
                <a:solidFill>
                  <a:srgbClr val="000000"/>
                </a:solidFill>
                <a:latin typeface="Bookman Old Style" pitchFamily="18" charset="0"/>
                <a:ea typeface="楷体_GB2312"/>
                <a:cs typeface="楷体_GB2312"/>
              </a:rPr>
              <a:t> (m_listeners != null) {</a:t>
            </a:r>
          </a:p>
          <a:p>
            <a:pPr marL="457200" indent="-457200">
              <a:lnSpc>
                <a:spcPct val="110000"/>
              </a:lnSpc>
              <a:buClr>
                <a:schemeClr val="accent2"/>
              </a:buClr>
              <a:buFont typeface="Wingdings" pitchFamily="2" charset="2"/>
              <a:buNone/>
            </a:pPr>
            <a:r>
              <a:rPr lang="en-US" altLang="zh-CN" sz="2600">
                <a:solidFill>
                  <a:srgbClr val="000000"/>
                </a:solidFill>
                <a:latin typeface="Bookman Old Style" pitchFamily="18" charset="0"/>
                <a:ea typeface="楷体_GB2312"/>
                <a:cs typeface="楷体_GB2312"/>
              </a:rPr>
              <a:t>            </a:t>
            </a:r>
            <a:r>
              <a:rPr lang="en-US" altLang="zh-CN" sz="2600" i="1">
                <a:solidFill>
                  <a:srgbClr val="000000"/>
                </a:solidFill>
                <a:latin typeface="Bookman Old Style" pitchFamily="18" charset="0"/>
                <a:ea typeface="楷体_GB2312"/>
                <a:cs typeface="楷体_GB2312"/>
              </a:rPr>
              <a:t>for</a:t>
            </a:r>
            <a:r>
              <a:rPr lang="en-US" altLang="zh-CN" sz="2600">
                <a:solidFill>
                  <a:srgbClr val="000000"/>
                </a:solidFill>
                <a:latin typeface="Bookman Old Style" pitchFamily="18" charset="0"/>
                <a:ea typeface="楷体_GB2312"/>
                <a:cs typeface="楷体_GB2312"/>
              </a:rPr>
              <a:t> (EventListener listener : m_listeners) {</a:t>
            </a:r>
          </a:p>
          <a:p>
            <a:pPr marL="457200" indent="-457200">
              <a:lnSpc>
                <a:spcPct val="110000"/>
              </a:lnSpc>
              <a:buClr>
                <a:schemeClr val="accent2"/>
              </a:buClr>
              <a:buFont typeface="Wingdings" pitchFamily="2" charset="2"/>
              <a:buNone/>
            </a:pPr>
            <a:r>
              <a:rPr lang="en-US" altLang="zh-CN" sz="2600">
                <a:solidFill>
                  <a:srgbClr val="000000"/>
                </a:solidFill>
                <a:latin typeface="Bookman Old Style" pitchFamily="18" charset="0"/>
                <a:ea typeface="楷体_GB2312"/>
                <a:cs typeface="楷体_GB2312"/>
              </a:rPr>
              <a:t>                listener.onEvent();</a:t>
            </a:r>
          </a:p>
          <a:p>
            <a:pPr marL="457200" indent="-457200">
              <a:lnSpc>
                <a:spcPct val="110000"/>
              </a:lnSpc>
              <a:buClr>
                <a:schemeClr val="accent2"/>
              </a:buClr>
              <a:buFont typeface="Wingdings" pitchFamily="2" charset="2"/>
              <a:buNone/>
            </a:pPr>
            <a:r>
              <a:rPr lang="en-US" altLang="zh-CN" sz="2600">
                <a:solidFill>
                  <a:srgbClr val="000000"/>
                </a:solidFill>
                <a:latin typeface="Bookman Old Style" pitchFamily="18" charset="0"/>
                <a:ea typeface="楷体_GB2312"/>
                <a:cs typeface="楷体_GB2312"/>
              </a:rPr>
              <a:t>            }</a:t>
            </a:r>
          </a:p>
          <a:p>
            <a:pPr marL="457200" indent="-457200">
              <a:lnSpc>
                <a:spcPct val="110000"/>
              </a:lnSpc>
              <a:buClr>
                <a:schemeClr val="accent2"/>
              </a:buClr>
              <a:buFont typeface="Wingdings" pitchFamily="2" charset="2"/>
              <a:buNone/>
            </a:pPr>
            <a:r>
              <a:rPr lang="en-US" altLang="zh-CN" sz="2600">
                <a:solidFill>
                  <a:srgbClr val="000000"/>
                </a:solidFill>
                <a:latin typeface="Bookman Old Style" pitchFamily="18" charset="0"/>
                <a:ea typeface="楷体_GB2312"/>
                <a:cs typeface="楷体_GB2312"/>
              </a:rPr>
              <a:t>        }</a:t>
            </a:r>
          </a:p>
          <a:p>
            <a:pPr marL="457200" indent="-457200">
              <a:lnSpc>
                <a:spcPct val="110000"/>
              </a:lnSpc>
              <a:buClr>
                <a:schemeClr val="accent2"/>
              </a:buClr>
              <a:buFont typeface="Wingdings" pitchFamily="2" charset="2"/>
              <a:buNone/>
            </a:pPr>
            <a:r>
              <a:rPr lang="en-US" altLang="zh-CN" sz="2600">
                <a:solidFill>
                  <a:srgbClr val="000000"/>
                </a:solidFill>
                <a:latin typeface="Bookman Old Style" pitchFamily="18" charset="0"/>
                <a:ea typeface="楷体_GB2312"/>
                <a:cs typeface="楷体_GB2312"/>
              </a:rPr>
              <a:t>    }</a:t>
            </a:r>
          </a:p>
        </p:txBody>
      </p:sp>
    </p:spTree>
    <p:custDataLst>
      <p:tags r:id="rId1"/>
    </p:custDataLst>
    <p:extLst>
      <p:ext uri="{BB962C8B-B14F-4D97-AF65-F5344CB8AC3E}">
        <p14:creationId xmlns:p14="http://schemas.microsoft.com/office/powerpoint/2010/main" val="2337949245"/>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r>
              <a:rPr lang="zh-CN" altLang="en-US" sz="2800" b="0" smtClean="0">
                <a:latin typeface="微软雅黑" pitchFamily="34" charset="-122"/>
                <a:ea typeface="微软雅黑" pitchFamily="34" charset="-122"/>
              </a:rPr>
              <a:t>发布</a:t>
            </a:r>
            <a:r>
              <a:rPr lang="en-US" altLang="zh-CN" sz="2800" b="0" smtClean="0">
                <a:latin typeface="微软雅黑" pitchFamily="34" charset="-122"/>
                <a:ea typeface="微软雅黑" pitchFamily="34" charset="-122"/>
              </a:rPr>
              <a:t>—</a:t>
            </a:r>
            <a:r>
              <a:rPr lang="zh-CN" altLang="en-US" sz="2800" b="0" smtClean="0">
                <a:latin typeface="微软雅黑" pitchFamily="34" charset="-122"/>
                <a:ea typeface="微软雅黑" pitchFamily="34" charset="-122"/>
              </a:rPr>
              <a:t>订阅模式示例性实现</a:t>
            </a:r>
            <a:r>
              <a:rPr lang="en-US" altLang="zh-CN" sz="2800" b="0" smtClean="0">
                <a:latin typeface="微软雅黑" pitchFamily="34" charset="-122"/>
                <a:ea typeface="微软雅黑" pitchFamily="34" charset="-122"/>
              </a:rPr>
              <a:t>(3)</a:t>
            </a:r>
            <a:endParaRPr lang="zh-CN" altLang="en-US" sz="2800" b="0" smtClean="0">
              <a:latin typeface="微软雅黑" pitchFamily="34" charset="-122"/>
              <a:ea typeface="微软雅黑" pitchFamily="34" charset="-122"/>
            </a:endParaRP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E59FE8F0-7FEC-4085-8F2C-778F41600663}" type="slidenum">
              <a:rPr lang="zh-CN" altLang="en-US" sz="1600">
                <a:solidFill>
                  <a:srgbClr val="000066"/>
                </a:solidFill>
                <a:latin typeface="微软雅黑" pitchFamily="34" charset="-122"/>
                <a:ea typeface="微软雅黑" pitchFamily="34" charset="-122"/>
              </a:rPr>
              <a:pPr/>
              <a:t>35</a:t>
            </a:fld>
            <a:endParaRPr lang="en-US" altLang="zh-CN" sz="1600">
              <a:solidFill>
                <a:srgbClr val="000066"/>
              </a:solidFill>
              <a:latin typeface="微软雅黑" pitchFamily="34" charset="-122"/>
              <a:ea typeface="微软雅黑" pitchFamily="34" charset="-122"/>
            </a:endParaRPr>
          </a:p>
        </p:txBody>
      </p:sp>
      <p:sp>
        <p:nvSpPr>
          <p:cNvPr id="95236" name="Rectangle 3"/>
          <p:cNvSpPr txBox="1">
            <a:spLocks noChangeArrowheads="1"/>
          </p:cNvSpPr>
          <p:nvPr/>
        </p:nvSpPr>
        <p:spPr bwMode="auto">
          <a:xfrm>
            <a:off x="179388" y="1268413"/>
            <a:ext cx="8964612" cy="490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a:defRPr kumimoji="1" sz="2800" b="1">
                <a:solidFill>
                  <a:schemeClr val="tx1"/>
                </a:solidFill>
                <a:latin typeface="楷体_GB2312"/>
                <a:ea typeface="楷体_GB2312"/>
                <a:cs typeface="楷体_GB2312"/>
              </a:defRPr>
            </a:lvl2pPr>
            <a:lvl3pPr>
              <a:defRPr kumimoji="1" sz="2400" b="1">
                <a:solidFill>
                  <a:schemeClr val="tx1"/>
                </a:solidFill>
                <a:latin typeface="幼圆" pitchFamily="49" charset="-122"/>
                <a:ea typeface="幼圆" pitchFamily="49" charset="-122"/>
                <a:cs typeface="楷体_GB2312"/>
              </a:defRPr>
            </a:lvl3pPr>
            <a:lvl4pPr>
              <a:defRPr kumimoji="1" sz="2000" b="1">
                <a:solidFill>
                  <a:schemeClr val="tx1"/>
                </a:solidFill>
                <a:latin typeface="幼圆" pitchFamily="49" charset="-122"/>
                <a:ea typeface="幼圆" pitchFamily="49" charset="-122"/>
                <a:cs typeface="楷体_GB2312"/>
              </a:defRPr>
            </a:lvl4pPr>
            <a:lvl5pPr>
              <a:defRPr kumimoji="1" b="1">
                <a:solidFill>
                  <a:schemeClr val="tx1"/>
                </a:solidFill>
                <a:latin typeface="幼圆" pitchFamily="49" charset="-122"/>
                <a:ea typeface="幼圆" pitchFamily="49" charset="-122"/>
                <a:cs typeface="楷体_GB2312"/>
              </a:defRPr>
            </a:lvl5pPr>
            <a:lvl6pPr>
              <a:defRPr kumimoji="1" b="1">
                <a:solidFill>
                  <a:schemeClr val="tx1"/>
                </a:solidFill>
                <a:latin typeface="幼圆" pitchFamily="49" charset="-122"/>
                <a:ea typeface="幼圆" pitchFamily="49" charset="-122"/>
                <a:cs typeface="楷体_GB2312"/>
              </a:defRPr>
            </a:lvl6pPr>
            <a:lvl7pPr>
              <a:defRPr kumimoji="1" b="1">
                <a:solidFill>
                  <a:schemeClr val="tx1"/>
                </a:solidFill>
                <a:latin typeface="幼圆" pitchFamily="49" charset="-122"/>
                <a:ea typeface="幼圆" pitchFamily="49" charset="-122"/>
                <a:cs typeface="楷体_GB2312"/>
              </a:defRPr>
            </a:lvl7pPr>
            <a:lvl8pPr>
              <a:defRPr kumimoji="1" b="1">
                <a:solidFill>
                  <a:schemeClr val="tx1"/>
                </a:solidFill>
                <a:latin typeface="幼圆" pitchFamily="49" charset="-122"/>
                <a:ea typeface="幼圆" pitchFamily="49" charset="-122"/>
                <a:cs typeface="楷体_GB2312"/>
              </a:defRPr>
            </a:lvl8pPr>
            <a:lvl9pPr>
              <a:defRPr kumimoji="1" b="1">
                <a:solidFill>
                  <a:schemeClr val="tx1"/>
                </a:solidFill>
                <a:latin typeface="幼圆" pitchFamily="49" charset="-122"/>
                <a:ea typeface="幼圆" pitchFamily="49" charset="-122"/>
                <a:cs typeface="楷体_GB2312"/>
              </a:defRPr>
            </a:lvl9pPr>
          </a:lstStyle>
          <a:p>
            <a:pPr marL="457200" indent="-457200">
              <a:lnSpc>
                <a:spcPct val="110000"/>
              </a:lnSpc>
              <a:buClr>
                <a:schemeClr val="accent2"/>
              </a:buClr>
              <a:buFont typeface="Wingdings" pitchFamily="2" charset="2"/>
              <a:buNone/>
            </a:pPr>
            <a:r>
              <a:rPr lang="en-US" altLang="zh-CN" sz="2600" i="1">
                <a:solidFill>
                  <a:srgbClr val="000000"/>
                </a:solidFill>
                <a:latin typeface="Bookman Old Style" pitchFamily="18" charset="0"/>
                <a:ea typeface="楷体_GB2312"/>
                <a:cs typeface="楷体_GB2312"/>
              </a:rPr>
              <a:t>public</a:t>
            </a:r>
            <a:r>
              <a:rPr lang="en-US" altLang="zh-CN" sz="2600">
                <a:solidFill>
                  <a:srgbClr val="000000"/>
                </a:solidFill>
                <a:latin typeface="Bookman Old Style" pitchFamily="18" charset="0"/>
                <a:ea typeface="楷体_GB2312"/>
                <a:cs typeface="楷体_GB2312"/>
              </a:rPr>
              <a:t> </a:t>
            </a:r>
            <a:r>
              <a:rPr lang="en-US" altLang="zh-CN" sz="2600" i="1">
                <a:solidFill>
                  <a:srgbClr val="000000"/>
                </a:solidFill>
                <a:latin typeface="Bookman Old Style" pitchFamily="18" charset="0"/>
                <a:ea typeface="楷体_GB2312"/>
                <a:cs typeface="楷体_GB2312"/>
              </a:rPr>
              <a:t>class</a:t>
            </a:r>
            <a:r>
              <a:rPr lang="en-US" altLang="zh-CN" sz="2600">
                <a:solidFill>
                  <a:srgbClr val="000000"/>
                </a:solidFill>
                <a:latin typeface="Bookman Old Style" pitchFamily="18" charset="0"/>
                <a:ea typeface="楷体_GB2312"/>
                <a:cs typeface="楷体_GB2312"/>
              </a:rPr>
              <a:t> Publisher </a:t>
            </a:r>
            <a:r>
              <a:rPr lang="en-US" altLang="zh-CN" sz="2600" i="1">
                <a:solidFill>
                  <a:srgbClr val="000000"/>
                </a:solidFill>
                <a:latin typeface="Bookman Old Style" pitchFamily="18" charset="0"/>
                <a:ea typeface="楷体_GB2312"/>
                <a:cs typeface="楷体_GB2312"/>
              </a:rPr>
              <a:t>implements</a:t>
            </a:r>
            <a:r>
              <a:rPr lang="en-US" altLang="zh-CN" sz="2600">
                <a:solidFill>
                  <a:srgbClr val="000000"/>
                </a:solidFill>
                <a:latin typeface="Bookman Old Style" pitchFamily="18" charset="0"/>
                <a:ea typeface="楷体_GB2312"/>
                <a:cs typeface="楷体_GB2312"/>
              </a:rPr>
              <a:t> IPublisher {</a:t>
            </a:r>
          </a:p>
          <a:p>
            <a:pPr marL="457200" indent="-457200">
              <a:lnSpc>
                <a:spcPct val="110000"/>
              </a:lnSpc>
              <a:buClr>
                <a:schemeClr val="accent2"/>
              </a:buClr>
              <a:buFont typeface="Wingdings" pitchFamily="2" charset="2"/>
              <a:buNone/>
            </a:pPr>
            <a:r>
              <a:rPr lang="en-US" altLang="zh-CN" sz="2600">
                <a:solidFill>
                  <a:srgbClr val="000000"/>
                </a:solidFill>
                <a:latin typeface="Bookman Old Style" pitchFamily="18" charset="0"/>
                <a:ea typeface="楷体_GB2312"/>
                <a:cs typeface="楷体_GB2312"/>
              </a:rPr>
              <a:t>    // …… </a:t>
            </a:r>
          </a:p>
          <a:p>
            <a:pPr marL="457200" indent="-457200">
              <a:lnSpc>
                <a:spcPct val="110000"/>
              </a:lnSpc>
              <a:buClr>
                <a:schemeClr val="accent2"/>
              </a:buClr>
              <a:buFont typeface="Wingdings" pitchFamily="2" charset="2"/>
              <a:buNone/>
            </a:pPr>
            <a:endParaRPr lang="en-US" altLang="zh-CN" sz="2600">
              <a:solidFill>
                <a:srgbClr val="000000"/>
              </a:solidFill>
              <a:latin typeface="Bookman Old Style" pitchFamily="18" charset="0"/>
              <a:ea typeface="楷体_GB2312"/>
              <a:cs typeface="楷体_GB2312"/>
            </a:endParaRPr>
          </a:p>
          <a:p>
            <a:pPr marL="457200" indent="-457200">
              <a:lnSpc>
                <a:spcPct val="110000"/>
              </a:lnSpc>
              <a:buClr>
                <a:schemeClr val="accent2"/>
              </a:buClr>
              <a:buFont typeface="Wingdings" pitchFamily="2" charset="2"/>
              <a:buNone/>
            </a:pPr>
            <a:r>
              <a:rPr lang="en-US" altLang="zh-CN" sz="2600">
                <a:solidFill>
                  <a:srgbClr val="000000"/>
                </a:solidFill>
                <a:latin typeface="Bookman Old Style" pitchFamily="18" charset="0"/>
                <a:ea typeface="楷体_GB2312"/>
                <a:cs typeface="楷体_GB2312"/>
              </a:rPr>
              <a:t>    </a:t>
            </a:r>
            <a:r>
              <a:rPr lang="en-US" altLang="zh-CN" sz="2600" i="1">
                <a:solidFill>
                  <a:srgbClr val="000000"/>
                </a:solidFill>
                <a:latin typeface="Bookman Old Style" pitchFamily="18" charset="0"/>
                <a:ea typeface="楷体_GB2312"/>
                <a:cs typeface="楷体_GB2312"/>
              </a:rPr>
              <a:t>public</a:t>
            </a:r>
            <a:r>
              <a:rPr lang="en-US" altLang="zh-CN" sz="2600">
                <a:solidFill>
                  <a:srgbClr val="000000"/>
                </a:solidFill>
                <a:latin typeface="Bookman Old Style" pitchFamily="18" charset="0"/>
                <a:ea typeface="楷体_GB2312"/>
                <a:cs typeface="楷体_GB2312"/>
              </a:rPr>
              <a:t> </a:t>
            </a:r>
            <a:r>
              <a:rPr lang="en-US" altLang="zh-CN" sz="2600" i="1">
                <a:solidFill>
                  <a:srgbClr val="000000"/>
                </a:solidFill>
                <a:latin typeface="Bookman Old Style" pitchFamily="18" charset="0"/>
                <a:ea typeface="楷体_GB2312"/>
                <a:cs typeface="楷体_GB2312"/>
              </a:rPr>
              <a:t>void</a:t>
            </a:r>
            <a:r>
              <a:rPr lang="en-US" altLang="zh-CN" sz="2600">
                <a:solidFill>
                  <a:srgbClr val="000000"/>
                </a:solidFill>
                <a:latin typeface="Bookman Old Style" pitchFamily="18" charset="0"/>
                <a:ea typeface="楷体_GB2312"/>
                <a:cs typeface="楷体_GB2312"/>
              </a:rPr>
              <a:t> someFunc() {</a:t>
            </a:r>
          </a:p>
          <a:p>
            <a:pPr marL="457200" indent="-457200">
              <a:lnSpc>
                <a:spcPct val="110000"/>
              </a:lnSpc>
              <a:buClr>
                <a:schemeClr val="accent2"/>
              </a:buClr>
              <a:buFont typeface="Wingdings" pitchFamily="2" charset="2"/>
              <a:buNone/>
            </a:pPr>
            <a:r>
              <a:rPr lang="en-US" altLang="zh-CN" sz="2600">
                <a:solidFill>
                  <a:srgbClr val="000000"/>
                </a:solidFill>
                <a:latin typeface="Bookman Old Style" pitchFamily="18" charset="0"/>
                <a:ea typeface="楷体_GB2312"/>
                <a:cs typeface="楷体_GB2312"/>
              </a:rPr>
              <a:t>        // ……</a:t>
            </a:r>
          </a:p>
          <a:p>
            <a:pPr marL="457200" indent="-457200">
              <a:lnSpc>
                <a:spcPct val="110000"/>
              </a:lnSpc>
              <a:buClr>
                <a:schemeClr val="accent2"/>
              </a:buClr>
              <a:buFont typeface="Wingdings" pitchFamily="2" charset="2"/>
              <a:buNone/>
            </a:pPr>
            <a:r>
              <a:rPr lang="en-US" altLang="zh-CN" sz="2600">
                <a:solidFill>
                  <a:srgbClr val="000000"/>
                </a:solidFill>
                <a:latin typeface="Bookman Old Style" pitchFamily="18" charset="0"/>
                <a:ea typeface="楷体_GB2312"/>
                <a:cs typeface="楷体_GB2312"/>
              </a:rPr>
              <a:t>        Event event = new Event(/* …… */);</a:t>
            </a:r>
          </a:p>
          <a:p>
            <a:pPr marL="457200" indent="-457200">
              <a:lnSpc>
                <a:spcPct val="110000"/>
              </a:lnSpc>
              <a:buClr>
                <a:schemeClr val="accent2"/>
              </a:buClr>
              <a:buFont typeface="Wingdings" pitchFamily="2" charset="2"/>
              <a:buNone/>
            </a:pPr>
            <a:r>
              <a:rPr lang="en-US" altLang="zh-CN" sz="2600">
                <a:solidFill>
                  <a:srgbClr val="000000"/>
                </a:solidFill>
                <a:latin typeface="Bookman Old Style" pitchFamily="18" charset="0"/>
                <a:ea typeface="楷体_GB2312"/>
                <a:cs typeface="楷体_GB2312"/>
              </a:rPr>
              <a:t>        publish(event);</a:t>
            </a:r>
          </a:p>
          <a:p>
            <a:pPr marL="457200" indent="-457200">
              <a:lnSpc>
                <a:spcPct val="110000"/>
              </a:lnSpc>
              <a:buClr>
                <a:schemeClr val="accent2"/>
              </a:buClr>
              <a:buFont typeface="Wingdings" pitchFamily="2" charset="2"/>
              <a:buNone/>
            </a:pPr>
            <a:r>
              <a:rPr lang="en-US" altLang="zh-CN" sz="2600">
                <a:solidFill>
                  <a:srgbClr val="000000"/>
                </a:solidFill>
                <a:latin typeface="Bookman Old Style" pitchFamily="18" charset="0"/>
                <a:ea typeface="楷体_GB2312"/>
                <a:cs typeface="楷体_GB2312"/>
              </a:rPr>
              <a:t>        // ……</a:t>
            </a:r>
          </a:p>
          <a:p>
            <a:pPr marL="457200" indent="-457200">
              <a:lnSpc>
                <a:spcPct val="110000"/>
              </a:lnSpc>
              <a:buClr>
                <a:schemeClr val="accent2"/>
              </a:buClr>
              <a:buFont typeface="Wingdings" pitchFamily="2" charset="2"/>
              <a:buNone/>
            </a:pPr>
            <a:r>
              <a:rPr lang="en-US" altLang="zh-CN" sz="2600">
                <a:solidFill>
                  <a:srgbClr val="000000"/>
                </a:solidFill>
                <a:latin typeface="Bookman Old Style" pitchFamily="18" charset="0"/>
                <a:ea typeface="楷体_GB2312"/>
                <a:cs typeface="楷体_GB2312"/>
              </a:rPr>
              <a:t>    }</a:t>
            </a:r>
          </a:p>
          <a:p>
            <a:pPr marL="457200" indent="-457200">
              <a:lnSpc>
                <a:spcPct val="110000"/>
              </a:lnSpc>
              <a:buClr>
                <a:schemeClr val="accent2"/>
              </a:buClr>
              <a:buFont typeface="Wingdings" pitchFamily="2" charset="2"/>
              <a:buNone/>
            </a:pPr>
            <a:endParaRPr lang="en-US" altLang="zh-CN" sz="2600">
              <a:solidFill>
                <a:srgbClr val="000000"/>
              </a:solidFill>
              <a:latin typeface="Bookman Old Style" pitchFamily="18" charset="0"/>
              <a:ea typeface="楷体_GB2312"/>
              <a:cs typeface="楷体_GB2312"/>
            </a:endParaRPr>
          </a:p>
          <a:p>
            <a:pPr marL="457200" indent="-457200">
              <a:lnSpc>
                <a:spcPct val="110000"/>
              </a:lnSpc>
              <a:buClr>
                <a:schemeClr val="accent2"/>
              </a:buClr>
              <a:buFont typeface="Wingdings" pitchFamily="2" charset="2"/>
              <a:buNone/>
            </a:pPr>
            <a:r>
              <a:rPr lang="en-US" altLang="zh-CN" sz="2600">
                <a:solidFill>
                  <a:srgbClr val="000000"/>
                </a:solidFill>
                <a:latin typeface="Bookman Old Style" pitchFamily="18" charset="0"/>
                <a:ea typeface="楷体_GB2312"/>
                <a:cs typeface="楷体_GB2312"/>
              </a:rPr>
              <a:t>}</a:t>
            </a:r>
          </a:p>
        </p:txBody>
      </p:sp>
    </p:spTree>
    <p:custDataLst>
      <p:tags r:id="rId1"/>
    </p:custDataLst>
    <p:extLst>
      <p:ext uri="{BB962C8B-B14F-4D97-AF65-F5344CB8AC3E}">
        <p14:creationId xmlns:p14="http://schemas.microsoft.com/office/powerpoint/2010/main" val="1242379428"/>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r>
              <a:rPr lang="zh-CN" altLang="en-US" sz="2800" b="0" smtClean="0">
                <a:latin typeface="微软雅黑" pitchFamily="34" charset="-122"/>
                <a:ea typeface="微软雅黑" pitchFamily="34" charset="-122"/>
              </a:rPr>
              <a:t>发布</a:t>
            </a:r>
            <a:r>
              <a:rPr lang="en-US" altLang="zh-CN" sz="2800" b="0" smtClean="0">
                <a:latin typeface="微软雅黑" pitchFamily="34" charset="-122"/>
                <a:ea typeface="微软雅黑" pitchFamily="34" charset="-122"/>
              </a:rPr>
              <a:t>—</a:t>
            </a:r>
            <a:r>
              <a:rPr lang="zh-CN" altLang="en-US" sz="2800" b="0" smtClean="0">
                <a:latin typeface="微软雅黑" pitchFamily="34" charset="-122"/>
                <a:ea typeface="微软雅黑" pitchFamily="34" charset="-122"/>
              </a:rPr>
              <a:t>订阅模式示例性实现</a:t>
            </a:r>
            <a:r>
              <a:rPr lang="en-US" altLang="zh-CN" sz="2800" b="0" smtClean="0">
                <a:latin typeface="微软雅黑" pitchFamily="34" charset="-122"/>
                <a:ea typeface="微软雅黑" pitchFamily="34" charset="-122"/>
              </a:rPr>
              <a:t>(4)</a:t>
            </a:r>
            <a:endParaRPr lang="zh-CN" altLang="en-US" sz="2800" b="0" smtClean="0">
              <a:latin typeface="微软雅黑" pitchFamily="34" charset="-122"/>
              <a:ea typeface="微软雅黑" pitchFamily="34" charset="-122"/>
            </a:endParaRP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F693BBC7-1090-4646-8A98-D3E37B5E53A4}" type="slidenum">
              <a:rPr lang="zh-CN" altLang="en-US" sz="1600">
                <a:solidFill>
                  <a:srgbClr val="000066"/>
                </a:solidFill>
                <a:latin typeface="微软雅黑" pitchFamily="34" charset="-122"/>
                <a:ea typeface="微软雅黑" pitchFamily="34" charset="-122"/>
              </a:rPr>
              <a:pPr/>
              <a:t>36</a:t>
            </a:fld>
            <a:endParaRPr lang="en-US" altLang="zh-CN" sz="1600">
              <a:solidFill>
                <a:srgbClr val="000066"/>
              </a:solidFill>
              <a:latin typeface="微软雅黑" pitchFamily="34" charset="-122"/>
              <a:ea typeface="微软雅黑" pitchFamily="34" charset="-122"/>
            </a:endParaRPr>
          </a:p>
        </p:txBody>
      </p:sp>
      <p:sp>
        <p:nvSpPr>
          <p:cNvPr id="96260" name="Rectangle 3"/>
          <p:cNvSpPr txBox="1">
            <a:spLocks noChangeArrowheads="1"/>
          </p:cNvSpPr>
          <p:nvPr/>
        </p:nvSpPr>
        <p:spPr bwMode="auto">
          <a:xfrm>
            <a:off x="179388" y="1268413"/>
            <a:ext cx="8964612" cy="490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a:defRPr kumimoji="1" sz="2800" b="1">
                <a:solidFill>
                  <a:schemeClr val="tx1"/>
                </a:solidFill>
                <a:latin typeface="楷体_GB2312"/>
                <a:ea typeface="楷体_GB2312"/>
                <a:cs typeface="楷体_GB2312"/>
              </a:defRPr>
            </a:lvl2pPr>
            <a:lvl3pPr>
              <a:defRPr kumimoji="1" sz="2400" b="1">
                <a:solidFill>
                  <a:schemeClr val="tx1"/>
                </a:solidFill>
                <a:latin typeface="幼圆" pitchFamily="49" charset="-122"/>
                <a:ea typeface="幼圆" pitchFamily="49" charset="-122"/>
                <a:cs typeface="楷体_GB2312"/>
              </a:defRPr>
            </a:lvl3pPr>
            <a:lvl4pPr>
              <a:defRPr kumimoji="1" sz="2000" b="1">
                <a:solidFill>
                  <a:schemeClr val="tx1"/>
                </a:solidFill>
                <a:latin typeface="幼圆" pitchFamily="49" charset="-122"/>
                <a:ea typeface="幼圆" pitchFamily="49" charset="-122"/>
                <a:cs typeface="楷体_GB2312"/>
              </a:defRPr>
            </a:lvl4pPr>
            <a:lvl5pPr>
              <a:defRPr kumimoji="1" b="1">
                <a:solidFill>
                  <a:schemeClr val="tx1"/>
                </a:solidFill>
                <a:latin typeface="幼圆" pitchFamily="49" charset="-122"/>
                <a:ea typeface="幼圆" pitchFamily="49" charset="-122"/>
                <a:cs typeface="楷体_GB2312"/>
              </a:defRPr>
            </a:lvl5pPr>
            <a:lvl6pPr>
              <a:defRPr kumimoji="1" b="1">
                <a:solidFill>
                  <a:schemeClr val="tx1"/>
                </a:solidFill>
                <a:latin typeface="幼圆" pitchFamily="49" charset="-122"/>
                <a:ea typeface="幼圆" pitchFamily="49" charset="-122"/>
                <a:cs typeface="楷体_GB2312"/>
              </a:defRPr>
            </a:lvl6pPr>
            <a:lvl7pPr>
              <a:defRPr kumimoji="1" b="1">
                <a:solidFill>
                  <a:schemeClr val="tx1"/>
                </a:solidFill>
                <a:latin typeface="幼圆" pitchFamily="49" charset="-122"/>
                <a:ea typeface="幼圆" pitchFamily="49" charset="-122"/>
                <a:cs typeface="楷体_GB2312"/>
              </a:defRPr>
            </a:lvl7pPr>
            <a:lvl8pPr>
              <a:defRPr kumimoji="1" b="1">
                <a:solidFill>
                  <a:schemeClr val="tx1"/>
                </a:solidFill>
                <a:latin typeface="幼圆" pitchFamily="49" charset="-122"/>
                <a:ea typeface="幼圆" pitchFamily="49" charset="-122"/>
                <a:cs typeface="楷体_GB2312"/>
              </a:defRPr>
            </a:lvl8pPr>
            <a:lvl9pPr>
              <a:defRPr kumimoji="1" b="1">
                <a:solidFill>
                  <a:schemeClr val="tx1"/>
                </a:solidFill>
                <a:latin typeface="幼圆" pitchFamily="49" charset="-122"/>
                <a:ea typeface="幼圆" pitchFamily="49" charset="-122"/>
                <a:cs typeface="楷体_GB2312"/>
              </a:defRPr>
            </a:lvl9pPr>
          </a:lstStyle>
          <a:p>
            <a:pPr marL="457200" indent="-457200">
              <a:lnSpc>
                <a:spcPct val="110000"/>
              </a:lnSpc>
              <a:buClr>
                <a:schemeClr val="accent2"/>
              </a:buClr>
              <a:buFont typeface="Wingdings" pitchFamily="2" charset="2"/>
              <a:buNone/>
            </a:pPr>
            <a:r>
              <a:rPr lang="en-US" altLang="zh-CN" sz="2600" i="1">
                <a:solidFill>
                  <a:srgbClr val="000000"/>
                </a:solidFill>
                <a:latin typeface="Arial" pitchFamily="34" charset="0"/>
                <a:ea typeface="楷体_GB2312"/>
                <a:cs typeface="Arial" pitchFamily="34" charset="0"/>
              </a:rPr>
              <a:t>public</a:t>
            </a:r>
            <a:r>
              <a:rPr lang="en-US" altLang="zh-CN" sz="2600">
                <a:solidFill>
                  <a:srgbClr val="000000"/>
                </a:solidFill>
                <a:latin typeface="Arial" pitchFamily="34" charset="0"/>
                <a:ea typeface="楷体_GB2312"/>
                <a:cs typeface="Arial" pitchFamily="34" charset="0"/>
              </a:rPr>
              <a:t> </a:t>
            </a:r>
            <a:r>
              <a:rPr lang="en-US" altLang="zh-CN" sz="2600" i="1">
                <a:solidFill>
                  <a:srgbClr val="000000"/>
                </a:solidFill>
                <a:latin typeface="Arial" pitchFamily="34" charset="0"/>
                <a:ea typeface="楷体_GB2312"/>
                <a:cs typeface="Arial" pitchFamily="34" charset="0"/>
              </a:rPr>
              <a:t>class</a:t>
            </a:r>
            <a:r>
              <a:rPr lang="en-US" altLang="zh-CN" sz="2600">
                <a:solidFill>
                  <a:srgbClr val="000000"/>
                </a:solidFill>
                <a:latin typeface="Arial" pitchFamily="34" charset="0"/>
                <a:ea typeface="楷体_GB2312"/>
                <a:cs typeface="Arial" pitchFamily="34" charset="0"/>
              </a:rPr>
              <a:t> Subscriber </a:t>
            </a:r>
            <a:r>
              <a:rPr lang="en-US" altLang="zh-CN" sz="2600" i="1">
                <a:solidFill>
                  <a:srgbClr val="000000"/>
                </a:solidFill>
                <a:latin typeface="Arial" pitchFamily="34" charset="0"/>
                <a:ea typeface="楷体_GB2312"/>
                <a:cs typeface="Arial" pitchFamily="34" charset="0"/>
              </a:rPr>
              <a:t>implements</a:t>
            </a:r>
            <a:r>
              <a:rPr lang="en-US" altLang="zh-CN" sz="2600">
                <a:solidFill>
                  <a:srgbClr val="000000"/>
                </a:solidFill>
                <a:latin typeface="Arial" pitchFamily="34" charset="0"/>
                <a:ea typeface="楷体_GB2312"/>
                <a:cs typeface="Arial" pitchFamily="34" charset="0"/>
              </a:rPr>
              <a:t> </a:t>
            </a:r>
          </a:p>
          <a:p>
            <a:pPr marL="457200" indent="-457200">
              <a:lnSpc>
                <a:spcPct val="110000"/>
              </a:lnSpc>
              <a:buClr>
                <a:schemeClr val="accent2"/>
              </a:buClr>
              <a:buFont typeface="Wingdings" pitchFamily="2" charset="2"/>
              <a:buNone/>
            </a:pPr>
            <a:r>
              <a:rPr lang="en-US" altLang="zh-CN" sz="2600">
                <a:solidFill>
                  <a:srgbClr val="000000"/>
                </a:solidFill>
                <a:latin typeface="Arial" pitchFamily="34" charset="0"/>
                <a:ea typeface="楷体_GB2312"/>
                <a:cs typeface="Arial" pitchFamily="34" charset="0"/>
              </a:rPr>
              <a:t>        IEventListener {</a:t>
            </a:r>
          </a:p>
          <a:p>
            <a:pPr marL="457200" indent="-457200">
              <a:lnSpc>
                <a:spcPct val="110000"/>
              </a:lnSpc>
              <a:buClr>
                <a:schemeClr val="accent2"/>
              </a:buClr>
              <a:buFont typeface="Wingdings" pitchFamily="2" charset="2"/>
              <a:buNone/>
            </a:pPr>
            <a:endParaRPr lang="en-US" altLang="zh-CN" sz="2600">
              <a:solidFill>
                <a:srgbClr val="000000"/>
              </a:solidFill>
              <a:latin typeface="Arial" pitchFamily="34" charset="0"/>
              <a:ea typeface="楷体_GB2312"/>
              <a:cs typeface="Arial" pitchFamily="34" charset="0"/>
            </a:endParaRPr>
          </a:p>
          <a:p>
            <a:pPr marL="457200" indent="-457200">
              <a:lnSpc>
                <a:spcPct val="110000"/>
              </a:lnSpc>
              <a:buClr>
                <a:schemeClr val="accent2"/>
              </a:buClr>
              <a:buFont typeface="Wingdings" pitchFamily="2" charset="2"/>
              <a:buNone/>
            </a:pPr>
            <a:r>
              <a:rPr lang="en-US" altLang="zh-CN" sz="2600">
                <a:solidFill>
                  <a:srgbClr val="000000"/>
                </a:solidFill>
                <a:latin typeface="Arial" pitchFamily="34" charset="0"/>
                <a:ea typeface="楷体_GB2312"/>
                <a:cs typeface="Arial" pitchFamily="34" charset="0"/>
              </a:rPr>
              <a:t>    // …… </a:t>
            </a:r>
          </a:p>
          <a:p>
            <a:pPr marL="457200" indent="-457200">
              <a:lnSpc>
                <a:spcPct val="110000"/>
              </a:lnSpc>
              <a:buClr>
                <a:schemeClr val="accent2"/>
              </a:buClr>
              <a:buFont typeface="Wingdings" pitchFamily="2" charset="2"/>
              <a:buNone/>
            </a:pPr>
            <a:endParaRPr lang="en-US" altLang="zh-CN" sz="2600">
              <a:solidFill>
                <a:srgbClr val="000000"/>
              </a:solidFill>
              <a:latin typeface="Arial" pitchFamily="34" charset="0"/>
              <a:ea typeface="楷体_GB2312"/>
              <a:cs typeface="Arial" pitchFamily="34" charset="0"/>
            </a:endParaRPr>
          </a:p>
          <a:p>
            <a:pPr marL="457200" indent="-457200">
              <a:lnSpc>
                <a:spcPct val="110000"/>
              </a:lnSpc>
              <a:buClr>
                <a:schemeClr val="accent2"/>
              </a:buClr>
              <a:buFont typeface="Wingdings" pitchFamily="2" charset="2"/>
              <a:buNone/>
            </a:pPr>
            <a:r>
              <a:rPr lang="en-US" altLang="zh-CN" sz="2600">
                <a:solidFill>
                  <a:srgbClr val="000000"/>
                </a:solidFill>
                <a:latin typeface="Arial" pitchFamily="34" charset="0"/>
                <a:ea typeface="楷体_GB2312"/>
                <a:cs typeface="Arial" pitchFamily="34" charset="0"/>
              </a:rPr>
              <a:t>    </a:t>
            </a:r>
            <a:r>
              <a:rPr lang="en-US" altLang="zh-CN" sz="2600" i="1">
                <a:solidFill>
                  <a:srgbClr val="000000"/>
                </a:solidFill>
                <a:latin typeface="Arial" pitchFamily="34" charset="0"/>
                <a:ea typeface="楷体_GB2312"/>
                <a:cs typeface="Arial" pitchFamily="34" charset="0"/>
              </a:rPr>
              <a:t>public</a:t>
            </a:r>
            <a:r>
              <a:rPr lang="en-US" altLang="zh-CN" sz="2600">
                <a:solidFill>
                  <a:srgbClr val="000000"/>
                </a:solidFill>
                <a:latin typeface="Arial" pitchFamily="34" charset="0"/>
                <a:ea typeface="楷体_GB2312"/>
                <a:cs typeface="Arial" pitchFamily="34" charset="0"/>
              </a:rPr>
              <a:t> </a:t>
            </a:r>
            <a:r>
              <a:rPr lang="en-US" altLang="zh-CN" sz="2600" i="1">
                <a:solidFill>
                  <a:srgbClr val="000000"/>
                </a:solidFill>
                <a:latin typeface="Arial" pitchFamily="34" charset="0"/>
                <a:ea typeface="楷体_GB2312"/>
                <a:cs typeface="Arial" pitchFamily="34" charset="0"/>
              </a:rPr>
              <a:t>void</a:t>
            </a:r>
            <a:r>
              <a:rPr lang="en-US" altLang="zh-CN" sz="2600">
                <a:solidFill>
                  <a:srgbClr val="000000"/>
                </a:solidFill>
                <a:latin typeface="Arial" pitchFamily="34" charset="0"/>
                <a:ea typeface="楷体_GB2312"/>
                <a:cs typeface="Arial" pitchFamily="34" charset="0"/>
              </a:rPr>
              <a:t> onEvent(Event event) {</a:t>
            </a:r>
          </a:p>
          <a:p>
            <a:pPr marL="457200" indent="-457200">
              <a:lnSpc>
                <a:spcPct val="110000"/>
              </a:lnSpc>
              <a:buClr>
                <a:schemeClr val="accent2"/>
              </a:buClr>
              <a:buFont typeface="Wingdings" pitchFamily="2" charset="2"/>
              <a:buNone/>
            </a:pPr>
            <a:r>
              <a:rPr lang="en-US" altLang="zh-CN" sz="2600">
                <a:solidFill>
                  <a:srgbClr val="000000"/>
                </a:solidFill>
                <a:latin typeface="Arial" pitchFamily="34" charset="0"/>
                <a:ea typeface="楷体_GB2312"/>
                <a:cs typeface="Arial" pitchFamily="34" charset="0"/>
              </a:rPr>
              <a:t>        // get data from event</a:t>
            </a:r>
          </a:p>
          <a:p>
            <a:pPr marL="457200" indent="-457200">
              <a:lnSpc>
                <a:spcPct val="110000"/>
              </a:lnSpc>
              <a:buClr>
                <a:schemeClr val="accent2"/>
              </a:buClr>
              <a:buFont typeface="Wingdings" pitchFamily="2" charset="2"/>
              <a:buNone/>
            </a:pPr>
            <a:r>
              <a:rPr lang="en-US" altLang="zh-CN" sz="2600">
                <a:solidFill>
                  <a:srgbClr val="000000"/>
                </a:solidFill>
                <a:latin typeface="Arial" pitchFamily="34" charset="0"/>
                <a:ea typeface="楷体_GB2312"/>
                <a:cs typeface="Arial" pitchFamily="34" charset="0"/>
              </a:rPr>
              <a:t>        // ……</a:t>
            </a:r>
          </a:p>
          <a:p>
            <a:pPr marL="457200" indent="-457200">
              <a:lnSpc>
                <a:spcPct val="110000"/>
              </a:lnSpc>
              <a:buClr>
                <a:schemeClr val="accent2"/>
              </a:buClr>
              <a:buFont typeface="Wingdings" pitchFamily="2" charset="2"/>
              <a:buNone/>
            </a:pPr>
            <a:r>
              <a:rPr lang="en-US" altLang="zh-CN" sz="2600">
                <a:solidFill>
                  <a:srgbClr val="000000"/>
                </a:solidFill>
                <a:latin typeface="Arial" pitchFamily="34" charset="0"/>
                <a:ea typeface="楷体_GB2312"/>
                <a:cs typeface="Arial" pitchFamily="34" charset="0"/>
              </a:rPr>
              <a:t>    }</a:t>
            </a:r>
          </a:p>
          <a:p>
            <a:pPr marL="457200" indent="-457200">
              <a:lnSpc>
                <a:spcPct val="110000"/>
              </a:lnSpc>
              <a:buClr>
                <a:schemeClr val="accent2"/>
              </a:buClr>
              <a:buFont typeface="Wingdings" pitchFamily="2" charset="2"/>
              <a:buNone/>
            </a:pPr>
            <a:r>
              <a:rPr lang="en-US" altLang="zh-CN" sz="2600">
                <a:solidFill>
                  <a:srgbClr val="000000"/>
                </a:solidFill>
                <a:latin typeface="Arial" pitchFamily="34" charset="0"/>
                <a:ea typeface="楷体_GB2312"/>
                <a:cs typeface="Arial" pitchFamily="34" charset="0"/>
              </a:rPr>
              <a:t>}</a:t>
            </a:r>
          </a:p>
        </p:txBody>
      </p:sp>
    </p:spTree>
    <p:custDataLst>
      <p:tags r:id="rId1"/>
    </p:custDataLst>
    <p:extLst>
      <p:ext uri="{BB962C8B-B14F-4D97-AF65-F5344CB8AC3E}">
        <p14:creationId xmlns:p14="http://schemas.microsoft.com/office/powerpoint/2010/main" val="2439317456"/>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r>
              <a:rPr lang="zh-CN" altLang="en-US" sz="2800" b="0" smtClean="0">
                <a:latin typeface="微软雅黑" pitchFamily="34" charset="-122"/>
                <a:ea typeface="微软雅黑" pitchFamily="34" charset="-122"/>
              </a:rPr>
              <a:t>发布</a:t>
            </a:r>
            <a:r>
              <a:rPr lang="en-US" altLang="zh-CN" sz="2800" b="0" smtClean="0">
                <a:latin typeface="微软雅黑" pitchFamily="34" charset="-122"/>
                <a:ea typeface="微软雅黑" pitchFamily="34" charset="-122"/>
              </a:rPr>
              <a:t>—</a:t>
            </a:r>
            <a:r>
              <a:rPr lang="zh-CN" altLang="en-US" sz="2800" b="0" smtClean="0">
                <a:latin typeface="微软雅黑" pitchFamily="34" charset="-122"/>
                <a:ea typeface="微软雅黑" pitchFamily="34" charset="-122"/>
              </a:rPr>
              <a:t>订阅模式的正面效应</a:t>
            </a: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12D70448-B2FC-4EF3-9374-57CA7071DDC2}" type="slidenum">
              <a:rPr lang="zh-CN" altLang="en-US" sz="1600">
                <a:solidFill>
                  <a:srgbClr val="000066"/>
                </a:solidFill>
                <a:latin typeface="微软雅黑" pitchFamily="34" charset="-122"/>
                <a:ea typeface="微软雅黑" pitchFamily="34" charset="-122"/>
              </a:rPr>
              <a:pPr/>
              <a:t>37</a:t>
            </a:fld>
            <a:endParaRPr lang="en-US" altLang="zh-CN" sz="1600">
              <a:solidFill>
                <a:srgbClr val="000066"/>
              </a:solidFill>
              <a:latin typeface="微软雅黑" pitchFamily="34" charset="-122"/>
              <a:ea typeface="微软雅黑" pitchFamily="34" charset="-122"/>
            </a:endParaRPr>
          </a:p>
        </p:txBody>
      </p:sp>
      <p:sp>
        <p:nvSpPr>
          <p:cNvPr id="5" name="Rectangle 3"/>
          <p:cNvSpPr txBox="1">
            <a:spLocks noChangeArrowheads="1"/>
          </p:cNvSpPr>
          <p:nvPr/>
        </p:nvSpPr>
        <p:spPr bwMode="auto">
          <a:xfrm>
            <a:off x="179388" y="1268413"/>
            <a:ext cx="8496300" cy="4903787"/>
          </a:xfrm>
          <a:prstGeom prst="rect">
            <a:avLst/>
          </a:prstGeom>
          <a:noFill/>
          <a:ln w="9525">
            <a:noFill/>
            <a:miter lim="800000"/>
            <a:headEnd/>
            <a:tailEnd/>
          </a:ln>
          <a:effectLst/>
        </p:spPr>
        <p:txBody>
          <a:bodyPr/>
          <a:lstStyle>
            <a:lvl1pPr marL="457200" indent="-457200" algn="l" rtl="0" eaLnBrk="0" fontAlgn="base" hangingPunct="0">
              <a:lnSpc>
                <a:spcPct val="120000"/>
              </a:lnSpc>
              <a:spcBef>
                <a:spcPct val="20000"/>
              </a:spcBef>
              <a:spcAft>
                <a:spcPct val="0"/>
              </a:spcAft>
              <a:buClr>
                <a:schemeClr val="accent2"/>
              </a:buClr>
              <a:buFont typeface="Wingdings" pitchFamily="2" charset="2"/>
              <a:buChar char="p"/>
              <a:defRPr kumimoji="1" sz="3200" b="1">
                <a:solidFill>
                  <a:schemeClr val="tx1"/>
                </a:solidFill>
                <a:latin typeface="+mn-lt"/>
                <a:ea typeface="+mn-ea"/>
                <a:cs typeface="+mn-cs"/>
              </a:defRPr>
            </a:lvl1pPr>
            <a:lvl2pPr marL="990600" indent="-354013" algn="l" rtl="0" eaLnBrk="0" fontAlgn="base" hangingPunct="0">
              <a:lnSpc>
                <a:spcPct val="120000"/>
              </a:lnSpc>
              <a:spcBef>
                <a:spcPct val="20000"/>
              </a:spcBef>
              <a:spcAft>
                <a:spcPct val="0"/>
              </a:spcAft>
              <a:buClr>
                <a:schemeClr val="folHlink"/>
              </a:buClr>
              <a:buFont typeface="Wingdings" pitchFamily="2" charset="2"/>
              <a:buBlip>
                <a:blip r:embed="rId3"/>
              </a:buBlip>
              <a:defRPr kumimoji="1" sz="2800" b="1">
                <a:solidFill>
                  <a:schemeClr val="tx1"/>
                </a:solidFill>
                <a:latin typeface="楷体_GB2312" pitchFamily="49" charset="-122"/>
                <a:ea typeface="楷体_GB2312" pitchFamily="49" charset="-122"/>
              </a:defRPr>
            </a:lvl2pPr>
            <a:lvl3pPr marL="1619250" indent="-354013" algn="l" rtl="0" eaLnBrk="0" fontAlgn="base" hangingPunct="0">
              <a:lnSpc>
                <a:spcPct val="120000"/>
              </a:lnSpc>
              <a:spcBef>
                <a:spcPct val="20000"/>
              </a:spcBef>
              <a:spcAft>
                <a:spcPct val="0"/>
              </a:spcAft>
              <a:buClr>
                <a:schemeClr val="accent2"/>
              </a:buClr>
              <a:buBlip>
                <a:blip r:embed="rId4"/>
              </a:buBlip>
              <a:defRPr kumimoji="1" sz="2400" b="1">
                <a:solidFill>
                  <a:schemeClr val="tx1"/>
                </a:solidFill>
                <a:latin typeface="+mn-lt"/>
                <a:ea typeface="+mn-ea"/>
              </a:defRPr>
            </a:lvl3pPr>
            <a:lvl4pPr marL="2152650" indent="-315913" algn="l" rtl="0" eaLnBrk="0" fontAlgn="base" hangingPunct="0">
              <a:lnSpc>
                <a:spcPct val="120000"/>
              </a:lnSpc>
              <a:spcBef>
                <a:spcPct val="20000"/>
              </a:spcBef>
              <a:spcAft>
                <a:spcPct val="0"/>
              </a:spcAft>
              <a:buClr>
                <a:schemeClr val="accent2"/>
              </a:buClr>
              <a:buBlip>
                <a:blip r:embed="rId5"/>
              </a:buBlip>
              <a:defRPr kumimoji="1" sz="2000" b="1">
                <a:solidFill>
                  <a:schemeClr val="tx1"/>
                </a:solidFill>
                <a:latin typeface="+mn-lt"/>
                <a:ea typeface="+mn-ea"/>
              </a:defRPr>
            </a:lvl4pPr>
            <a:lvl5pPr marL="2609850" indent="-269875" algn="l" rtl="0" eaLnBrk="0" fontAlgn="base" hangingPunct="0">
              <a:lnSpc>
                <a:spcPct val="120000"/>
              </a:lnSpc>
              <a:spcBef>
                <a:spcPct val="20000"/>
              </a:spcBef>
              <a:spcAft>
                <a:spcPct val="0"/>
              </a:spcAft>
              <a:buClr>
                <a:schemeClr val="accent2"/>
              </a:buClr>
              <a:buBlip>
                <a:blip r:embed="rId6"/>
              </a:buBlip>
              <a:defRPr kumimoji="1" b="1">
                <a:solidFill>
                  <a:schemeClr val="tx1"/>
                </a:solidFill>
                <a:latin typeface="+mn-lt"/>
                <a:ea typeface="+mn-ea"/>
              </a:defRPr>
            </a:lvl5pPr>
            <a:lvl6pPr marL="3067050" indent="-269875" algn="l" rtl="0" eaLnBrk="0" fontAlgn="base" hangingPunct="0">
              <a:lnSpc>
                <a:spcPct val="120000"/>
              </a:lnSpc>
              <a:spcBef>
                <a:spcPct val="20000"/>
              </a:spcBef>
              <a:spcAft>
                <a:spcPct val="0"/>
              </a:spcAft>
              <a:buClr>
                <a:schemeClr val="accent2"/>
              </a:buClr>
              <a:buBlip>
                <a:blip r:embed="rId6"/>
              </a:buBlip>
              <a:defRPr kumimoji="1" b="1">
                <a:solidFill>
                  <a:schemeClr val="tx1"/>
                </a:solidFill>
                <a:latin typeface="+mn-lt"/>
                <a:ea typeface="+mn-ea"/>
              </a:defRPr>
            </a:lvl6pPr>
            <a:lvl7pPr marL="3524250" indent="-269875" algn="l" rtl="0" eaLnBrk="0" fontAlgn="base" hangingPunct="0">
              <a:lnSpc>
                <a:spcPct val="120000"/>
              </a:lnSpc>
              <a:spcBef>
                <a:spcPct val="20000"/>
              </a:spcBef>
              <a:spcAft>
                <a:spcPct val="0"/>
              </a:spcAft>
              <a:buClr>
                <a:schemeClr val="accent2"/>
              </a:buClr>
              <a:buBlip>
                <a:blip r:embed="rId6"/>
              </a:buBlip>
              <a:defRPr kumimoji="1" b="1">
                <a:solidFill>
                  <a:schemeClr val="tx1"/>
                </a:solidFill>
                <a:latin typeface="+mn-lt"/>
                <a:ea typeface="+mn-ea"/>
              </a:defRPr>
            </a:lvl7pPr>
            <a:lvl8pPr marL="3981450" indent="-269875" algn="l" rtl="0" eaLnBrk="0" fontAlgn="base" hangingPunct="0">
              <a:lnSpc>
                <a:spcPct val="120000"/>
              </a:lnSpc>
              <a:spcBef>
                <a:spcPct val="20000"/>
              </a:spcBef>
              <a:spcAft>
                <a:spcPct val="0"/>
              </a:spcAft>
              <a:buClr>
                <a:schemeClr val="accent2"/>
              </a:buClr>
              <a:buBlip>
                <a:blip r:embed="rId6"/>
              </a:buBlip>
              <a:defRPr kumimoji="1" b="1">
                <a:solidFill>
                  <a:schemeClr val="tx1"/>
                </a:solidFill>
                <a:latin typeface="+mn-lt"/>
                <a:ea typeface="+mn-ea"/>
              </a:defRPr>
            </a:lvl8pPr>
            <a:lvl9pPr marL="4438650" indent="-269875" algn="l" rtl="0" eaLnBrk="0" fontAlgn="base" hangingPunct="0">
              <a:lnSpc>
                <a:spcPct val="120000"/>
              </a:lnSpc>
              <a:spcBef>
                <a:spcPct val="20000"/>
              </a:spcBef>
              <a:spcAft>
                <a:spcPct val="0"/>
              </a:spcAft>
              <a:buClr>
                <a:schemeClr val="accent2"/>
              </a:buClr>
              <a:buBlip>
                <a:blip r:embed="rId6"/>
              </a:buBlip>
              <a:defRPr kumimoji="1" b="1">
                <a:solidFill>
                  <a:schemeClr val="tx1"/>
                </a:solidFill>
                <a:latin typeface="+mn-lt"/>
                <a:ea typeface="+mn-ea"/>
              </a:defRPr>
            </a:lvl9pPr>
          </a:lstStyle>
          <a:p>
            <a:pPr>
              <a:lnSpc>
                <a:spcPct val="150000"/>
              </a:lnSpc>
              <a:buClr>
                <a:srgbClr val="3333CC"/>
              </a:buClr>
              <a:defRPr/>
            </a:pPr>
            <a:r>
              <a:rPr lang="zh-CN" altLang="en-US" sz="3600" dirty="0">
                <a:solidFill>
                  <a:srgbClr val="000000"/>
                </a:solidFill>
                <a:effectLst>
                  <a:outerShdw blurRad="38100" dist="38100" dir="2700000" algn="tl">
                    <a:srgbClr val="000000">
                      <a:alpha val="43137"/>
                    </a:srgbClr>
                  </a:outerShdw>
                </a:effectLst>
                <a:latin typeface="楷体" pitchFamily="49" charset="-122"/>
                <a:ea typeface="楷体" pitchFamily="49" charset="-122"/>
              </a:rPr>
              <a:t>从无目的的事件广播转变为定向事件通告，避免无效传播，降低性能开销</a:t>
            </a:r>
            <a:endParaRPr lang="en-US" altLang="zh-CN" sz="3600" dirty="0">
              <a:solidFill>
                <a:srgbClr val="000000"/>
              </a:solidFill>
              <a:effectLst>
                <a:outerShdw blurRad="38100" dist="38100" dir="2700000" algn="tl">
                  <a:srgbClr val="000000">
                    <a:alpha val="43137"/>
                  </a:srgbClr>
                </a:outerShdw>
              </a:effectLst>
              <a:latin typeface="楷体" pitchFamily="49" charset="-122"/>
              <a:ea typeface="楷体" pitchFamily="49" charset="-122"/>
            </a:endParaRPr>
          </a:p>
          <a:p>
            <a:pPr>
              <a:lnSpc>
                <a:spcPct val="150000"/>
              </a:lnSpc>
              <a:buClr>
                <a:srgbClr val="3333CC"/>
              </a:buClr>
              <a:defRPr/>
            </a:pPr>
            <a:r>
              <a:rPr lang="zh-CN" altLang="en-US" sz="3600" dirty="0">
                <a:solidFill>
                  <a:srgbClr val="000000"/>
                </a:solidFill>
                <a:effectLst>
                  <a:outerShdw blurRad="38100" dist="38100" dir="2700000" algn="tl">
                    <a:srgbClr val="000000">
                      <a:alpha val="43137"/>
                    </a:srgbClr>
                  </a:outerShdw>
                </a:effectLst>
                <a:latin typeface="楷体" pitchFamily="49" charset="-122"/>
                <a:ea typeface="楷体" pitchFamily="49" charset="-122"/>
              </a:rPr>
              <a:t>降低发布者、订阅者之间的</a:t>
            </a:r>
            <a:r>
              <a:rPr lang="zh-CN" altLang="en-US" sz="3600" dirty="0">
                <a:solidFill>
                  <a:srgbClr val="FF0000"/>
                </a:solidFill>
                <a:effectLst>
                  <a:outerShdw blurRad="38100" dist="38100" dir="2700000" algn="tl">
                    <a:srgbClr val="000000">
                      <a:alpha val="43137"/>
                    </a:srgbClr>
                  </a:outerShdw>
                </a:effectLst>
                <a:latin typeface="楷体" pitchFamily="49" charset="-122"/>
                <a:ea typeface="楷体" pitchFamily="49" charset="-122"/>
              </a:rPr>
              <a:t>耦合度</a:t>
            </a:r>
            <a:endParaRPr lang="en-US" altLang="zh-CN" sz="3600" dirty="0">
              <a:solidFill>
                <a:srgbClr val="FF0000"/>
              </a:solidFill>
              <a:effectLst>
                <a:outerShdw blurRad="38100" dist="38100" dir="2700000" algn="tl">
                  <a:srgbClr val="000000">
                    <a:alpha val="43137"/>
                  </a:srgbClr>
                </a:outerShdw>
              </a:effectLst>
              <a:latin typeface="楷体" pitchFamily="49" charset="-122"/>
              <a:ea typeface="楷体" pitchFamily="49" charset="-122"/>
            </a:endParaRPr>
          </a:p>
        </p:txBody>
      </p:sp>
    </p:spTree>
    <p:custDataLst>
      <p:tags r:id="rId1"/>
    </p:custDataLst>
    <p:extLst>
      <p:ext uri="{BB962C8B-B14F-4D97-AF65-F5344CB8AC3E}">
        <p14:creationId xmlns:p14="http://schemas.microsoft.com/office/powerpoint/2010/main" val="751673627"/>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p:txBody>
          <a:bodyPr/>
          <a:lstStyle/>
          <a:p>
            <a:r>
              <a:rPr lang="zh-CN" altLang="en-US" sz="2800" b="0" smtClean="0">
                <a:latin typeface="微软雅黑" pitchFamily="34" charset="-122"/>
                <a:ea typeface="微软雅黑" pitchFamily="34" charset="-122"/>
              </a:rPr>
              <a:t>发布</a:t>
            </a:r>
            <a:r>
              <a:rPr lang="en-US" altLang="zh-CN" sz="2800" b="0" smtClean="0">
                <a:latin typeface="微软雅黑" pitchFamily="34" charset="-122"/>
                <a:ea typeface="微软雅黑" pitchFamily="34" charset="-122"/>
              </a:rPr>
              <a:t>—</a:t>
            </a:r>
            <a:r>
              <a:rPr lang="zh-CN" altLang="en-US" sz="2800" b="0" smtClean="0">
                <a:latin typeface="微软雅黑" pitchFamily="34" charset="-122"/>
                <a:ea typeface="微软雅黑" pitchFamily="34" charset="-122"/>
              </a:rPr>
              <a:t>订阅模式的负面效应</a:t>
            </a: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8DE13CAE-8233-4C8E-894E-D22182371A92}" type="slidenum">
              <a:rPr lang="zh-CN" altLang="en-US" sz="1600">
                <a:solidFill>
                  <a:srgbClr val="000066"/>
                </a:solidFill>
                <a:latin typeface="微软雅黑" pitchFamily="34" charset="-122"/>
                <a:ea typeface="微软雅黑" pitchFamily="34" charset="-122"/>
              </a:rPr>
              <a:pPr/>
              <a:t>38</a:t>
            </a:fld>
            <a:endParaRPr lang="en-US" altLang="zh-CN" sz="1600">
              <a:solidFill>
                <a:srgbClr val="000066"/>
              </a:solidFill>
              <a:latin typeface="微软雅黑" pitchFamily="34" charset="-122"/>
              <a:ea typeface="微软雅黑" pitchFamily="34" charset="-122"/>
            </a:endParaRPr>
          </a:p>
        </p:txBody>
      </p:sp>
      <p:sp>
        <p:nvSpPr>
          <p:cNvPr id="5" name="Rectangle 3"/>
          <p:cNvSpPr txBox="1">
            <a:spLocks noChangeArrowheads="1"/>
          </p:cNvSpPr>
          <p:nvPr/>
        </p:nvSpPr>
        <p:spPr bwMode="auto">
          <a:xfrm>
            <a:off x="179388" y="1268413"/>
            <a:ext cx="8496300" cy="4903787"/>
          </a:xfrm>
          <a:prstGeom prst="rect">
            <a:avLst/>
          </a:prstGeom>
          <a:noFill/>
          <a:ln w="9525">
            <a:noFill/>
            <a:miter lim="800000"/>
            <a:headEnd/>
            <a:tailEnd/>
          </a:ln>
          <a:effectLst/>
        </p:spPr>
        <p:txBody>
          <a:bodyPr/>
          <a:lstStyle>
            <a:lvl1pPr marL="457200" indent="-457200" algn="l" rtl="0" eaLnBrk="0" fontAlgn="base" hangingPunct="0">
              <a:lnSpc>
                <a:spcPct val="120000"/>
              </a:lnSpc>
              <a:spcBef>
                <a:spcPct val="20000"/>
              </a:spcBef>
              <a:spcAft>
                <a:spcPct val="0"/>
              </a:spcAft>
              <a:buClr>
                <a:schemeClr val="accent2"/>
              </a:buClr>
              <a:buFont typeface="Wingdings" pitchFamily="2" charset="2"/>
              <a:buChar char="p"/>
              <a:defRPr kumimoji="1" sz="3200" b="1">
                <a:solidFill>
                  <a:schemeClr val="tx1"/>
                </a:solidFill>
                <a:latin typeface="+mn-lt"/>
                <a:ea typeface="+mn-ea"/>
                <a:cs typeface="+mn-cs"/>
              </a:defRPr>
            </a:lvl1pPr>
            <a:lvl2pPr marL="990600" indent="-354013" algn="l" rtl="0" eaLnBrk="0" fontAlgn="base" hangingPunct="0">
              <a:lnSpc>
                <a:spcPct val="120000"/>
              </a:lnSpc>
              <a:spcBef>
                <a:spcPct val="20000"/>
              </a:spcBef>
              <a:spcAft>
                <a:spcPct val="0"/>
              </a:spcAft>
              <a:buClr>
                <a:schemeClr val="folHlink"/>
              </a:buClr>
              <a:buFont typeface="Wingdings" pitchFamily="2" charset="2"/>
              <a:buBlip>
                <a:blip r:embed="rId3"/>
              </a:buBlip>
              <a:defRPr kumimoji="1" sz="2800" b="1">
                <a:solidFill>
                  <a:schemeClr val="tx1"/>
                </a:solidFill>
                <a:latin typeface="楷体_GB2312" pitchFamily="49" charset="-122"/>
                <a:ea typeface="楷体_GB2312" pitchFamily="49" charset="-122"/>
              </a:defRPr>
            </a:lvl2pPr>
            <a:lvl3pPr marL="1619250" indent="-354013" algn="l" rtl="0" eaLnBrk="0" fontAlgn="base" hangingPunct="0">
              <a:lnSpc>
                <a:spcPct val="120000"/>
              </a:lnSpc>
              <a:spcBef>
                <a:spcPct val="20000"/>
              </a:spcBef>
              <a:spcAft>
                <a:spcPct val="0"/>
              </a:spcAft>
              <a:buClr>
                <a:schemeClr val="accent2"/>
              </a:buClr>
              <a:buBlip>
                <a:blip r:embed="rId4"/>
              </a:buBlip>
              <a:defRPr kumimoji="1" sz="2400" b="1">
                <a:solidFill>
                  <a:schemeClr val="tx1"/>
                </a:solidFill>
                <a:latin typeface="+mn-lt"/>
                <a:ea typeface="+mn-ea"/>
              </a:defRPr>
            </a:lvl3pPr>
            <a:lvl4pPr marL="2152650" indent="-315913" algn="l" rtl="0" eaLnBrk="0" fontAlgn="base" hangingPunct="0">
              <a:lnSpc>
                <a:spcPct val="120000"/>
              </a:lnSpc>
              <a:spcBef>
                <a:spcPct val="20000"/>
              </a:spcBef>
              <a:spcAft>
                <a:spcPct val="0"/>
              </a:spcAft>
              <a:buClr>
                <a:schemeClr val="accent2"/>
              </a:buClr>
              <a:buBlip>
                <a:blip r:embed="rId5"/>
              </a:buBlip>
              <a:defRPr kumimoji="1" sz="2000" b="1">
                <a:solidFill>
                  <a:schemeClr val="tx1"/>
                </a:solidFill>
                <a:latin typeface="+mn-lt"/>
                <a:ea typeface="+mn-ea"/>
              </a:defRPr>
            </a:lvl4pPr>
            <a:lvl5pPr marL="2609850" indent="-269875" algn="l" rtl="0" eaLnBrk="0" fontAlgn="base" hangingPunct="0">
              <a:lnSpc>
                <a:spcPct val="120000"/>
              </a:lnSpc>
              <a:spcBef>
                <a:spcPct val="20000"/>
              </a:spcBef>
              <a:spcAft>
                <a:spcPct val="0"/>
              </a:spcAft>
              <a:buClr>
                <a:schemeClr val="accent2"/>
              </a:buClr>
              <a:buBlip>
                <a:blip r:embed="rId6"/>
              </a:buBlip>
              <a:defRPr kumimoji="1" b="1">
                <a:solidFill>
                  <a:schemeClr val="tx1"/>
                </a:solidFill>
                <a:latin typeface="+mn-lt"/>
                <a:ea typeface="+mn-ea"/>
              </a:defRPr>
            </a:lvl5pPr>
            <a:lvl6pPr marL="3067050" indent="-269875" algn="l" rtl="0" eaLnBrk="0" fontAlgn="base" hangingPunct="0">
              <a:lnSpc>
                <a:spcPct val="120000"/>
              </a:lnSpc>
              <a:spcBef>
                <a:spcPct val="20000"/>
              </a:spcBef>
              <a:spcAft>
                <a:spcPct val="0"/>
              </a:spcAft>
              <a:buClr>
                <a:schemeClr val="accent2"/>
              </a:buClr>
              <a:buBlip>
                <a:blip r:embed="rId6"/>
              </a:buBlip>
              <a:defRPr kumimoji="1" b="1">
                <a:solidFill>
                  <a:schemeClr val="tx1"/>
                </a:solidFill>
                <a:latin typeface="+mn-lt"/>
                <a:ea typeface="+mn-ea"/>
              </a:defRPr>
            </a:lvl6pPr>
            <a:lvl7pPr marL="3524250" indent="-269875" algn="l" rtl="0" eaLnBrk="0" fontAlgn="base" hangingPunct="0">
              <a:lnSpc>
                <a:spcPct val="120000"/>
              </a:lnSpc>
              <a:spcBef>
                <a:spcPct val="20000"/>
              </a:spcBef>
              <a:spcAft>
                <a:spcPct val="0"/>
              </a:spcAft>
              <a:buClr>
                <a:schemeClr val="accent2"/>
              </a:buClr>
              <a:buBlip>
                <a:blip r:embed="rId6"/>
              </a:buBlip>
              <a:defRPr kumimoji="1" b="1">
                <a:solidFill>
                  <a:schemeClr val="tx1"/>
                </a:solidFill>
                <a:latin typeface="+mn-lt"/>
                <a:ea typeface="+mn-ea"/>
              </a:defRPr>
            </a:lvl7pPr>
            <a:lvl8pPr marL="3981450" indent="-269875" algn="l" rtl="0" eaLnBrk="0" fontAlgn="base" hangingPunct="0">
              <a:lnSpc>
                <a:spcPct val="120000"/>
              </a:lnSpc>
              <a:spcBef>
                <a:spcPct val="20000"/>
              </a:spcBef>
              <a:spcAft>
                <a:spcPct val="0"/>
              </a:spcAft>
              <a:buClr>
                <a:schemeClr val="accent2"/>
              </a:buClr>
              <a:buBlip>
                <a:blip r:embed="rId6"/>
              </a:buBlip>
              <a:defRPr kumimoji="1" b="1">
                <a:solidFill>
                  <a:schemeClr val="tx1"/>
                </a:solidFill>
                <a:latin typeface="+mn-lt"/>
                <a:ea typeface="+mn-ea"/>
              </a:defRPr>
            </a:lvl8pPr>
            <a:lvl9pPr marL="4438650" indent="-269875" algn="l" rtl="0" eaLnBrk="0" fontAlgn="base" hangingPunct="0">
              <a:lnSpc>
                <a:spcPct val="120000"/>
              </a:lnSpc>
              <a:spcBef>
                <a:spcPct val="20000"/>
              </a:spcBef>
              <a:spcAft>
                <a:spcPct val="0"/>
              </a:spcAft>
              <a:buClr>
                <a:schemeClr val="accent2"/>
              </a:buClr>
              <a:buBlip>
                <a:blip r:embed="rId6"/>
              </a:buBlip>
              <a:defRPr kumimoji="1" b="1">
                <a:solidFill>
                  <a:schemeClr val="tx1"/>
                </a:solidFill>
                <a:latin typeface="+mn-lt"/>
                <a:ea typeface="+mn-ea"/>
              </a:defRPr>
            </a:lvl9pPr>
          </a:lstStyle>
          <a:p>
            <a:pPr>
              <a:lnSpc>
                <a:spcPct val="150000"/>
              </a:lnSpc>
              <a:buClr>
                <a:srgbClr val="3333CC"/>
              </a:buClr>
              <a:defRPr/>
            </a:pPr>
            <a:r>
              <a:rPr lang="zh-CN" altLang="en-US" dirty="0">
                <a:solidFill>
                  <a:srgbClr val="000000"/>
                </a:solidFill>
                <a:effectLst>
                  <a:outerShdw blurRad="38100" dist="38100" dir="2700000" algn="tl">
                    <a:srgbClr val="000000">
                      <a:alpha val="43137"/>
                    </a:srgbClr>
                  </a:outerShdw>
                </a:effectLst>
                <a:latin typeface="楷体" pitchFamily="49" charset="-122"/>
                <a:ea typeface="楷体" pitchFamily="49" charset="-122"/>
              </a:rPr>
              <a:t>如果从发布者发向订阅者的数据量太大，仍可能存在浪费</a:t>
            </a:r>
            <a:endParaRPr lang="en-US" altLang="zh-CN" dirty="0">
              <a:solidFill>
                <a:srgbClr val="000000"/>
              </a:solidFill>
              <a:effectLst>
                <a:outerShdw blurRad="38100" dist="38100" dir="2700000" algn="tl">
                  <a:srgbClr val="000000">
                    <a:alpha val="43137"/>
                  </a:srgbClr>
                </a:outerShdw>
              </a:effectLst>
              <a:latin typeface="楷体" pitchFamily="49" charset="-122"/>
              <a:ea typeface="楷体" pitchFamily="49" charset="-122"/>
            </a:endParaRPr>
          </a:p>
        </p:txBody>
      </p:sp>
      <p:sp>
        <p:nvSpPr>
          <p:cNvPr id="11" name="圆角矩形标注 10"/>
          <p:cNvSpPr/>
          <p:nvPr/>
        </p:nvSpPr>
        <p:spPr bwMode="auto">
          <a:xfrm>
            <a:off x="2700338" y="4365625"/>
            <a:ext cx="1919287" cy="647700"/>
          </a:xfrm>
          <a:prstGeom prst="wedgeRoundRectCallout">
            <a:avLst>
              <a:gd name="adj1" fmla="val 69456"/>
              <a:gd name="adj2" fmla="val -160511"/>
              <a:gd name="adj3" fmla="val 16667"/>
            </a:avLst>
          </a:prstGeom>
          <a:solidFill>
            <a:schemeClr val="bg1"/>
          </a:solidFill>
          <a:ln w="25400" cap="flat" cmpd="sng" algn="ctr">
            <a:solidFill>
              <a:schemeClr val="tx2"/>
            </a:solidFill>
            <a:prstDash val="solid"/>
            <a:round/>
            <a:headEnd type="none" w="med" len="med"/>
            <a:tailEnd type="none" w="med" len="med"/>
          </a:ln>
          <a:effectLst/>
        </p:spPr>
        <p:txBody>
          <a:bodyPr/>
          <a:lstStyle/>
          <a:p>
            <a:pPr>
              <a:spcBef>
                <a:spcPts val="200"/>
              </a:spcBef>
              <a:buClr>
                <a:schemeClr val="accent2"/>
              </a:buClr>
              <a:defRPr/>
            </a:pPr>
            <a:r>
              <a:rPr lang="zh-CN" altLang="en-US" sz="2800" b="1"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怎么办？</a:t>
            </a:r>
            <a:endParaRPr lang="en-US" altLang="zh-CN" sz="2800" b="1"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endParaRPr>
          </a:p>
        </p:txBody>
      </p:sp>
    </p:spTree>
    <p:custDataLst>
      <p:tags r:id="rId1"/>
    </p:custDataLst>
    <p:extLst>
      <p:ext uri="{BB962C8B-B14F-4D97-AF65-F5344CB8AC3E}">
        <p14:creationId xmlns:p14="http://schemas.microsoft.com/office/powerpoint/2010/main" val="1942897094"/>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0"/>
                                  </p:stCondLst>
                                  <p:childTnLst>
                                    <p:set>
                                      <p:cBhvr>
                                        <p:cTn id="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1" grpId="0" animBg="1"/>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9933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1268413"/>
            <a:ext cx="7200900" cy="5411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9331" name="Rectangle 2"/>
          <p:cNvSpPr>
            <a:spLocks noGrp="1" noChangeArrowheads="1"/>
          </p:cNvSpPr>
          <p:nvPr>
            <p:ph type="title"/>
          </p:nvPr>
        </p:nvSpPr>
        <p:spPr/>
        <p:txBody>
          <a:bodyPr/>
          <a:lstStyle/>
          <a:p>
            <a:r>
              <a:rPr lang="zh-CN" altLang="en-US" sz="2800" b="0" smtClean="0">
                <a:latin typeface="微软雅黑" pitchFamily="34" charset="-122"/>
                <a:ea typeface="微软雅黑" pitchFamily="34" charset="-122"/>
              </a:rPr>
              <a:t>发布</a:t>
            </a:r>
            <a:r>
              <a:rPr lang="en-US" altLang="zh-CN" sz="2800" b="0" smtClean="0">
                <a:latin typeface="微软雅黑" pitchFamily="34" charset="-122"/>
                <a:ea typeface="微软雅黑" pitchFamily="34" charset="-122"/>
              </a:rPr>
              <a:t>—</a:t>
            </a:r>
            <a:r>
              <a:rPr lang="zh-CN" altLang="en-US" sz="2800" b="0" smtClean="0">
                <a:latin typeface="微软雅黑" pitchFamily="34" charset="-122"/>
                <a:ea typeface="微软雅黑" pitchFamily="34" charset="-122"/>
              </a:rPr>
              <a:t>订阅模式：拉</a:t>
            </a:r>
            <a:r>
              <a:rPr lang="en-US" altLang="zh-CN" sz="2800" b="0" smtClean="0">
                <a:latin typeface="微软雅黑" pitchFamily="34" charset="-122"/>
                <a:ea typeface="微软雅黑" pitchFamily="34" charset="-122"/>
              </a:rPr>
              <a:t>(pull)</a:t>
            </a:r>
            <a:r>
              <a:rPr lang="zh-CN" altLang="en-US" sz="2800" b="0" smtClean="0">
                <a:latin typeface="微软雅黑" pitchFamily="34" charset="-122"/>
                <a:ea typeface="微软雅黑" pitchFamily="34" charset="-122"/>
              </a:rPr>
              <a:t>模式</a:t>
            </a: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2592C3B4-4AA1-4EB1-8CBD-7D03D5E6C520}" type="slidenum">
              <a:rPr lang="zh-CN" altLang="en-US" sz="1600">
                <a:solidFill>
                  <a:srgbClr val="000066"/>
                </a:solidFill>
                <a:latin typeface="微软雅黑" pitchFamily="34" charset="-122"/>
                <a:ea typeface="微软雅黑" pitchFamily="34" charset="-122"/>
              </a:rPr>
              <a:pPr/>
              <a:t>39</a:t>
            </a:fld>
            <a:endParaRPr lang="en-US" altLang="zh-CN" sz="1600">
              <a:solidFill>
                <a:srgbClr val="000066"/>
              </a:solidFill>
              <a:latin typeface="微软雅黑" pitchFamily="34" charset="-122"/>
              <a:ea typeface="微软雅黑" pitchFamily="34" charset="-122"/>
            </a:endParaRPr>
          </a:p>
        </p:txBody>
      </p:sp>
      <p:cxnSp>
        <p:nvCxnSpPr>
          <p:cNvPr id="6" name="直接箭头连接符 5"/>
          <p:cNvCxnSpPr>
            <a:cxnSpLocks noChangeShapeType="1"/>
          </p:cNvCxnSpPr>
          <p:nvPr/>
        </p:nvCxnSpPr>
        <p:spPr bwMode="auto">
          <a:xfrm>
            <a:off x="6227763" y="5383213"/>
            <a:ext cx="0" cy="1296987"/>
          </a:xfrm>
          <a:prstGeom prst="straightConnector1">
            <a:avLst/>
          </a:prstGeom>
          <a:noFill/>
          <a:ln w="63500" algn="ctr">
            <a:solidFill>
              <a:srgbClr val="FF0000"/>
            </a:solidFill>
            <a:round/>
            <a:headEnd/>
            <a:tailEnd/>
          </a:ln>
          <a:extLst>
            <a:ext uri="{909E8E84-426E-40DD-AFC4-6F175D3DCCD1}">
              <a14:hiddenFill xmlns:a14="http://schemas.microsoft.com/office/drawing/2010/main">
                <a:noFill/>
              </a14:hiddenFill>
            </a:ext>
          </a:extLst>
        </p:spPr>
      </p:cxnSp>
      <p:cxnSp>
        <p:nvCxnSpPr>
          <p:cNvPr id="7" name="直接箭头连接符 6"/>
          <p:cNvCxnSpPr>
            <a:cxnSpLocks noChangeShapeType="1"/>
          </p:cNvCxnSpPr>
          <p:nvPr/>
        </p:nvCxnSpPr>
        <p:spPr bwMode="auto">
          <a:xfrm flipV="1">
            <a:off x="1763713" y="5383213"/>
            <a:ext cx="0" cy="1296987"/>
          </a:xfrm>
          <a:prstGeom prst="straightConnector1">
            <a:avLst/>
          </a:prstGeom>
          <a:noFill/>
          <a:ln w="63500" algn="ctr">
            <a:solidFill>
              <a:srgbClr val="FF0000"/>
            </a:solidFill>
            <a:round/>
            <a:headEnd/>
            <a:tailEnd type="arrow" w="med" len="med"/>
          </a:ln>
          <a:extLst>
            <a:ext uri="{909E8E84-426E-40DD-AFC4-6F175D3DCCD1}">
              <a14:hiddenFill xmlns:a14="http://schemas.microsoft.com/office/drawing/2010/main">
                <a:noFill/>
              </a14:hiddenFill>
            </a:ext>
          </a:extLst>
        </p:spPr>
      </p:cxnSp>
      <p:sp>
        <p:nvSpPr>
          <p:cNvPr id="8" name="矩形 7"/>
          <p:cNvSpPr>
            <a:spLocks noChangeArrowheads="1"/>
          </p:cNvSpPr>
          <p:nvPr/>
        </p:nvSpPr>
        <p:spPr bwMode="auto">
          <a:xfrm>
            <a:off x="900113" y="3284538"/>
            <a:ext cx="2808287" cy="504825"/>
          </a:xfrm>
          <a:prstGeom prst="rect">
            <a:avLst/>
          </a:prstGeom>
          <a:noFill/>
          <a:ln w="381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a:spcBef>
                <a:spcPct val="20000"/>
              </a:spcBef>
              <a:buClr>
                <a:srgbClr val="3333CC"/>
              </a:buClr>
              <a:buFontTx/>
              <a:buChar char="•"/>
            </a:pPr>
            <a:endParaRPr lang="zh-CN" altLang="en-US">
              <a:solidFill>
                <a:srgbClr val="000066"/>
              </a:solidFill>
            </a:endParaRPr>
          </a:p>
        </p:txBody>
      </p:sp>
      <p:cxnSp>
        <p:nvCxnSpPr>
          <p:cNvPr id="9" name="直接箭头连接符 8"/>
          <p:cNvCxnSpPr>
            <a:cxnSpLocks noChangeShapeType="1"/>
          </p:cNvCxnSpPr>
          <p:nvPr/>
        </p:nvCxnSpPr>
        <p:spPr bwMode="auto">
          <a:xfrm flipH="1">
            <a:off x="1763713" y="6680200"/>
            <a:ext cx="4464050" cy="0"/>
          </a:xfrm>
          <a:prstGeom prst="straightConnector1">
            <a:avLst/>
          </a:prstGeom>
          <a:noFill/>
          <a:ln w="63500" algn="ctr">
            <a:solidFill>
              <a:srgbClr val="FF0000"/>
            </a:solidFill>
            <a:round/>
            <a:headEnd/>
            <a:tailEnd/>
          </a:ln>
          <a:extLst>
            <a:ext uri="{909E8E84-426E-40DD-AFC4-6F175D3DCCD1}">
              <a14:hiddenFill xmlns:a14="http://schemas.microsoft.com/office/drawing/2010/main">
                <a:noFill/>
              </a14:hiddenFill>
            </a:ext>
          </a:extLst>
        </p:spPr>
      </p:cxnSp>
      <p:sp>
        <p:nvSpPr>
          <p:cNvPr id="13" name="圆角矩形标注 12"/>
          <p:cNvSpPr/>
          <p:nvPr/>
        </p:nvSpPr>
        <p:spPr bwMode="auto">
          <a:xfrm>
            <a:off x="6443663" y="5564188"/>
            <a:ext cx="1944687" cy="1033462"/>
          </a:xfrm>
          <a:prstGeom prst="wedgeRoundRectCallout">
            <a:avLst>
              <a:gd name="adj1" fmla="val -23356"/>
              <a:gd name="adj2" fmla="val -129691"/>
              <a:gd name="adj3" fmla="val 16667"/>
            </a:avLst>
          </a:prstGeom>
          <a:solidFill>
            <a:schemeClr val="bg1"/>
          </a:solidFill>
          <a:ln w="25400" cap="flat" cmpd="sng" algn="ctr">
            <a:solidFill>
              <a:schemeClr val="tx2"/>
            </a:solidFill>
            <a:prstDash val="solid"/>
            <a:round/>
            <a:headEnd type="none" w="med" len="med"/>
            <a:tailEnd type="none" w="med" len="med"/>
          </a:ln>
          <a:effectLst/>
        </p:spPr>
        <p:txBody>
          <a:bodyPr/>
          <a:lstStyle/>
          <a:p>
            <a:pPr>
              <a:spcBef>
                <a:spcPts val="200"/>
              </a:spcBef>
              <a:buClr>
                <a:schemeClr val="accent2"/>
              </a:buClr>
              <a:defRPr/>
            </a:pPr>
            <a:r>
              <a:rPr lang="zh-CN" altLang="en-US" sz="2600" b="1"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请自行实现拉模式</a:t>
            </a:r>
            <a:endParaRPr lang="en-US" altLang="zh-CN" sz="2600" b="1"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endParaRPr>
          </a:p>
        </p:txBody>
      </p:sp>
    </p:spTree>
    <p:custDataLst>
      <p:tags r:id="rId1"/>
    </p:custDataLst>
    <p:extLst>
      <p:ext uri="{BB962C8B-B14F-4D97-AF65-F5344CB8AC3E}">
        <p14:creationId xmlns:p14="http://schemas.microsoft.com/office/powerpoint/2010/main" val="1875115982"/>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1"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up)">
                                      <p:cBhvr>
                                        <p:cTn id="11" dur="500"/>
                                        <p:tgtEl>
                                          <p:spTgt spid="6"/>
                                        </p:tgtEl>
                                      </p:cBhvr>
                                    </p:animEffect>
                                  </p:childTnLst>
                                </p:cTn>
                              </p:par>
                            </p:childTnLst>
                          </p:cTn>
                        </p:par>
                        <p:par>
                          <p:cTn id="12" fill="hold" nodeType="afterGroup">
                            <p:stCondLst>
                              <p:cond delay="500"/>
                            </p:stCondLst>
                            <p:childTnLst>
                              <p:par>
                                <p:cTn id="13" presetID="22" presetClass="entr" presetSubtype="2"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right)">
                                      <p:cBhvr>
                                        <p:cTn id="15" dur="500"/>
                                        <p:tgtEl>
                                          <p:spTgt spid="9"/>
                                        </p:tgtEl>
                                      </p:cBhvr>
                                    </p:animEffect>
                                  </p:childTnLst>
                                </p:cTn>
                              </p:par>
                            </p:childTnLst>
                          </p:cTn>
                        </p:par>
                        <p:par>
                          <p:cTn id="16" fill="hold" nodeType="afterGroup">
                            <p:stCondLst>
                              <p:cond delay="1000"/>
                            </p:stCondLst>
                            <p:childTnLst>
                              <p:par>
                                <p:cTn id="17" presetID="22" presetClass="entr" presetSubtype="4"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down)">
                                      <p:cBhvr>
                                        <p:cTn id="19" dur="500"/>
                                        <p:tgtEl>
                                          <p:spTgt spid="7"/>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childTnLst>
                                </p:cTn>
                              </p:par>
                            </p:childTnLst>
                          </p:cTn>
                        </p:par>
                        <p:par>
                          <p:cTn id="24" fill="hold" nodeType="afterGroup">
                            <p:stCondLst>
                              <p:cond delay="0"/>
                            </p:stCondLst>
                            <p:childTnLst>
                              <p:par>
                                <p:cTn id="25" presetID="1" presetClass="entr" presetSubtype="0" fill="hold" grpId="0" nodeType="after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P spid="13" grpId="0" animBg="1"/>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0035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1196975"/>
            <a:ext cx="8713788" cy="551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0355" name="Rectangle 2"/>
          <p:cNvSpPr>
            <a:spLocks noGrp="1" noChangeArrowheads="1"/>
          </p:cNvSpPr>
          <p:nvPr>
            <p:ph type="title"/>
          </p:nvPr>
        </p:nvSpPr>
        <p:spPr/>
        <p:txBody>
          <a:bodyPr/>
          <a:lstStyle/>
          <a:p>
            <a:r>
              <a:rPr lang="en-US" altLang="zh-CN" sz="2800" b="0" smtClean="0">
                <a:latin typeface="微软雅黑" pitchFamily="34" charset="-122"/>
                <a:ea typeface="微软雅黑" pitchFamily="34" charset="-122"/>
              </a:rPr>
              <a:t>MVC</a:t>
            </a:r>
            <a:r>
              <a:rPr lang="zh-CN" altLang="en-US" sz="2800" b="0" smtClean="0">
                <a:latin typeface="微软雅黑" pitchFamily="34" charset="-122"/>
                <a:ea typeface="微软雅黑" pitchFamily="34" charset="-122"/>
              </a:rPr>
              <a:t>模式与发布</a:t>
            </a:r>
            <a:r>
              <a:rPr lang="en-US" altLang="zh-CN" sz="2800" b="0" smtClean="0">
                <a:latin typeface="微软雅黑" pitchFamily="34" charset="-122"/>
                <a:ea typeface="微软雅黑" pitchFamily="34" charset="-122"/>
              </a:rPr>
              <a:t>—</a:t>
            </a:r>
            <a:r>
              <a:rPr lang="zh-CN" altLang="en-US" sz="2800" b="0" smtClean="0">
                <a:latin typeface="微软雅黑" pitchFamily="34" charset="-122"/>
                <a:ea typeface="微软雅黑" pitchFamily="34" charset="-122"/>
              </a:rPr>
              <a:t>订阅模式的结合</a:t>
            </a: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81B35A12-EB2A-441D-8158-2D431468F40F}" type="slidenum">
              <a:rPr lang="zh-CN" altLang="en-US" sz="1600">
                <a:solidFill>
                  <a:srgbClr val="000066"/>
                </a:solidFill>
                <a:latin typeface="微软雅黑" pitchFamily="34" charset="-122"/>
                <a:ea typeface="微软雅黑" pitchFamily="34" charset="-122"/>
              </a:rPr>
              <a:pPr/>
              <a:t>40</a:t>
            </a:fld>
            <a:endParaRPr lang="en-US" altLang="zh-CN" sz="1600">
              <a:solidFill>
                <a:srgbClr val="000066"/>
              </a:solidFill>
              <a:latin typeface="微软雅黑" pitchFamily="34" charset="-122"/>
              <a:ea typeface="微软雅黑" pitchFamily="34" charset="-122"/>
            </a:endParaRPr>
          </a:p>
        </p:txBody>
      </p:sp>
      <p:sp>
        <p:nvSpPr>
          <p:cNvPr id="8" name="矩形 7"/>
          <p:cNvSpPr>
            <a:spLocks noChangeArrowheads="1"/>
          </p:cNvSpPr>
          <p:nvPr/>
        </p:nvSpPr>
        <p:spPr bwMode="auto">
          <a:xfrm>
            <a:off x="3995738" y="4365625"/>
            <a:ext cx="2592387" cy="503238"/>
          </a:xfrm>
          <a:prstGeom prst="rect">
            <a:avLst/>
          </a:prstGeom>
          <a:noFill/>
          <a:ln w="381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a:spcBef>
                <a:spcPct val="20000"/>
              </a:spcBef>
              <a:buClr>
                <a:srgbClr val="3333CC"/>
              </a:buClr>
              <a:buFontTx/>
              <a:buChar char="•"/>
            </a:pPr>
            <a:endParaRPr lang="zh-CN" altLang="en-US">
              <a:solidFill>
                <a:srgbClr val="000066"/>
              </a:solidFill>
            </a:endParaRPr>
          </a:p>
        </p:txBody>
      </p:sp>
    </p:spTree>
    <p:custDataLst>
      <p:tags r:id="rId1"/>
    </p:custDataLst>
    <p:extLst>
      <p:ext uri="{BB962C8B-B14F-4D97-AF65-F5344CB8AC3E}">
        <p14:creationId xmlns:p14="http://schemas.microsoft.com/office/powerpoint/2010/main" val="576980889"/>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0"/>
                                  </p:stCondLst>
                                  <p:childTnLst>
                                    <p:set>
                                      <p:cBhvr>
                                        <p:cTn id="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a:xfrm>
            <a:off x="395288" y="1484313"/>
            <a:ext cx="8229600" cy="3070225"/>
          </a:xfrm>
        </p:spPr>
        <p:txBody>
          <a:bodyPr/>
          <a:lstStyle/>
          <a:p>
            <a:pPr>
              <a:lnSpc>
                <a:spcPct val="200000"/>
              </a:lnSpc>
            </a:pPr>
            <a:r>
              <a:rPr lang="zh-CN" altLang="en-US" sz="3200" b="0" smtClean="0">
                <a:latin typeface="微软雅黑" pitchFamily="34" charset="-122"/>
                <a:ea typeface="微软雅黑" pitchFamily="34" charset="-122"/>
              </a:rPr>
              <a:t>现在的焦点问题是：</a:t>
            </a:r>
            <a:r>
              <a:rPr lang="en-US" altLang="zh-CN" sz="3200" b="0" smtClean="0">
                <a:latin typeface="微软雅黑" pitchFamily="34" charset="-122"/>
                <a:ea typeface="微软雅黑" pitchFamily="34" charset="-122"/>
              </a:rPr>
              <a:t/>
            </a:r>
            <a:br>
              <a:rPr lang="en-US" altLang="zh-CN" sz="3200" b="0" smtClean="0">
                <a:latin typeface="微软雅黑" pitchFamily="34" charset="-122"/>
                <a:ea typeface="微软雅黑" pitchFamily="34" charset="-122"/>
              </a:rPr>
            </a:br>
            <a:r>
              <a:rPr lang="zh-CN" altLang="en-US" sz="3200" b="0" smtClean="0">
                <a:latin typeface="微软雅黑" pitchFamily="34" charset="-122"/>
                <a:ea typeface="微软雅黑" pitchFamily="34" charset="-122"/>
              </a:rPr>
              <a:t>利用发布</a:t>
            </a:r>
            <a:r>
              <a:rPr lang="en-US" altLang="zh-CN" sz="3200" b="0" smtClean="0">
                <a:latin typeface="微软雅黑" pitchFamily="34" charset="-122"/>
                <a:ea typeface="微软雅黑" pitchFamily="34" charset="-122"/>
              </a:rPr>
              <a:t>—</a:t>
            </a:r>
            <a:r>
              <a:rPr lang="zh-CN" altLang="en-US" sz="3200" b="0" smtClean="0">
                <a:latin typeface="微软雅黑" pitchFamily="34" charset="-122"/>
                <a:ea typeface="微软雅黑" pitchFamily="34" charset="-122"/>
              </a:rPr>
              <a:t>订阅模式</a:t>
            </a:r>
            <a:r>
              <a:rPr lang="zh-CN" altLang="en-US" sz="3200" b="0" smtClean="0">
                <a:latin typeface="楷体" pitchFamily="49" charset="-122"/>
                <a:ea typeface="楷体" pitchFamily="49" charset="-122"/>
              </a:rPr>
              <a:t>，</a:t>
            </a:r>
            <a:r>
              <a:rPr lang="en-US" altLang="zh-CN" sz="3200" b="0" smtClean="0">
                <a:latin typeface="微软雅黑" pitchFamily="34" charset="-122"/>
                <a:ea typeface="微软雅黑" pitchFamily="34" charset="-122"/>
              </a:rPr>
              <a:t/>
            </a:r>
            <a:br>
              <a:rPr lang="en-US" altLang="zh-CN" sz="3200" b="0" smtClean="0">
                <a:latin typeface="微软雅黑" pitchFamily="34" charset="-122"/>
                <a:ea typeface="微软雅黑" pitchFamily="34" charset="-122"/>
              </a:rPr>
            </a:br>
            <a:r>
              <a:rPr lang="zh-CN" altLang="en-US" sz="3200" b="0" smtClean="0">
                <a:latin typeface="微软雅黑" pitchFamily="34" charset="-122"/>
                <a:ea typeface="微软雅黑" pitchFamily="34" charset="-122"/>
              </a:rPr>
              <a:t>如何实现软件模块之间的松耦合？</a:t>
            </a: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0FEBB2F4-6DDE-4DC1-B79D-60763904B167}" type="slidenum">
              <a:rPr lang="zh-CN" altLang="en-US" sz="1600">
                <a:solidFill>
                  <a:srgbClr val="000066"/>
                </a:solidFill>
                <a:latin typeface="微软雅黑" pitchFamily="34" charset="-122"/>
                <a:ea typeface="微软雅黑" pitchFamily="34" charset="-122"/>
              </a:rPr>
              <a:pPr/>
              <a:t>41</a:t>
            </a:fld>
            <a:endParaRPr lang="en-US" altLang="zh-CN" sz="1600">
              <a:solidFill>
                <a:srgbClr val="000066"/>
              </a:solidFill>
              <a:latin typeface="微软雅黑" pitchFamily="34" charset="-122"/>
              <a:ea typeface="微软雅黑" pitchFamily="34" charset="-122"/>
            </a:endParaRPr>
          </a:p>
        </p:txBody>
      </p:sp>
    </p:spTree>
    <p:custDataLst>
      <p:tags r:id="rId1"/>
    </p:custDataLst>
    <p:extLst>
      <p:ext uri="{BB962C8B-B14F-4D97-AF65-F5344CB8AC3E}">
        <p14:creationId xmlns:p14="http://schemas.microsoft.com/office/powerpoint/2010/main" val="1059818885"/>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r>
              <a:rPr lang="zh-CN" altLang="en-US" sz="3200" b="0" smtClean="0">
                <a:latin typeface="微软雅黑" pitchFamily="34" charset="-122"/>
                <a:ea typeface="微软雅黑" pitchFamily="34" charset="-122"/>
              </a:rPr>
              <a:t>首先</a:t>
            </a:r>
            <a:r>
              <a:rPr lang="zh-CN" altLang="en-US" sz="3200" b="0" smtClean="0">
                <a:latin typeface="楷体" pitchFamily="49" charset="-122"/>
                <a:ea typeface="楷体" pitchFamily="49" charset="-122"/>
              </a:rPr>
              <a:t>，</a:t>
            </a:r>
            <a:r>
              <a:rPr lang="zh-CN" altLang="en-US" sz="3200" b="0" smtClean="0">
                <a:latin typeface="微软雅黑" pitchFamily="34" charset="-122"/>
                <a:ea typeface="微软雅黑" pitchFamily="34" charset="-122"/>
              </a:rPr>
              <a:t>什么是松耦合？</a:t>
            </a: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B0AA8BD8-11AA-4F59-9FB6-9F5D2DEE5C11}" type="slidenum">
              <a:rPr lang="zh-CN" altLang="en-US" sz="1600">
                <a:solidFill>
                  <a:srgbClr val="000066"/>
                </a:solidFill>
                <a:latin typeface="微软雅黑" pitchFamily="34" charset="-122"/>
                <a:ea typeface="微软雅黑" pitchFamily="34" charset="-122"/>
              </a:rPr>
              <a:pPr/>
              <a:t>42</a:t>
            </a:fld>
            <a:endParaRPr lang="en-US" altLang="zh-CN" sz="1600">
              <a:solidFill>
                <a:srgbClr val="000066"/>
              </a:solidFill>
              <a:latin typeface="微软雅黑" pitchFamily="34" charset="-122"/>
              <a:ea typeface="微软雅黑" pitchFamily="34" charset="-122"/>
            </a:endParaRPr>
          </a:p>
        </p:txBody>
      </p:sp>
      <p:sp>
        <p:nvSpPr>
          <p:cNvPr id="5" name="Rectangle 3"/>
          <p:cNvSpPr txBox="1">
            <a:spLocks noChangeArrowheads="1"/>
          </p:cNvSpPr>
          <p:nvPr/>
        </p:nvSpPr>
        <p:spPr bwMode="auto">
          <a:xfrm>
            <a:off x="323850" y="1268413"/>
            <a:ext cx="8496300" cy="4903787"/>
          </a:xfrm>
          <a:prstGeom prst="rect">
            <a:avLst/>
          </a:prstGeom>
          <a:noFill/>
          <a:ln w="9525">
            <a:noFill/>
            <a:miter lim="800000"/>
            <a:headEnd/>
            <a:tailEnd/>
          </a:ln>
          <a:effectLst/>
        </p:spPr>
        <p:txBody>
          <a:bodyPr/>
          <a:lstStyle>
            <a:lvl1pPr marL="457200" indent="-457200" algn="l" rtl="0" eaLnBrk="0" fontAlgn="base" hangingPunct="0">
              <a:lnSpc>
                <a:spcPct val="120000"/>
              </a:lnSpc>
              <a:spcBef>
                <a:spcPct val="20000"/>
              </a:spcBef>
              <a:spcAft>
                <a:spcPct val="0"/>
              </a:spcAft>
              <a:buClr>
                <a:schemeClr val="accent2"/>
              </a:buClr>
              <a:buFont typeface="Wingdings" pitchFamily="2" charset="2"/>
              <a:buChar char="p"/>
              <a:defRPr kumimoji="1" sz="3200" b="1">
                <a:solidFill>
                  <a:schemeClr val="tx1"/>
                </a:solidFill>
                <a:latin typeface="+mn-lt"/>
                <a:ea typeface="+mn-ea"/>
                <a:cs typeface="+mn-cs"/>
              </a:defRPr>
            </a:lvl1pPr>
            <a:lvl2pPr marL="990600" indent="-354013" algn="l" rtl="0" eaLnBrk="0" fontAlgn="base" hangingPunct="0">
              <a:lnSpc>
                <a:spcPct val="120000"/>
              </a:lnSpc>
              <a:spcBef>
                <a:spcPct val="20000"/>
              </a:spcBef>
              <a:spcAft>
                <a:spcPct val="0"/>
              </a:spcAft>
              <a:buClr>
                <a:schemeClr val="folHlink"/>
              </a:buClr>
              <a:buFont typeface="Wingdings" pitchFamily="2" charset="2"/>
              <a:buBlip>
                <a:blip r:embed="rId4"/>
              </a:buBlip>
              <a:defRPr kumimoji="1" sz="2800" b="1">
                <a:solidFill>
                  <a:schemeClr val="tx1"/>
                </a:solidFill>
                <a:latin typeface="楷体_GB2312" pitchFamily="49" charset="-122"/>
                <a:ea typeface="楷体_GB2312" pitchFamily="49" charset="-122"/>
              </a:defRPr>
            </a:lvl2pPr>
            <a:lvl3pPr marL="1619250" indent="-354013" algn="l" rtl="0" eaLnBrk="0" fontAlgn="base" hangingPunct="0">
              <a:lnSpc>
                <a:spcPct val="120000"/>
              </a:lnSpc>
              <a:spcBef>
                <a:spcPct val="20000"/>
              </a:spcBef>
              <a:spcAft>
                <a:spcPct val="0"/>
              </a:spcAft>
              <a:buClr>
                <a:schemeClr val="accent2"/>
              </a:buClr>
              <a:buBlip>
                <a:blip r:embed="rId5"/>
              </a:buBlip>
              <a:defRPr kumimoji="1" sz="2400" b="1">
                <a:solidFill>
                  <a:schemeClr val="tx1"/>
                </a:solidFill>
                <a:latin typeface="+mn-lt"/>
                <a:ea typeface="+mn-ea"/>
              </a:defRPr>
            </a:lvl3pPr>
            <a:lvl4pPr marL="2152650" indent="-315913" algn="l" rtl="0" eaLnBrk="0" fontAlgn="base" hangingPunct="0">
              <a:lnSpc>
                <a:spcPct val="120000"/>
              </a:lnSpc>
              <a:spcBef>
                <a:spcPct val="20000"/>
              </a:spcBef>
              <a:spcAft>
                <a:spcPct val="0"/>
              </a:spcAft>
              <a:buClr>
                <a:schemeClr val="accent2"/>
              </a:buClr>
              <a:buBlip>
                <a:blip r:embed="rId6"/>
              </a:buBlip>
              <a:defRPr kumimoji="1" sz="2000" b="1">
                <a:solidFill>
                  <a:schemeClr val="tx1"/>
                </a:solidFill>
                <a:latin typeface="+mn-lt"/>
                <a:ea typeface="+mn-ea"/>
              </a:defRPr>
            </a:lvl4pPr>
            <a:lvl5pPr marL="26098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5pPr>
            <a:lvl6pPr marL="30670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6pPr>
            <a:lvl7pPr marL="35242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7pPr>
            <a:lvl8pPr marL="39814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8pPr>
            <a:lvl9pPr marL="44386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9pPr>
          </a:lstStyle>
          <a:p>
            <a:pPr>
              <a:lnSpc>
                <a:spcPct val="150000"/>
              </a:lnSpc>
              <a:buClr>
                <a:srgbClr val="3333CC"/>
              </a:buClr>
              <a:defRPr/>
            </a:pPr>
            <a:r>
              <a:rPr lang="zh-CN" altLang="en-US" dirty="0">
                <a:solidFill>
                  <a:srgbClr val="000000"/>
                </a:solidFill>
                <a:effectLst>
                  <a:outerShdw blurRad="38100" dist="38100" dir="2700000" algn="tl">
                    <a:srgbClr val="000000">
                      <a:alpha val="43137"/>
                    </a:srgbClr>
                  </a:outerShdw>
                </a:effectLst>
                <a:latin typeface="楷体" pitchFamily="49" charset="-122"/>
                <a:ea typeface="楷体" pitchFamily="49" charset="-122"/>
              </a:rPr>
              <a:t>从交互的角度，松耦合通常是指两个软件模块在以下条件下成功地完成交互协作：</a:t>
            </a:r>
            <a:endParaRPr lang="en-US" altLang="zh-CN" dirty="0">
              <a:solidFill>
                <a:srgbClr val="000000"/>
              </a:solidFill>
              <a:effectLst>
                <a:outerShdw blurRad="38100" dist="38100" dir="2700000" algn="tl">
                  <a:srgbClr val="000000">
                    <a:alpha val="43137"/>
                  </a:srgbClr>
                </a:outerShdw>
              </a:effectLst>
              <a:latin typeface="楷体" pitchFamily="49" charset="-122"/>
              <a:ea typeface="楷体" pitchFamily="49" charset="-122"/>
            </a:endParaRPr>
          </a:p>
          <a:p>
            <a:pPr lvl="1">
              <a:lnSpc>
                <a:spcPct val="150000"/>
              </a:lnSpc>
              <a:buClr>
                <a:srgbClr val="3333CC"/>
              </a:buClr>
              <a:defRPr/>
            </a:pPr>
            <a:r>
              <a:rPr lang="zh-CN" altLang="en-US"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双方 对 对方的了解甚少</a:t>
            </a:r>
          </a:p>
          <a:p>
            <a:pPr lvl="1">
              <a:lnSpc>
                <a:spcPct val="150000"/>
              </a:lnSpc>
              <a:buClr>
                <a:srgbClr val="3333CC"/>
              </a:buClr>
              <a:defRPr/>
            </a:pPr>
            <a:r>
              <a:rPr lang="zh-CN" altLang="en-US"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双方仅在非常必要时才要求对方协助自己</a:t>
            </a:r>
          </a:p>
          <a:p>
            <a:pPr lvl="1">
              <a:lnSpc>
                <a:spcPct val="150000"/>
              </a:lnSpc>
              <a:buClr>
                <a:srgbClr val="3333CC"/>
              </a:buClr>
              <a:defRPr/>
            </a:pPr>
            <a:r>
              <a:rPr lang="zh-CN" altLang="en-US"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双方交互的协议应尽可能简单</a:t>
            </a:r>
          </a:p>
        </p:txBody>
      </p:sp>
    </p:spTree>
    <p:custDataLst>
      <p:tags r:id="rId1"/>
    </p:custDataLst>
    <p:extLst>
      <p:ext uri="{BB962C8B-B14F-4D97-AF65-F5344CB8AC3E}">
        <p14:creationId xmlns:p14="http://schemas.microsoft.com/office/powerpoint/2010/main" val="1942927296"/>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r>
              <a:rPr lang="zh-CN" altLang="en-US" sz="3200" b="0" smtClean="0">
                <a:latin typeface="微软雅黑" pitchFamily="34" charset="-122"/>
                <a:ea typeface="微软雅黑" pitchFamily="34" charset="-122"/>
              </a:rPr>
              <a:t>松耦合就好像</a:t>
            </a:r>
            <a:r>
              <a:rPr lang="en-US" altLang="zh-CN" sz="3200" b="0" smtClean="0">
                <a:latin typeface="微软雅黑" pitchFamily="34" charset="-122"/>
                <a:ea typeface="微软雅黑" pitchFamily="34" charset="-122"/>
              </a:rPr>
              <a:t>…</a:t>
            </a:r>
            <a:endParaRPr lang="zh-CN" altLang="en-US" sz="3200" b="0" smtClean="0">
              <a:latin typeface="微软雅黑" pitchFamily="34" charset="-122"/>
              <a:ea typeface="微软雅黑" pitchFamily="34" charset="-122"/>
            </a:endParaRP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6CD285E1-2B85-4239-8535-C94A8478A2AB}" type="slidenum">
              <a:rPr lang="zh-CN" altLang="en-US" sz="1600">
                <a:solidFill>
                  <a:srgbClr val="000066"/>
                </a:solidFill>
                <a:latin typeface="微软雅黑" pitchFamily="34" charset="-122"/>
                <a:ea typeface="微软雅黑" pitchFamily="34" charset="-122"/>
              </a:rPr>
              <a:pPr/>
              <a:t>43</a:t>
            </a:fld>
            <a:endParaRPr lang="en-US" altLang="zh-CN" sz="1600">
              <a:solidFill>
                <a:srgbClr val="000066"/>
              </a:solidFill>
              <a:latin typeface="微软雅黑" pitchFamily="34" charset="-122"/>
              <a:ea typeface="微软雅黑" pitchFamily="34" charset="-122"/>
            </a:endParaRPr>
          </a:p>
        </p:txBody>
      </p:sp>
      <p:sp>
        <p:nvSpPr>
          <p:cNvPr id="5" name="Rectangle 3"/>
          <p:cNvSpPr txBox="1">
            <a:spLocks noChangeArrowheads="1"/>
          </p:cNvSpPr>
          <p:nvPr/>
        </p:nvSpPr>
        <p:spPr bwMode="auto">
          <a:xfrm>
            <a:off x="323850" y="1268413"/>
            <a:ext cx="8496300" cy="4903787"/>
          </a:xfrm>
          <a:prstGeom prst="rect">
            <a:avLst/>
          </a:prstGeom>
          <a:noFill/>
          <a:ln w="9525">
            <a:noFill/>
            <a:miter lim="800000"/>
            <a:headEnd/>
            <a:tailEnd/>
          </a:ln>
          <a:effectLst/>
        </p:spPr>
        <p:txBody>
          <a:bodyPr/>
          <a:lstStyle>
            <a:lvl1pPr marL="457200" indent="-457200" algn="l" rtl="0" eaLnBrk="0" fontAlgn="base" hangingPunct="0">
              <a:lnSpc>
                <a:spcPct val="120000"/>
              </a:lnSpc>
              <a:spcBef>
                <a:spcPct val="20000"/>
              </a:spcBef>
              <a:spcAft>
                <a:spcPct val="0"/>
              </a:spcAft>
              <a:buClr>
                <a:schemeClr val="accent2"/>
              </a:buClr>
              <a:buFont typeface="Wingdings" pitchFamily="2" charset="2"/>
              <a:buChar char="p"/>
              <a:defRPr kumimoji="1" sz="3200" b="1">
                <a:solidFill>
                  <a:schemeClr val="tx1"/>
                </a:solidFill>
                <a:latin typeface="+mn-lt"/>
                <a:ea typeface="+mn-ea"/>
                <a:cs typeface="+mn-cs"/>
              </a:defRPr>
            </a:lvl1pPr>
            <a:lvl2pPr marL="990600" indent="-354013" algn="l" rtl="0" eaLnBrk="0" fontAlgn="base" hangingPunct="0">
              <a:lnSpc>
                <a:spcPct val="120000"/>
              </a:lnSpc>
              <a:spcBef>
                <a:spcPct val="20000"/>
              </a:spcBef>
              <a:spcAft>
                <a:spcPct val="0"/>
              </a:spcAft>
              <a:buClr>
                <a:schemeClr val="folHlink"/>
              </a:buClr>
              <a:buFont typeface="Wingdings" pitchFamily="2" charset="2"/>
              <a:buBlip>
                <a:blip r:embed="rId3"/>
              </a:buBlip>
              <a:defRPr kumimoji="1" sz="2800" b="1">
                <a:solidFill>
                  <a:schemeClr val="tx1"/>
                </a:solidFill>
                <a:latin typeface="楷体_GB2312" pitchFamily="49" charset="-122"/>
                <a:ea typeface="楷体_GB2312" pitchFamily="49" charset="-122"/>
              </a:defRPr>
            </a:lvl2pPr>
            <a:lvl3pPr marL="1619250" indent="-354013" algn="l" rtl="0" eaLnBrk="0" fontAlgn="base" hangingPunct="0">
              <a:lnSpc>
                <a:spcPct val="120000"/>
              </a:lnSpc>
              <a:spcBef>
                <a:spcPct val="20000"/>
              </a:spcBef>
              <a:spcAft>
                <a:spcPct val="0"/>
              </a:spcAft>
              <a:buClr>
                <a:schemeClr val="accent2"/>
              </a:buClr>
              <a:buBlip>
                <a:blip r:embed="rId4"/>
              </a:buBlip>
              <a:defRPr kumimoji="1" sz="2400" b="1">
                <a:solidFill>
                  <a:schemeClr val="tx1"/>
                </a:solidFill>
                <a:latin typeface="+mn-lt"/>
                <a:ea typeface="+mn-ea"/>
              </a:defRPr>
            </a:lvl3pPr>
            <a:lvl4pPr marL="2152650" indent="-315913" algn="l" rtl="0" eaLnBrk="0" fontAlgn="base" hangingPunct="0">
              <a:lnSpc>
                <a:spcPct val="120000"/>
              </a:lnSpc>
              <a:spcBef>
                <a:spcPct val="20000"/>
              </a:spcBef>
              <a:spcAft>
                <a:spcPct val="0"/>
              </a:spcAft>
              <a:buClr>
                <a:schemeClr val="accent2"/>
              </a:buClr>
              <a:buBlip>
                <a:blip r:embed="rId5"/>
              </a:buBlip>
              <a:defRPr kumimoji="1" sz="2000" b="1">
                <a:solidFill>
                  <a:schemeClr val="tx1"/>
                </a:solidFill>
                <a:latin typeface="+mn-lt"/>
                <a:ea typeface="+mn-ea"/>
              </a:defRPr>
            </a:lvl4pPr>
            <a:lvl5pPr marL="2609850" indent="-269875" algn="l" rtl="0" eaLnBrk="0" fontAlgn="base" hangingPunct="0">
              <a:lnSpc>
                <a:spcPct val="120000"/>
              </a:lnSpc>
              <a:spcBef>
                <a:spcPct val="20000"/>
              </a:spcBef>
              <a:spcAft>
                <a:spcPct val="0"/>
              </a:spcAft>
              <a:buClr>
                <a:schemeClr val="accent2"/>
              </a:buClr>
              <a:buBlip>
                <a:blip r:embed="rId6"/>
              </a:buBlip>
              <a:defRPr kumimoji="1" b="1">
                <a:solidFill>
                  <a:schemeClr val="tx1"/>
                </a:solidFill>
                <a:latin typeface="+mn-lt"/>
                <a:ea typeface="+mn-ea"/>
              </a:defRPr>
            </a:lvl5pPr>
            <a:lvl6pPr marL="3067050" indent="-269875" algn="l" rtl="0" eaLnBrk="0" fontAlgn="base" hangingPunct="0">
              <a:lnSpc>
                <a:spcPct val="120000"/>
              </a:lnSpc>
              <a:spcBef>
                <a:spcPct val="20000"/>
              </a:spcBef>
              <a:spcAft>
                <a:spcPct val="0"/>
              </a:spcAft>
              <a:buClr>
                <a:schemeClr val="accent2"/>
              </a:buClr>
              <a:buBlip>
                <a:blip r:embed="rId6"/>
              </a:buBlip>
              <a:defRPr kumimoji="1" b="1">
                <a:solidFill>
                  <a:schemeClr val="tx1"/>
                </a:solidFill>
                <a:latin typeface="+mn-lt"/>
                <a:ea typeface="+mn-ea"/>
              </a:defRPr>
            </a:lvl6pPr>
            <a:lvl7pPr marL="3524250" indent="-269875" algn="l" rtl="0" eaLnBrk="0" fontAlgn="base" hangingPunct="0">
              <a:lnSpc>
                <a:spcPct val="120000"/>
              </a:lnSpc>
              <a:spcBef>
                <a:spcPct val="20000"/>
              </a:spcBef>
              <a:spcAft>
                <a:spcPct val="0"/>
              </a:spcAft>
              <a:buClr>
                <a:schemeClr val="accent2"/>
              </a:buClr>
              <a:buBlip>
                <a:blip r:embed="rId6"/>
              </a:buBlip>
              <a:defRPr kumimoji="1" b="1">
                <a:solidFill>
                  <a:schemeClr val="tx1"/>
                </a:solidFill>
                <a:latin typeface="+mn-lt"/>
                <a:ea typeface="+mn-ea"/>
              </a:defRPr>
            </a:lvl7pPr>
            <a:lvl8pPr marL="3981450" indent="-269875" algn="l" rtl="0" eaLnBrk="0" fontAlgn="base" hangingPunct="0">
              <a:lnSpc>
                <a:spcPct val="120000"/>
              </a:lnSpc>
              <a:spcBef>
                <a:spcPct val="20000"/>
              </a:spcBef>
              <a:spcAft>
                <a:spcPct val="0"/>
              </a:spcAft>
              <a:buClr>
                <a:schemeClr val="accent2"/>
              </a:buClr>
              <a:buBlip>
                <a:blip r:embed="rId6"/>
              </a:buBlip>
              <a:defRPr kumimoji="1" b="1">
                <a:solidFill>
                  <a:schemeClr val="tx1"/>
                </a:solidFill>
                <a:latin typeface="+mn-lt"/>
                <a:ea typeface="+mn-ea"/>
              </a:defRPr>
            </a:lvl8pPr>
            <a:lvl9pPr marL="4438650" indent="-269875" algn="l" rtl="0" eaLnBrk="0" fontAlgn="base" hangingPunct="0">
              <a:lnSpc>
                <a:spcPct val="120000"/>
              </a:lnSpc>
              <a:spcBef>
                <a:spcPct val="20000"/>
              </a:spcBef>
              <a:spcAft>
                <a:spcPct val="0"/>
              </a:spcAft>
              <a:buClr>
                <a:schemeClr val="accent2"/>
              </a:buClr>
              <a:buBlip>
                <a:blip r:embed="rId6"/>
              </a:buBlip>
              <a:defRPr kumimoji="1" b="1">
                <a:solidFill>
                  <a:schemeClr val="tx1"/>
                </a:solidFill>
                <a:latin typeface="+mn-lt"/>
                <a:ea typeface="+mn-ea"/>
              </a:defRPr>
            </a:lvl9pPr>
          </a:lstStyle>
          <a:p>
            <a:pPr>
              <a:lnSpc>
                <a:spcPct val="150000"/>
              </a:lnSpc>
              <a:buClr>
                <a:srgbClr val="3333CC"/>
              </a:buClr>
              <a:defRPr/>
            </a:pPr>
            <a:r>
              <a:rPr lang="zh-CN" altLang="en-US" sz="2800" dirty="0">
                <a:solidFill>
                  <a:srgbClr val="000000"/>
                </a:solidFill>
                <a:effectLst>
                  <a:outerShdw blurRad="38100" dist="38100" dir="2700000" algn="tl">
                    <a:srgbClr val="000000">
                      <a:alpha val="43137"/>
                    </a:srgbClr>
                  </a:outerShdw>
                </a:effectLst>
                <a:latin typeface="楷体" pitchFamily="49" charset="-122"/>
                <a:ea typeface="楷体" pitchFamily="49" charset="-122"/>
              </a:rPr>
              <a:t>参与舞台剧表演的两个演员，他们不以真实面目在舞台上出现，而是戴着面具出现</a:t>
            </a:r>
            <a:endParaRPr lang="en-US" altLang="zh-CN" sz="2800" dirty="0">
              <a:solidFill>
                <a:srgbClr val="000000"/>
              </a:solidFill>
              <a:effectLst>
                <a:outerShdw blurRad="38100" dist="38100" dir="2700000" algn="tl">
                  <a:srgbClr val="000000">
                    <a:alpha val="43137"/>
                  </a:srgbClr>
                </a:outerShdw>
              </a:effectLst>
              <a:latin typeface="楷体" pitchFamily="49" charset="-122"/>
              <a:ea typeface="楷体" pitchFamily="49" charset="-122"/>
            </a:endParaRPr>
          </a:p>
          <a:p>
            <a:pPr lvl="1">
              <a:lnSpc>
                <a:spcPct val="150000"/>
              </a:lnSpc>
              <a:buClr>
                <a:srgbClr val="3333CC"/>
              </a:buClr>
              <a:defRPr/>
            </a:pPr>
            <a:r>
              <a:rPr lang="zh-CN" altLang="en-US" sz="24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一方只需要根据对方的面具即可表演</a:t>
            </a:r>
            <a:r>
              <a:rPr lang="zh-CN" altLang="en-US" sz="2400" dirty="0">
                <a:solidFill>
                  <a:srgbClr val="000000"/>
                </a:solidFill>
                <a:effectLst>
                  <a:outerShdw blurRad="38100" dist="38100" dir="2700000" algn="tl">
                    <a:srgbClr val="000000">
                      <a:alpha val="43137"/>
                    </a:srgbClr>
                  </a:outerShdw>
                </a:effectLst>
                <a:latin typeface="楷体" pitchFamily="49" charset="-122"/>
                <a:ea typeface="楷体" pitchFamily="49" charset="-122"/>
              </a:rPr>
              <a:t>，</a:t>
            </a:r>
            <a:r>
              <a:rPr lang="zh-CN" altLang="en-US" sz="24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并且也只能够根据对方的面具进行表演</a:t>
            </a:r>
            <a:endParaRPr lang="en-US" altLang="zh-CN" sz="24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endParaRPr>
          </a:p>
        </p:txBody>
      </p:sp>
      <p:grpSp>
        <p:nvGrpSpPr>
          <p:cNvPr id="3" name="组合 2"/>
          <p:cNvGrpSpPr>
            <a:grpSpLocks/>
          </p:cNvGrpSpPr>
          <p:nvPr/>
        </p:nvGrpSpPr>
        <p:grpSpPr bwMode="auto">
          <a:xfrm>
            <a:off x="534988" y="3881438"/>
            <a:ext cx="8501062" cy="2500312"/>
            <a:chOff x="428628" y="3654896"/>
            <a:chExt cx="8501090" cy="2500536"/>
          </a:xfrm>
        </p:grpSpPr>
        <p:pic>
          <p:nvPicPr>
            <p:cNvPr id="87048" name="Picture 2" descr="D:\01.tan\NUDT\lectures\makeVideo.2011.11\ref\men1.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8628" y="3717032"/>
              <a:ext cx="24384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49" name="Picture 3" descr="D:\01.tan\NUDT\lectures\makeVideo.2011.11\ref\men2.pn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flipH="1">
              <a:off x="5929322" y="3654896"/>
              <a:ext cx="3000396"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 name="图示 9"/>
            <p:cNvGraphicFramePr/>
            <p:nvPr/>
          </p:nvGraphicFramePr>
          <p:xfrm>
            <a:off x="3071802" y="3799403"/>
            <a:ext cx="3071834" cy="2071702"/>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grpSp>
      <p:pic>
        <p:nvPicPr>
          <p:cNvPr id="134146" name="Picture 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84213" y="3832225"/>
            <a:ext cx="2303462" cy="2836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4147" name="Picture 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372225" y="3384550"/>
            <a:ext cx="2368550" cy="292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343205615"/>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8" fill="hold" nodeType="clickEffect">
                                  <p:stCondLst>
                                    <p:cond delay="0"/>
                                  </p:stCondLst>
                                  <p:childTnLst>
                                    <p:set>
                                      <p:cBhvr>
                                        <p:cTn id="10" dur="1" fill="hold">
                                          <p:stCondLst>
                                            <p:cond delay="0"/>
                                          </p:stCondLst>
                                        </p:cTn>
                                        <p:tgtEl>
                                          <p:spTgt spid="134146"/>
                                        </p:tgtEl>
                                        <p:attrNameLst>
                                          <p:attrName>style.visibility</p:attrName>
                                        </p:attrNameLst>
                                      </p:cBhvr>
                                      <p:to>
                                        <p:strVal val="visible"/>
                                      </p:to>
                                    </p:set>
                                    <p:anim calcmode="lin" valueType="num">
                                      <p:cBhvr additive="base">
                                        <p:cTn id="11" dur="500" fill="hold"/>
                                        <p:tgtEl>
                                          <p:spTgt spid="134146"/>
                                        </p:tgtEl>
                                        <p:attrNameLst>
                                          <p:attrName>ppt_x</p:attrName>
                                        </p:attrNameLst>
                                      </p:cBhvr>
                                      <p:tavLst>
                                        <p:tav tm="0">
                                          <p:val>
                                            <p:strVal val="0-#ppt_w/2"/>
                                          </p:val>
                                        </p:tav>
                                        <p:tav tm="100000">
                                          <p:val>
                                            <p:strVal val="#ppt_x"/>
                                          </p:val>
                                        </p:tav>
                                      </p:tavLst>
                                    </p:anim>
                                    <p:anim calcmode="lin" valueType="num">
                                      <p:cBhvr additive="base">
                                        <p:cTn id="12" dur="500" fill="hold"/>
                                        <p:tgtEl>
                                          <p:spTgt spid="134146"/>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500"/>
                            </p:stCondLst>
                            <p:childTnLst>
                              <p:par>
                                <p:cTn id="14" presetID="2" presetClass="entr" presetSubtype="2" fill="hold" nodeType="afterEffect">
                                  <p:stCondLst>
                                    <p:cond delay="0"/>
                                  </p:stCondLst>
                                  <p:childTnLst>
                                    <p:set>
                                      <p:cBhvr>
                                        <p:cTn id="15" dur="1" fill="hold">
                                          <p:stCondLst>
                                            <p:cond delay="0"/>
                                          </p:stCondLst>
                                        </p:cTn>
                                        <p:tgtEl>
                                          <p:spTgt spid="134147"/>
                                        </p:tgtEl>
                                        <p:attrNameLst>
                                          <p:attrName>style.visibility</p:attrName>
                                        </p:attrNameLst>
                                      </p:cBhvr>
                                      <p:to>
                                        <p:strVal val="visible"/>
                                      </p:to>
                                    </p:set>
                                    <p:anim calcmode="lin" valueType="num">
                                      <p:cBhvr additive="base">
                                        <p:cTn id="16" dur="500" fill="hold"/>
                                        <p:tgtEl>
                                          <p:spTgt spid="134147"/>
                                        </p:tgtEl>
                                        <p:attrNameLst>
                                          <p:attrName>ppt_x</p:attrName>
                                        </p:attrNameLst>
                                      </p:cBhvr>
                                      <p:tavLst>
                                        <p:tav tm="0">
                                          <p:val>
                                            <p:strVal val="1+#ppt_w/2"/>
                                          </p:val>
                                        </p:tav>
                                        <p:tav tm="100000">
                                          <p:val>
                                            <p:strVal val="#ppt_x"/>
                                          </p:val>
                                        </p:tav>
                                      </p:tavLst>
                                    </p:anim>
                                    <p:anim calcmode="lin" valueType="num">
                                      <p:cBhvr additive="base">
                                        <p:cTn id="17" dur="500" fill="hold"/>
                                        <p:tgtEl>
                                          <p:spTgt spid="134147"/>
                                        </p:tgtEl>
                                        <p:attrNameLst>
                                          <p:attrName>ppt_y</p:attrName>
                                        </p:attrNameLst>
                                      </p:cBhvr>
                                      <p:tavLst>
                                        <p:tav tm="0">
                                          <p:val>
                                            <p:strVal val="#ppt_y"/>
                                          </p:val>
                                        </p:tav>
                                        <p:tav tm="100000">
                                          <p:val>
                                            <p:strVal val="#ppt_y"/>
                                          </p:val>
                                        </p:tav>
                                      </p:tavLst>
                                    </p:anim>
                                  </p:childTnLst>
                                </p:cTn>
                              </p:par>
                            </p:childTnLst>
                          </p:cTn>
                        </p:par>
                        <p:par>
                          <p:cTn id="18" fill="hold" nodeType="afterGroup">
                            <p:stCondLst>
                              <p:cond delay="1000"/>
                            </p:stCondLst>
                            <p:childTnLst>
                              <p:par>
                                <p:cTn id="19" presetID="1" presetClass="entr" presetSubtype="0" fill="hold" grpId="0" nodeType="after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r>
              <a:rPr lang="zh-CN" altLang="en-US" sz="3200" b="0" smtClean="0">
                <a:latin typeface="微软雅黑" pitchFamily="34" charset="-122"/>
                <a:ea typeface="微软雅黑" pitchFamily="34" charset="-122"/>
              </a:rPr>
              <a:t>为什么需要松耦合？</a:t>
            </a: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701E00A2-268E-4497-9EE3-79E8DFD2574E}" type="slidenum">
              <a:rPr lang="zh-CN" altLang="en-US" sz="1600">
                <a:solidFill>
                  <a:srgbClr val="000066"/>
                </a:solidFill>
                <a:latin typeface="微软雅黑" pitchFamily="34" charset="-122"/>
                <a:ea typeface="微软雅黑" pitchFamily="34" charset="-122"/>
              </a:rPr>
              <a:pPr/>
              <a:t>44</a:t>
            </a:fld>
            <a:endParaRPr lang="en-US" altLang="zh-CN" sz="1600">
              <a:solidFill>
                <a:srgbClr val="000066"/>
              </a:solidFill>
              <a:latin typeface="微软雅黑" pitchFamily="34" charset="-122"/>
              <a:ea typeface="微软雅黑" pitchFamily="34" charset="-122"/>
            </a:endParaRPr>
          </a:p>
        </p:txBody>
      </p:sp>
      <p:sp>
        <p:nvSpPr>
          <p:cNvPr id="5" name="Rectangle 3"/>
          <p:cNvSpPr txBox="1">
            <a:spLocks noChangeArrowheads="1"/>
          </p:cNvSpPr>
          <p:nvPr/>
        </p:nvSpPr>
        <p:spPr bwMode="auto">
          <a:xfrm>
            <a:off x="323850" y="1268413"/>
            <a:ext cx="8496300" cy="4903787"/>
          </a:xfrm>
          <a:prstGeom prst="rect">
            <a:avLst/>
          </a:prstGeom>
          <a:noFill/>
          <a:ln w="9525">
            <a:noFill/>
            <a:miter lim="800000"/>
            <a:headEnd/>
            <a:tailEnd/>
          </a:ln>
          <a:effectLst/>
        </p:spPr>
        <p:txBody>
          <a:bodyPr/>
          <a:lstStyle>
            <a:lvl1pPr marL="457200" indent="-457200" algn="l" rtl="0" eaLnBrk="0" fontAlgn="base" hangingPunct="0">
              <a:lnSpc>
                <a:spcPct val="120000"/>
              </a:lnSpc>
              <a:spcBef>
                <a:spcPct val="20000"/>
              </a:spcBef>
              <a:spcAft>
                <a:spcPct val="0"/>
              </a:spcAft>
              <a:buClr>
                <a:schemeClr val="accent2"/>
              </a:buClr>
              <a:buFont typeface="Wingdings" pitchFamily="2" charset="2"/>
              <a:buChar char="p"/>
              <a:defRPr kumimoji="1" sz="3200" b="1">
                <a:solidFill>
                  <a:schemeClr val="tx1"/>
                </a:solidFill>
                <a:latin typeface="+mn-lt"/>
                <a:ea typeface="+mn-ea"/>
                <a:cs typeface="+mn-cs"/>
              </a:defRPr>
            </a:lvl1pPr>
            <a:lvl2pPr marL="990600" indent="-354013" algn="l" rtl="0" eaLnBrk="0" fontAlgn="base" hangingPunct="0">
              <a:lnSpc>
                <a:spcPct val="120000"/>
              </a:lnSpc>
              <a:spcBef>
                <a:spcPct val="20000"/>
              </a:spcBef>
              <a:spcAft>
                <a:spcPct val="0"/>
              </a:spcAft>
              <a:buClr>
                <a:schemeClr val="folHlink"/>
              </a:buClr>
              <a:buFont typeface="Wingdings" pitchFamily="2" charset="2"/>
              <a:buBlip>
                <a:blip r:embed="rId4"/>
              </a:buBlip>
              <a:defRPr kumimoji="1" sz="2800" b="1">
                <a:solidFill>
                  <a:schemeClr val="tx1"/>
                </a:solidFill>
                <a:latin typeface="楷体_GB2312" pitchFamily="49" charset="-122"/>
                <a:ea typeface="楷体_GB2312" pitchFamily="49" charset="-122"/>
              </a:defRPr>
            </a:lvl2pPr>
            <a:lvl3pPr marL="1619250" indent="-354013" algn="l" rtl="0" eaLnBrk="0" fontAlgn="base" hangingPunct="0">
              <a:lnSpc>
                <a:spcPct val="120000"/>
              </a:lnSpc>
              <a:spcBef>
                <a:spcPct val="20000"/>
              </a:spcBef>
              <a:spcAft>
                <a:spcPct val="0"/>
              </a:spcAft>
              <a:buClr>
                <a:schemeClr val="accent2"/>
              </a:buClr>
              <a:buBlip>
                <a:blip r:embed="rId5"/>
              </a:buBlip>
              <a:defRPr kumimoji="1" sz="2400" b="1">
                <a:solidFill>
                  <a:schemeClr val="tx1"/>
                </a:solidFill>
                <a:latin typeface="+mn-lt"/>
                <a:ea typeface="+mn-ea"/>
              </a:defRPr>
            </a:lvl3pPr>
            <a:lvl4pPr marL="2152650" indent="-315913" algn="l" rtl="0" eaLnBrk="0" fontAlgn="base" hangingPunct="0">
              <a:lnSpc>
                <a:spcPct val="120000"/>
              </a:lnSpc>
              <a:spcBef>
                <a:spcPct val="20000"/>
              </a:spcBef>
              <a:spcAft>
                <a:spcPct val="0"/>
              </a:spcAft>
              <a:buClr>
                <a:schemeClr val="accent2"/>
              </a:buClr>
              <a:buBlip>
                <a:blip r:embed="rId6"/>
              </a:buBlip>
              <a:defRPr kumimoji="1" sz="2000" b="1">
                <a:solidFill>
                  <a:schemeClr val="tx1"/>
                </a:solidFill>
                <a:latin typeface="+mn-lt"/>
                <a:ea typeface="+mn-ea"/>
              </a:defRPr>
            </a:lvl4pPr>
            <a:lvl5pPr marL="26098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5pPr>
            <a:lvl6pPr marL="30670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6pPr>
            <a:lvl7pPr marL="35242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7pPr>
            <a:lvl8pPr marL="39814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8pPr>
            <a:lvl9pPr marL="44386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9pPr>
          </a:lstStyle>
          <a:p>
            <a:pPr>
              <a:lnSpc>
                <a:spcPct val="150000"/>
              </a:lnSpc>
              <a:buClr>
                <a:srgbClr val="3333CC"/>
              </a:buClr>
              <a:defRPr/>
            </a:pPr>
            <a:r>
              <a:rPr lang="zh-CN" altLang="en-US" dirty="0">
                <a:solidFill>
                  <a:srgbClr val="000000"/>
                </a:solidFill>
                <a:effectLst>
                  <a:outerShdw blurRad="38100" dist="38100" dir="2700000" algn="tl">
                    <a:srgbClr val="000000">
                      <a:alpha val="43137"/>
                    </a:srgbClr>
                  </a:outerShdw>
                </a:effectLst>
                <a:latin typeface="楷体" pitchFamily="49" charset="-122"/>
                <a:ea typeface="楷体" pitchFamily="49" charset="-122"/>
              </a:rPr>
              <a:t>缩小修改影响传播范围</a:t>
            </a:r>
            <a:endParaRPr lang="en-US" altLang="zh-CN" dirty="0">
              <a:solidFill>
                <a:srgbClr val="000000"/>
              </a:solidFill>
              <a:effectLst>
                <a:outerShdw blurRad="38100" dist="38100" dir="2700000" algn="tl">
                  <a:srgbClr val="000000">
                    <a:alpha val="43137"/>
                  </a:srgbClr>
                </a:outerShdw>
              </a:effectLst>
              <a:latin typeface="楷体" pitchFamily="49" charset="-122"/>
              <a:ea typeface="楷体" pitchFamily="49" charset="-122"/>
            </a:endParaRPr>
          </a:p>
          <a:p>
            <a:pPr lvl="1">
              <a:lnSpc>
                <a:spcPct val="150000"/>
              </a:lnSpc>
              <a:buClr>
                <a:srgbClr val="3333CC"/>
              </a:buClr>
              <a:defRPr/>
            </a:pPr>
            <a:r>
              <a:rPr lang="zh-CN" altLang="en-US"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在两个软件模块相互独立的情形下</a:t>
            </a:r>
            <a:r>
              <a:rPr lang="zh-CN" altLang="en-US" dirty="0">
                <a:solidFill>
                  <a:srgbClr val="000000"/>
                </a:solidFill>
                <a:effectLst>
                  <a:outerShdw blurRad="38100" dist="38100" dir="2700000" algn="tl">
                    <a:srgbClr val="000000">
                      <a:alpha val="43137"/>
                    </a:srgbClr>
                  </a:outerShdw>
                </a:effectLst>
                <a:latin typeface="楷体" pitchFamily="49" charset="-122"/>
                <a:ea typeface="楷体" pitchFamily="49" charset="-122"/>
              </a:rPr>
              <a:t>，</a:t>
            </a:r>
            <a:r>
              <a:rPr lang="zh-CN" altLang="en-US"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对一个模块的修改在大多数情况下不会影响另一模块</a:t>
            </a:r>
          </a:p>
          <a:p>
            <a:pPr>
              <a:lnSpc>
                <a:spcPct val="150000"/>
              </a:lnSpc>
              <a:buClr>
                <a:srgbClr val="3333CC"/>
              </a:buClr>
              <a:defRPr/>
            </a:pPr>
            <a:r>
              <a:rPr lang="zh-CN" altLang="en-US" dirty="0">
                <a:solidFill>
                  <a:srgbClr val="000000"/>
                </a:solidFill>
                <a:effectLst>
                  <a:outerShdw blurRad="38100" dist="38100" dir="2700000" algn="tl">
                    <a:srgbClr val="000000">
                      <a:alpha val="43137"/>
                    </a:srgbClr>
                  </a:outerShdw>
                </a:effectLst>
                <a:latin typeface="楷体" pitchFamily="49" charset="-122"/>
                <a:ea typeface="楷体" pitchFamily="49" charset="-122"/>
              </a:rPr>
              <a:t>两个模块可以相对独立地进化</a:t>
            </a:r>
            <a:endParaRPr lang="en-US" altLang="zh-CN"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endParaRPr>
          </a:p>
          <a:p>
            <a:pPr>
              <a:lnSpc>
                <a:spcPct val="150000"/>
              </a:lnSpc>
              <a:buClr>
                <a:srgbClr val="3333CC"/>
              </a:buClr>
              <a:defRPr/>
            </a:pPr>
            <a:r>
              <a:rPr lang="zh-CN" altLang="en-US" dirty="0">
                <a:solidFill>
                  <a:srgbClr val="000000"/>
                </a:solidFill>
                <a:effectLst>
                  <a:outerShdw blurRad="38100" dist="38100" dir="2700000" algn="tl">
                    <a:srgbClr val="000000">
                      <a:alpha val="43137"/>
                    </a:srgbClr>
                  </a:outerShdw>
                </a:effectLst>
                <a:latin typeface="楷体" pitchFamily="49" charset="-122"/>
                <a:ea typeface="楷体" pitchFamily="49" charset="-122"/>
              </a:rPr>
              <a:t>更好地支持并行开发</a:t>
            </a:r>
          </a:p>
        </p:txBody>
      </p:sp>
    </p:spTree>
    <p:custDataLst>
      <p:tags r:id="rId1"/>
    </p:custDataLst>
    <p:extLst>
      <p:ext uri="{BB962C8B-B14F-4D97-AF65-F5344CB8AC3E}">
        <p14:creationId xmlns:p14="http://schemas.microsoft.com/office/powerpoint/2010/main" val="3139695109"/>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r>
              <a:rPr lang="zh-CN" altLang="en-US" sz="3200" b="0" smtClean="0">
                <a:latin typeface="微软雅黑" pitchFamily="34" charset="-122"/>
                <a:ea typeface="微软雅黑" pitchFamily="34" charset="-122"/>
              </a:rPr>
              <a:t>对象之间交互的通常方式</a:t>
            </a: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6B5A3325-4516-4AB5-8957-9FE05F9F8C73}" type="slidenum">
              <a:rPr lang="zh-CN" altLang="en-US" sz="1600">
                <a:solidFill>
                  <a:srgbClr val="000066"/>
                </a:solidFill>
                <a:latin typeface="微软雅黑" pitchFamily="34" charset="-122"/>
                <a:ea typeface="微软雅黑" pitchFamily="34" charset="-122"/>
              </a:rPr>
              <a:pPr/>
              <a:t>45</a:t>
            </a:fld>
            <a:endParaRPr lang="en-US" altLang="zh-CN" sz="1600">
              <a:solidFill>
                <a:srgbClr val="000066"/>
              </a:solidFill>
              <a:latin typeface="微软雅黑" pitchFamily="34" charset="-122"/>
              <a:ea typeface="微软雅黑" pitchFamily="34" charset="-122"/>
            </a:endParaRPr>
          </a:p>
        </p:txBody>
      </p:sp>
      <p:sp>
        <p:nvSpPr>
          <p:cNvPr id="90116" name="Rectangle 3"/>
          <p:cNvSpPr txBox="1">
            <a:spLocks noChangeArrowheads="1"/>
          </p:cNvSpPr>
          <p:nvPr/>
        </p:nvSpPr>
        <p:spPr bwMode="auto">
          <a:xfrm>
            <a:off x="323850" y="1268413"/>
            <a:ext cx="8496300" cy="490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a:defRPr kumimoji="1" sz="2800" b="1">
                <a:solidFill>
                  <a:schemeClr val="tx1"/>
                </a:solidFill>
                <a:latin typeface="楷体_GB2312"/>
                <a:ea typeface="楷体_GB2312"/>
                <a:cs typeface="楷体_GB2312"/>
              </a:defRPr>
            </a:lvl2pPr>
            <a:lvl3pPr>
              <a:defRPr kumimoji="1" sz="2400" b="1">
                <a:solidFill>
                  <a:schemeClr val="tx1"/>
                </a:solidFill>
                <a:latin typeface="幼圆" pitchFamily="49" charset="-122"/>
                <a:ea typeface="幼圆" pitchFamily="49" charset="-122"/>
                <a:cs typeface="楷体_GB2312"/>
              </a:defRPr>
            </a:lvl3pPr>
            <a:lvl4pPr>
              <a:defRPr kumimoji="1" sz="2000" b="1">
                <a:solidFill>
                  <a:schemeClr val="tx1"/>
                </a:solidFill>
                <a:latin typeface="幼圆" pitchFamily="49" charset="-122"/>
                <a:ea typeface="幼圆" pitchFamily="49" charset="-122"/>
                <a:cs typeface="楷体_GB2312"/>
              </a:defRPr>
            </a:lvl4pPr>
            <a:lvl5pPr>
              <a:defRPr kumimoji="1" b="1">
                <a:solidFill>
                  <a:schemeClr val="tx1"/>
                </a:solidFill>
                <a:latin typeface="幼圆" pitchFamily="49" charset="-122"/>
                <a:ea typeface="幼圆" pitchFamily="49" charset="-122"/>
                <a:cs typeface="楷体_GB2312"/>
              </a:defRPr>
            </a:lvl5pPr>
            <a:lvl6pPr>
              <a:defRPr kumimoji="1" b="1">
                <a:solidFill>
                  <a:schemeClr val="tx1"/>
                </a:solidFill>
                <a:latin typeface="幼圆" pitchFamily="49" charset="-122"/>
                <a:ea typeface="幼圆" pitchFamily="49" charset="-122"/>
                <a:cs typeface="楷体_GB2312"/>
              </a:defRPr>
            </a:lvl6pPr>
            <a:lvl7pPr>
              <a:defRPr kumimoji="1" b="1">
                <a:solidFill>
                  <a:schemeClr val="tx1"/>
                </a:solidFill>
                <a:latin typeface="幼圆" pitchFamily="49" charset="-122"/>
                <a:ea typeface="幼圆" pitchFamily="49" charset="-122"/>
                <a:cs typeface="楷体_GB2312"/>
              </a:defRPr>
            </a:lvl7pPr>
            <a:lvl8pPr>
              <a:defRPr kumimoji="1" b="1">
                <a:solidFill>
                  <a:schemeClr val="tx1"/>
                </a:solidFill>
                <a:latin typeface="幼圆" pitchFamily="49" charset="-122"/>
                <a:ea typeface="幼圆" pitchFamily="49" charset="-122"/>
                <a:cs typeface="楷体_GB2312"/>
              </a:defRPr>
            </a:lvl8pPr>
            <a:lvl9pPr>
              <a:defRPr kumimoji="1" b="1">
                <a:solidFill>
                  <a:schemeClr val="tx1"/>
                </a:solidFill>
                <a:latin typeface="幼圆" pitchFamily="49" charset="-122"/>
                <a:ea typeface="幼圆" pitchFamily="49" charset="-122"/>
                <a:cs typeface="楷体_GB2312"/>
              </a:defRPr>
            </a:lvl9pPr>
          </a:lstStyle>
          <a:p>
            <a:pPr marL="457200" indent="-457200">
              <a:lnSpc>
                <a:spcPct val="120000"/>
              </a:lnSpc>
              <a:buClr>
                <a:schemeClr val="accent2"/>
              </a:buClr>
              <a:buFont typeface="Wingdings" pitchFamily="2" charset="2"/>
              <a:buNone/>
            </a:pPr>
            <a:r>
              <a:rPr lang="en-US" altLang="zh-CN" i="1">
                <a:solidFill>
                  <a:srgbClr val="000000"/>
                </a:solidFill>
                <a:latin typeface="Calibri" pitchFamily="34" charset="0"/>
                <a:ea typeface="楷体_GB2312"/>
                <a:cs typeface="楷体_GB2312"/>
              </a:rPr>
              <a:t>public class</a:t>
            </a:r>
            <a:r>
              <a:rPr lang="en-US" altLang="zh-CN">
                <a:solidFill>
                  <a:srgbClr val="000000"/>
                </a:solidFill>
                <a:latin typeface="Calibri" pitchFamily="34" charset="0"/>
                <a:ea typeface="楷体_GB2312"/>
                <a:cs typeface="楷体_GB2312"/>
              </a:rPr>
              <a:t> ClassA {</a:t>
            </a:r>
          </a:p>
          <a:p>
            <a:pPr marL="457200" indent="-457200">
              <a:lnSpc>
                <a:spcPct val="120000"/>
              </a:lnSpc>
              <a:buClr>
                <a:schemeClr val="accent2"/>
              </a:buClr>
              <a:buFont typeface="Wingdings" pitchFamily="2" charset="2"/>
              <a:buNone/>
            </a:pPr>
            <a:r>
              <a:rPr lang="en-US" altLang="zh-CN">
                <a:solidFill>
                  <a:srgbClr val="000000"/>
                </a:solidFill>
                <a:latin typeface="Calibri" pitchFamily="34" charset="0"/>
                <a:ea typeface="楷体_GB2312"/>
                <a:cs typeface="楷体_GB2312"/>
              </a:rPr>
              <a:t>    </a:t>
            </a:r>
            <a:r>
              <a:rPr lang="en-US" altLang="zh-CN" i="1">
                <a:solidFill>
                  <a:srgbClr val="000000"/>
                </a:solidFill>
                <a:latin typeface="Calibri" pitchFamily="34" charset="0"/>
                <a:ea typeface="楷体_GB2312"/>
                <a:cs typeface="楷体_GB2312"/>
              </a:rPr>
              <a:t>public void</a:t>
            </a:r>
            <a:r>
              <a:rPr lang="en-US" altLang="zh-CN">
                <a:solidFill>
                  <a:srgbClr val="000000"/>
                </a:solidFill>
                <a:latin typeface="Calibri" pitchFamily="34" charset="0"/>
                <a:ea typeface="楷体_GB2312"/>
                <a:cs typeface="楷体_GB2312"/>
              </a:rPr>
              <a:t> someMethodInClassA( … ) {</a:t>
            </a:r>
          </a:p>
          <a:p>
            <a:pPr marL="457200" indent="-457200">
              <a:lnSpc>
                <a:spcPct val="120000"/>
              </a:lnSpc>
              <a:buClr>
                <a:schemeClr val="accent2"/>
              </a:buClr>
              <a:buFont typeface="Wingdings" pitchFamily="2" charset="2"/>
              <a:buNone/>
            </a:pPr>
            <a:r>
              <a:rPr lang="en-US" altLang="zh-CN">
                <a:solidFill>
                  <a:srgbClr val="000000"/>
                </a:solidFill>
                <a:latin typeface="Calibri" pitchFamily="34" charset="0"/>
                <a:ea typeface="楷体_GB2312"/>
                <a:cs typeface="楷体_GB2312"/>
              </a:rPr>
              <a:t>        ClassB objectB = </a:t>
            </a:r>
            <a:r>
              <a:rPr lang="en-US" altLang="zh-CN" i="1">
                <a:solidFill>
                  <a:srgbClr val="000000"/>
                </a:solidFill>
                <a:latin typeface="Calibri" pitchFamily="34" charset="0"/>
                <a:ea typeface="楷体_GB2312"/>
                <a:cs typeface="楷体_GB2312"/>
              </a:rPr>
              <a:t>new</a:t>
            </a:r>
            <a:r>
              <a:rPr lang="en-US" altLang="zh-CN">
                <a:solidFill>
                  <a:srgbClr val="000000"/>
                </a:solidFill>
                <a:latin typeface="Calibri" pitchFamily="34" charset="0"/>
                <a:ea typeface="楷体_GB2312"/>
                <a:cs typeface="楷体_GB2312"/>
              </a:rPr>
              <a:t> ClassB( … );</a:t>
            </a:r>
          </a:p>
          <a:p>
            <a:pPr marL="457200" indent="-457200">
              <a:lnSpc>
                <a:spcPct val="120000"/>
              </a:lnSpc>
              <a:buClr>
                <a:schemeClr val="accent2"/>
              </a:buClr>
              <a:buFont typeface="Wingdings" pitchFamily="2" charset="2"/>
              <a:buNone/>
            </a:pPr>
            <a:r>
              <a:rPr lang="en-US" altLang="zh-CN">
                <a:solidFill>
                  <a:srgbClr val="000000"/>
                </a:solidFill>
                <a:latin typeface="Calibri" pitchFamily="34" charset="0"/>
                <a:ea typeface="楷体_GB2312"/>
                <a:cs typeface="楷体_GB2312"/>
              </a:rPr>
              <a:t>        // or: ClassB objectB = getObjectB( … );</a:t>
            </a:r>
          </a:p>
          <a:p>
            <a:pPr marL="457200" indent="-457200">
              <a:lnSpc>
                <a:spcPct val="120000"/>
              </a:lnSpc>
              <a:buClr>
                <a:schemeClr val="accent2"/>
              </a:buClr>
              <a:buFont typeface="Wingdings" pitchFamily="2" charset="2"/>
              <a:buNone/>
            </a:pPr>
            <a:r>
              <a:rPr lang="en-US" altLang="zh-CN">
                <a:solidFill>
                  <a:srgbClr val="000000"/>
                </a:solidFill>
                <a:latin typeface="Calibri" pitchFamily="34" charset="0"/>
                <a:ea typeface="楷体_GB2312"/>
                <a:cs typeface="楷体_GB2312"/>
              </a:rPr>
              <a:t>        objectB.someMethodInClassB( … );</a:t>
            </a:r>
          </a:p>
          <a:p>
            <a:pPr marL="457200" indent="-457200">
              <a:lnSpc>
                <a:spcPct val="120000"/>
              </a:lnSpc>
              <a:buClr>
                <a:schemeClr val="accent2"/>
              </a:buClr>
              <a:buFont typeface="Wingdings" pitchFamily="2" charset="2"/>
              <a:buNone/>
            </a:pPr>
            <a:r>
              <a:rPr lang="en-US" altLang="zh-CN">
                <a:solidFill>
                  <a:srgbClr val="000000"/>
                </a:solidFill>
                <a:latin typeface="Calibri" pitchFamily="34" charset="0"/>
                <a:ea typeface="楷体_GB2312"/>
                <a:cs typeface="楷体_GB2312"/>
              </a:rPr>
              <a:t>        // …</a:t>
            </a:r>
          </a:p>
          <a:p>
            <a:pPr marL="457200" indent="-457200">
              <a:lnSpc>
                <a:spcPct val="120000"/>
              </a:lnSpc>
              <a:buClr>
                <a:schemeClr val="accent2"/>
              </a:buClr>
              <a:buFont typeface="Wingdings" pitchFamily="2" charset="2"/>
              <a:buNone/>
            </a:pPr>
            <a:r>
              <a:rPr lang="en-US" altLang="zh-CN">
                <a:solidFill>
                  <a:srgbClr val="000000"/>
                </a:solidFill>
                <a:latin typeface="Calibri" pitchFamily="34" charset="0"/>
                <a:ea typeface="楷体_GB2312"/>
                <a:cs typeface="楷体_GB2312"/>
              </a:rPr>
              <a:t>    }</a:t>
            </a:r>
          </a:p>
          <a:p>
            <a:pPr marL="457200" indent="-457200">
              <a:lnSpc>
                <a:spcPct val="120000"/>
              </a:lnSpc>
              <a:buClr>
                <a:schemeClr val="accent2"/>
              </a:buClr>
              <a:buFont typeface="Wingdings" pitchFamily="2" charset="2"/>
              <a:buNone/>
            </a:pPr>
            <a:r>
              <a:rPr lang="en-US" altLang="zh-CN">
                <a:solidFill>
                  <a:srgbClr val="000000"/>
                </a:solidFill>
                <a:latin typeface="Calibri" pitchFamily="34" charset="0"/>
                <a:ea typeface="楷体_GB2312"/>
                <a:cs typeface="楷体_GB2312"/>
              </a:rPr>
              <a:t>}</a:t>
            </a:r>
          </a:p>
        </p:txBody>
      </p:sp>
    </p:spTree>
    <p:custDataLst>
      <p:tags r:id="rId1"/>
    </p:custDataLst>
    <p:extLst>
      <p:ext uri="{BB962C8B-B14F-4D97-AF65-F5344CB8AC3E}">
        <p14:creationId xmlns:p14="http://schemas.microsoft.com/office/powerpoint/2010/main" val="2955561938"/>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0770" name="Rectangle 2"/>
          <p:cNvSpPr>
            <a:spLocks noGrp="1" noChangeArrowheads="1"/>
          </p:cNvSpPr>
          <p:nvPr>
            <p:ph type="title"/>
          </p:nvPr>
        </p:nvSpPr>
        <p:spPr>
          <a:xfrm>
            <a:off x="381000" y="358775"/>
            <a:ext cx="8229600" cy="1701800"/>
          </a:xfrm>
        </p:spPr>
        <p:txBody>
          <a:bodyPr/>
          <a:lstStyle/>
          <a:p>
            <a:pPr>
              <a:lnSpc>
                <a:spcPct val="150000"/>
              </a:lnSpc>
            </a:pPr>
            <a:r>
              <a:rPr lang="zh-CN" altLang="en-US" sz="3200" b="0" smtClean="0">
                <a:latin typeface="微软雅黑" pitchFamily="34" charset="-122"/>
                <a:ea typeface="微软雅黑" pitchFamily="34" charset="-122"/>
              </a:rPr>
              <a:t>是否有可能挑战这种传统方式</a:t>
            </a:r>
            <a:r>
              <a:rPr lang="zh-CN" altLang="en-US" sz="3200" b="0" smtClean="0">
                <a:latin typeface="楷体" pitchFamily="49" charset="-122"/>
                <a:ea typeface="楷体" pitchFamily="49" charset="-122"/>
              </a:rPr>
              <a:t>，</a:t>
            </a:r>
            <a:r>
              <a:rPr lang="en-US" altLang="zh-CN" sz="3200" b="0" smtClean="0">
                <a:latin typeface="楷体" pitchFamily="49" charset="-122"/>
                <a:ea typeface="楷体" pitchFamily="49" charset="-122"/>
              </a:rPr>
              <a:t/>
            </a:r>
            <a:br>
              <a:rPr lang="en-US" altLang="zh-CN" sz="3200" b="0" smtClean="0">
                <a:latin typeface="楷体" pitchFamily="49" charset="-122"/>
                <a:ea typeface="楷体" pitchFamily="49" charset="-122"/>
              </a:rPr>
            </a:br>
            <a:r>
              <a:rPr lang="zh-CN" altLang="en-US" sz="3200" b="0" smtClean="0">
                <a:latin typeface="微软雅黑" pitchFamily="34" charset="-122"/>
                <a:ea typeface="微软雅黑" pitchFamily="34" charset="-122"/>
              </a:rPr>
              <a:t>找到一种耦合度较低的交互协作方式</a:t>
            </a:r>
            <a:r>
              <a:rPr lang="en-US" altLang="zh-CN" sz="3200" b="0" smtClean="0">
                <a:latin typeface="微软雅黑" pitchFamily="34" charset="-122"/>
                <a:ea typeface="微软雅黑" pitchFamily="34" charset="-122"/>
              </a:rPr>
              <a:t>?</a:t>
            </a:r>
            <a:endParaRPr lang="zh-CN" altLang="en-US" sz="3200" b="0" smtClean="0">
              <a:latin typeface="微软雅黑" pitchFamily="34" charset="-122"/>
              <a:ea typeface="微软雅黑" pitchFamily="34" charset="-122"/>
            </a:endParaRP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E5DBC94E-42B8-47AD-8DE7-004B63847ABA}" type="slidenum">
              <a:rPr lang="zh-CN" altLang="en-US" sz="1600">
                <a:solidFill>
                  <a:srgbClr val="000066"/>
                </a:solidFill>
                <a:latin typeface="微软雅黑" pitchFamily="34" charset="-122"/>
                <a:ea typeface="微软雅黑" pitchFamily="34" charset="-122"/>
              </a:rPr>
              <a:pPr/>
              <a:t>46</a:t>
            </a:fld>
            <a:endParaRPr lang="en-US" altLang="zh-CN" sz="1600">
              <a:solidFill>
                <a:srgbClr val="000066"/>
              </a:solidFill>
              <a:latin typeface="微软雅黑" pitchFamily="34" charset="-122"/>
              <a:ea typeface="微软雅黑" pitchFamily="34" charset="-122"/>
            </a:endParaRPr>
          </a:p>
        </p:txBody>
      </p:sp>
      <p:graphicFrame>
        <p:nvGraphicFramePr>
          <p:cNvPr id="6" name="图示 5"/>
          <p:cNvGraphicFramePr/>
          <p:nvPr/>
        </p:nvGraphicFramePr>
        <p:xfrm>
          <a:off x="398579" y="2564904"/>
          <a:ext cx="8565909" cy="367240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3914472687"/>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0770"/>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0"/>
                                  </p:stCondLst>
                                  <p:childTnLst>
                                    <p:set>
                                      <p:cBhvr>
                                        <p:cTn id="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0" grpId="0" animBg="1"/>
      <p:bldP spid="2" grpId="0" animBg="1"/>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a:xfrm>
            <a:off x="381000" y="358775"/>
            <a:ext cx="8229600" cy="1701800"/>
          </a:xfrm>
        </p:spPr>
        <p:txBody>
          <a:bodyPr/>
          <a:lstStyle/>
          <a:p>
            <a:pPr>
              <a:lnSpc>
                <a:spcPct val="150000"/>
              </a:lnSpc>
            </a:pPr>
            <a:r>
              <a:rPr lang="zh-CN" altLang="en-US" sz="3200" b="0" smtClean="0">
                <a:latin typeface="微软雅黑" pitchFamily="34" charset="-122"/>
                <a:ea typeface="微软雅黑" pitchFamily="34" charset="-122"/>
              </a:rPr>
              <a:t>存在一种更加巧妙、更加优雅的</a:t>
            </a:r>
            <a:r>
              <a:rPr lang="en-US" altLang="zh-CN" sz="3200" b="0" smtClean="0">
                <a:latin typeface="微软雅黑" pitchFamily="34" charset="-122"/>
                <a:ea typeface="微软雅黑" pitchFamily="34" charset="-122"/>
              </a:rPr>
              <a:t/>
            </a:r>
            <a:br>
              <a:rPr lang="en-US" altLang="zh-CN" sz="3200" b="0" smtClean="0">
                <a:latin typeface="微软雅黑" pitchFamily="34" charset="-122"/>
                <a:ea typeface="微软雅黑" pitchFamily="34" charset="-122"/>
              </a:rPr>
            </a:br>
            <a:r>
              <a:rPr lang="zh-CN" altLang="en-US" sz="3200" b="0" smtClean="0">
                <a:latin typeface="微软雅黑" pitchFamily="34" charset="-122"/>
                <a:ea typeface="微软雅黑" pitchFamily="34" charset="-122"/>
              </a:rPr>
              <a:t>低耦合的交互协作方法 ！</a:t>
            </a: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74189A8C-DABC-4FE1-8DC9-4AE8C2718C4A}" type="slidenum">
              <a:rPr lang="zh-CN" altLang="en-US" sz="1600">
                <a:solidFill>
                  <a:srgbClr val="000066"/>
                </a:solidFill>
                <a:latin typeface="微软雅黑" pitchFamily="34" charset="-122"/>
                <a:ea typeface="微软雅黑" pitchFamily="34" charset="-122"/>
              </a:rPr>
              <a:pPr/>
              <a:t>47</a:t>
            </a:fld>
            <a:endParaRPr lang="en-US" altLang="zh-CN" sz="1600">
              <a:solidFill>
                <a:srgbClr val="000066"/>
              </a:solidFill>
              <a:latin typeface="微软雅黑" pitchFamily="34" charset="-122"/>
              <a:ea typeface="微软雅黑" pitchFamily="34" charset="-122"/>
            </a:endParaRPr>
          </a:p>
        </p:txBody>
      </p:sp>
      <p:sp>
        <p:nvSpPr>
          <p:cNvPr id="5" name="Rectangle 3"/>
          <p:cNvSpPr txBox="1">
            <a:spLocks noChangeArrowheads="1"/>
          </p:cNvSpPr>
          <p:nvPr/>
        </p:nvSpPr>
        <p:spPr bwMode="auto">
          <a:xfrm>
            <a:off x="323850" y="2492375"/>
            <a:ext cx="8496300" cy="3679825"/>
          </a:xfrm>
          <a:prstGeom prst="rect">
            <a:avLst/>
          </a:prstGeom>
          <a:noFill/>
          <a:ln w="9525">
            <a:noFill/>
            <a:miter lim="800000"/>
            <a:headEnd/>
            <a:tailEnd/>
          </a:ln>
          <a:effectLst/>
        </p:spPr>
        <p:txBody>
          <a:bodyPr/>
          <a:lstStyle>
            <a:lvl1pPr marL="457200" indent="-457200" algn="l" rtl="0" eaLnBrk="0" fontAlgn="base" hangingPunct="0">
              <a:lnSpc>
                <a:spcPct val="120000"/>
              </a:lnSpc>
              <a:spcBef>
                <a:spcPct val="20000"/>
              </a:spcBef>
              <a:spcAft>
                <a:spcPct val="0"/>
              </a:spcAft>
              <a:buClr>
                <a:schemeClr val="accent2"/>
              </a:buClr>
              <a:buFont typeface="Wingdings" pitchFamily="2" charset="2"/>
              <a:buChar char="p"/>
              <a:defRPr kumimoji="1" sz="3200" b="1">
                <a:solidFill>
                  <a:schemeClr val="tx1"/>
                </a:solidFill>
                <a:latin typeface="+mn-lt"/>
                <a:ea typeface="+mn-ea"/>
                <a:cs typeface="+mn-cs"/>
              </a:defRPr>
            </a:lvl1pPr>
            <a:lvl2pPr marL="990600" indent="-354013" algn="l" rtl="0" eaLnBrk="0" fontAlgn="base" hangingPunct="0">
              <a:lnSpc>
                <a:spcPct val="120000"/>
              </a:lnSpc>
              <a:spcBef>
                <a:spcPct val="20000"/>
              </a:spcBef>
              <a:spcAft>
                <a:spcPct val="0"/>
              </a:spcAft>
              <a:buClr>
                <a:schemeClr val="folHlink"/>
              </a:buClr>
              <a:buFont typeface="Wingdings" pitchFamily="2" charset="2"/>
              <a:buBlip>
                <a:blip r:embed="rId4"/>
              </a:buBlip>
              <a:defRPr kumimoji="1" sz="2800" b="1">
                <a:solidFill>
                  <a:schemeClr val="tx1"/>
                </a:solidFill>
                <a:latin typeface="楷体_GB2312" pitchFamily="49" charset="-122"/>
                <a:ea typeface="楷体_GB2312" pitchFamily="49" charset="-122"/>
              </a:defRPr>
            </a:lvl2pPr>
            <a:lvl3pPr marL="1619250" indent="-354013" algn="l" rtl="0" eaLnBrk="0" fontAlgn="base" hangingPunct="0">
              <a:lnSpc>
                <a:spcPct val="120000"/>
              </a:lnSpc>
              <a:spcBef>
                <a:spcPct val="20000"/>
              </a:spcBef>
              <a:spcAft>
                <a:spcPct val="0"/>
              </a:spcAft>
              <a:buClr>
                <a:schemeClr val="accent2"/>
              </a:buClr>
              <a:buBlip>
                <a:blip r:embed="rId5"/>
              </a:buBlip>
              <a:defRPr kumimoji="1" sz="2400" b="1">
                <a:solidFill>
                  <a:schemeClr val="tx1"/>
                </a:solidFill>
                <a:latin typeface="+mn-lt"/>
                <a:ea typeface="+mn-ea"/>
              </a:defRPr>
            </a:lvl3pPr>
            <a:lvl4pPr marL="2152650" indent="-315913" algn="l" rtl="0" eaLnBrk="0" fontAlgn="base" hangingPunct="0">
              <a:lnSpc>
                <a:spcPct val="120000"/>
              </a:lnSpc>
              <a:spcBef>
                <a:spcPct val="20000"/>
              </a:spcBef>
              <a:spcAft>
                <a:spcPct val="0"/>
              </a:spcAft>
              <a:buClr>
                <a:schemeClr val="accent2"/>
              </a:buClr>
              <a:buBlip>
                <a:blip r:embed="rId6"/>
              </a:buBlip>
              <a:defRPr kumimoji="1" sz="2000" b="1">
                <a:solidFill>
                  <a:schemeClr val="tx1"/>
                </a:solidFill>
                <a:latin typeface="+mn-lt"/>
                <a:ea typeface="+mn-ea"/>
              </a:defRPr>
            </a:lvl4pPr>
            <a:lvl5pPr marL="26098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5pPr>
            <a:lvl6pPr marL="30670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6pPr>
            <a:lvl7pPr marL="35242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7pPr>
            <a:lvl8pPr marL="39814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8pPr>
            <a:lvl9pPr marL="44386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9pPr>
          </a:lstStyle>
          <a:p>
            <a:pPr>
              <a:lnSpc>
                <a:spcPct val="150000"/>
              </a:lnSpc>
              <a:buClr>
                <a:srgbClr val="3333CC"/>
              </a:buClr>
              <a:defRPr/>
            </a:pPr>
            <a:r>
              <a:rPr lang="zh-CN" altLang="en-US" sz="3600" dirty="0">
                <a:solidFill>
                  <a:srgbClr val="000000"/>
                </a:solidFill>
                <a:effectLst>
                  <a:outerShdw blurRad="38100" dist="38100" dir="2700000" algn="tl">
                    <a:srgbClr val="000000">
                      <a:alpha val="43137"/>
                    </a:srgbClr>
                  </a:outerShdw>
                </a:effectLst>
                <a:latin typeface="楷体" pitchFamily="49" charset="-122"/>
                <a:ea typeface="楷体" pitchFamily="49" charset="-122"/>
              </a:rPr>
              <a:t>这种方法与一段非常有趣的软件技术探索历程有关</a:t>
            </a:r>
            <a:endParaRPr lang="en-US" altLang="zh-CN" sz="3600" dirty="0">
              <a:solidFill>
                <a:srgbClr val="000000"/>
              </a:solidFill>
              <a:effectLst>
                <a:outerShdw blurRad="38100" dist="38100" dir="2700000" algn="tl">
                  <a:srgbClr val="000000">
                    <a:alpha val="43137"/>
                  </a:srgbClr>
                </a:outerShdw>
              </a:effectLst>
              <a:latin typeface="楷体" pitchFamily="49" charset="-122"/>
              <a:ea typeface="楷体" pitchFamily="49" charset="-122"/>
            </a:endParaRPr>
          </a:p>
        </p:txBody>
      </p:sp>
    </p:spTree>
    <p:custDataLst>
      <p:tags r:id="rId1"/>
    </p:custDataLst>
    <p:extLst>
      <p:ext uri="{BB962C8B-B14F-4D97-AF65-F5344CB8AC3E}">
        <p14:creationId xmlns:p14="http://schemas.microsoft.com/office/powerpoint/2010/main" val="212436889"/>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r>
              <a:rPr lang="zh-CN" altLang="en-US" sz="3200" b="0" smtClean="0">
                <a:latin typeface="微软雅黑" pitchFamily="34" charset="-122"/>
                <a:ea typeface="微软雅黑" pitchFamily="34" charset="-122"/>
              </a:rPr>
              <a:t>内容提要</a:t>
            </a: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7C1E94B6-BA95-4744-81FF-54E0ED4151F6}" type="slidenum">
              <a:rPr lang="zh-CN" altLang="en-US" sz="1600">
                <a:solidFill>
                  <a:srgbClr val="000066"/>
                </a:solidFill>
                <a:latin typeface="微软雅黑" pitchFamily="34" charset="-122"/>
                <a:ea typeface="微软雅黑" pitchFamily="34" charset="-122"/>
              </a:rPr>
              <a:pPr/>
              <a:t>48</a:t>
            </a:fld>
            <a:endParaRPr lang="en-US" altLang="zh-CN" sz="1600">
              <a:solidFill>
                <a:srgbClr val="000066"/>
              </a:solidFill>
              <a:latin typeface="微软雅黑" pitchFamily="34" charset="-122"/>
              <a:ea typeface="微软雅黑" pitchFamily="34" charset="-122"/>
            </a:endParaRPr>
          </a:p>
        </p:txBody>
      </p:sp>
      <p:graphicFrame>
        <p:nvGraphicFramePr>
          <p:cNvPr id="5" name="图示 4"/>
          <p:cNvGraphicFramePr/>
          <p:nvPr/>
        </p:nvGraphicFramePr>
        <p:xfrm>
          <a:off x="571472" y="1571612"/>
          <a:ext cx="8072494" cy="464347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3811019137"/>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a:xfrm>
            <a:off x="381000" y="358775"/>
            <a:ext cx="8229600" cy="1990725"/>
          </a:xfrm>
        </p:spPr>
        <p:txBody>
          <a:bodyPr/>
          <a:lstStyle/>
          <a:p>
            <a:pPr>
              <a:lnSpc>
                <a:spcPct val="150000"/>
              </a:lnSpc>
            </a:pPr>
            <a:r>
              <a:rPr lang="zh-CN" altLang="en-US" sz="3200" b="0" smtClean="0">
                <a:latin typeface="微软雅黑" pitchFamily="34" charset="-122"/>
                <a:ea typeface="微软雅黑" pitchFamily="34" charset="-122"/>
              </a:rPr>
              <a:t>让我们进入时光隧道</a:t>
            </a:r>
            <a:r>
              <a:rPr lang="zh-CN" altLang="en-US" sz="3200" b="0" smtClean="0">
                <a:latin typeface="楷体" pitchFamily="49" charset="-122"/>
                <a:ea typeface="楷体" pitchFamily="49" charset="-122"/>
              </a:rPr>
              <a:t>，</a:t>
            </a:r>
            <a:r>
              <a:rPr lang="zh-CN" altLang="en-US" sz="3200" b="0" smtClean="0">
                <a:latin typeface="微软雅黑" pitchFamily="34" charset="-122"/>
                <a:ea typeface="微软雅黑" pitchFamily="34" charset="-122"/>
              </a:rPr>
              <a:t>回到上个世纪</a:t>
            </a:r>
            <a:r>
              <a:rPr lang="en-US" altLang="zh-CN" sz="3200" b="0" smtClean="0">
                <a:latin typeface="微软雅黑" pitchFamily="34" charset="-122"/>
                <a:ea typeface="微软雅黑" pitchFamily="34" charset="-122"/>
              </a:rPr>
              <a:t>90</a:t>
            </a:r>
            <a:r>
              <a:rPr lang="zh-CN" altLang="en-US" sz="3200" b="0" smtClean="0">
                <a:latin typeface="微软雅黑" pitchFamily="34" charset="-122"/>
                <a:ea typeface="微软雅黑" pitchFamily="34" charset="-122"/>
              </a:rPr>
              <a:t>年代初期</a:t>
            </a:r>
            <a:r>
              <a:rPr lang="en-US" altLang="zh-CN" sz="3200" b="0" smtClean="0">
                <a:latin typeface="微软雅黑" pitchFamily="34" charset="-122"/>
                <a:ea typeface="微软雅黑" pitchFamily="34" charset="-122"/>
              </a:rPr>
              <a:t>——Java</a:t>
            </a:r>
            <a:r>
              <a:rPr lang="zh-CN" altLang="en-US" sz="3200" b="0" smtClean="0">
                <a:latin typeface="微软雅黑" pitchFamily="34" charset="-122"/>
                <a:ea typeface="微软雅黑" pitchFamily="34" charset="-122"/>
              </a:rPr>
              <a:t>技术的婴幼期</a:t>
            </a: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213B383D-1406-48CE-8851-E6049281622E}" type="slidenum">
              <a:rPr lang="zh-CN" altLang="en-US" sz="1600">
                <a:solidFill>
                  <a:srgbClr val="000066"/>
                </a:solidFill>
                <a:latin typeface="微软雅黑" pitchFamily="34" charset="-122"/>
                <a:ea typeface="微软雅黑" pitchFamily="34" charset="-122"/>
              </a:rPr>
              <a:pPr/>
              <a:t>49</a:t>
            </a:fld>
            <a:endParaRPr lang="en-US" altLang="zh-CN" sz="1600">
              <a:solidFill>
                <a:srgbClr val="000066"/>
              </a:solidFill>
              <a:latin typeface="微软雅黑" pitchFamily="34" charset="-122"/>
              <a:ea typeface="微软雅黑" pitchFamily="34" charset="-122"/>
            </a:endParaRPr>
          </a:p>
        </p:txBody>
      </p:sp>
      <p:sp>
        <p:nvSpPr>
          <p:cNvPr id="6" name="形状 5"/>
          <p:cNvSpPr/>
          <p:nvPr/>
        </p:nvSpPr>
        <p:spPr>
          <a:xfrm rot="11254017">
            <a:off x="1524000" y="2619375"/>
            <a:ext cx="6096000" cy="3810000"/>
          </a:xfrm>
          <a:prstGeom prst="swooshArrow">
            <a:avLst>
              <a:gd name="adj1" fmla="val 25000"/>
              <a:gd name="adj2" fmla="val 25000"/>
            </a:avLst>
          </a:prstGeom>
          <a:gradFill rotWithShape="0">
            <a:gsLst>
              <a:gs pos="0">
                <a:srgbClr val="FFF200"/>
              </a:gs>
              <a:gs pos="45000">
                <a:srgbClr val="FF7A00"/>
              </a:gs>
              <a:gs pos="70000">
                <a:srgbClr val="FF0300"/>
              </a:gs>
              <a:gs pos="100000">
                <a:srgbClr val="4D0808"/>
              </a:gs>
            </a:gsLst>
            <a:lin ang="5400000" scaled="0"/>
          </a:gradFill>
        </p:spPr>
        <p:style>
          <a:lnRef idx="0">
            <a:schemeClr val="accent1">
              <a:hueOff val="0"/>
              <a:satOff val="0"/>
              <a:lumOff val="0"/>
              <a:alphaOff val="0"/>
            </a:schemeClr>
          </a:lnRef>
          <a:fillRef idx="1">
            <a:scrgbClr r="0" g="0" b="0"/>
          </a:fillRef>
          <a:effectRef idx="0">
            <a:schemeClr val="accent1">
              <a:tint val="40000"/>
              <a:hueOff val="0"/>
              <a:satOff val="0"/>
              <a:lumOff val="0"/>
              <a:alphaOff val="0"/>
            </a:schemeClr>
          </a:effectRef>
          <a:fontRef idx="minor">
            <a:schemeClr val="dk1">
              <a:hueOff val="0"/>
              <a:satOff val="0"/>
              <a:lumOff val="0"/>
              <a:alphaOff val="0"/>
            </a:schemeClr>
          </a:fontRef>
        </p:style>
      </p:sp>
      <p:sp>
        <p:nvSpPr>
          <p:cNvPr id="7" name="椭圆 6"/>
          <p:cNvSpPr/>
          <p:nvPr/>
        </p:nvSpPr>
        <p:spPr>
          <a:xfrm>
            <a:off x="6084888" y="4260850"/>
            <a:ext cx="261937" cy="263525"/>
          </a:xfrm>
          <a:prstGeom prst="ellipse">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Tree>
    <p:custDataLst>
      <p:tags r:id="rId1"/>
    </p:custDataLst>
    <p:extLst>
      <p:ext uri="{BB962C8B-B14F-4D97-AF65-F5344CB8AC3E}">
        <p14:creationId xmlns:p14="http://schemas.microsoft.com/office/powerpoint/2010/main" val="1725888212"/>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r>
              <a:rPr lang="en-US" altLang="zh-CN" sz="3200" b="0" smtClean="0">
                <a:latin typeface="微软雅黑" pitchFamily="34" charset="-122"/>
                <a:ea typeface="微软雅黑" pitchFamily="34" charset="-122"/>
              </a:rPr>
              <a:t>Java GUI</a:t>
            </a:r>
            <a:r>
              <a:rPr lang="zh-CN" altLang="en-US" sz="3200" b="0" smtClean="0">
                <a:latin typeface="微软雅黑" pitchFamily="34" charset="-122"/>
                <a:ea typeface="微软雅黑" pitchFamily="34" charset="-122"/>
              </a:rPr>
              <a:t>早期的事件传递模型</a:t>
            </a: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9B7F7D95-F452-4C15-B600-2F17AA57A726}" type="slidenum">
              <a:rPr lang="zh-CN" altLang="en-US" sz="1600">
                <a:solidFill>
                  <a:srgbClr val="000066"/>
                </a:solidFill>
                <a:latin typeface="微软雅黑" pitchFamily="34" charset="-122"/>
                <a:ea typeface="微软雅黑" pitchFamily="34" charset="-122"/>
              </a:rPr>
              <a:pPr/>
              <a:t>50</a:t>
            </a:fld>
            <a:endParaRPr lang="en-US" altLang="zh-CN" sz="1600">
              <a:solidFill>
                <a:srgbClr val="000066"/>
              </a:solidFill>
              <a:latin typeface="微软雅黑" pitchFamily="34" charset="-122"/>
              <a:ea typeface="微软雅黑" pitchFamily="34" charset="-122"/>
            </a:endParaRPr>
          </a:p>
        </p:txBody>
      </p:sp>
      <p:pic>
        <p:nvPicPr>
          <p:cNvPr id="10035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0375" y="1268413"/>
            <a:ext cx="8215313" cy="517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上箭头 6"/>
          <p:cNvSpPr/>
          <p:nvPr/>
        </p:nvSpPr>
        <p:spPr bwMode="auto">
          <a:xfrm>
            <a:off x="7175500" y="4911725"/>
            <a:ext cx="285750" cy="285750"/>
          </a:xfrm>
          <a:prstGeom prst="upArrow">
            <a:avLst/>
          </a:prstGeom>
          <a:solidFill>
            <a:srgbClr val="FFFFFF">
              <a:alpha val="50000"/>
            </a:srgbClr>
          </a:solidFill>
          <a:ln>
            <a:solidFill>
              <a:srgbClr val="FF000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a:lstStyle/>
          <a:p>
            <a:pPr>
              <a:spcBef>
                <a:spcPct val="20000"/>
              </a:spcBef>
              <a:buClr>
                <a:schemeClr val="accent2"/>
              </a:buClr>
              <a:buFontTx/>
              <a:buChar char="•"/>
              <a:defRPr/>
            </a:pPr>
            <a:endParaRPr lang="zh-CN" altLang="en-US">
              <a:solidFill>
                <a:schemeClr val="tx1"/>
              </a:solidFill>
              <a:latin typeface="Arial" charset="0"/>
            </a:endParaRPr>
          </a:p>
        </p:txBody>
      </p:sp>
      <p:sp>
        <p:nvSpPr>
          <p:cNvPr id="8" name="上箭头 7"/>
          <p:cNvSpPr/>
          <p:nvPr/>
        </p:nvSpPr>
        <p:spPr bwMode="auto">
          <a:xfrm>
            <a:off x="7461250" y="4483100"/>
            <a:ext cx="285750" cy="428625"/>
          </a:xfrm>
          <a:prstGeom prst="upArrow">
            <a:avLst/>
          </a:prstGeom>
          <a:solidFill>
            <a:srgbClr val="FFFFFF">
              <a:alpha val="50000"/>
            </a:srgbClr>
          </a:solidFill>
          <a:ln>
            <a:solidFill>
              <a:srgbClr val="FF000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a:lstStyle/>
          <a:p>
            <a:pPr>
              <a:spcBef>
                <a:spcPct val="20000"/>
              </a:spcBef>
              <a:buClr>
                <a:schemeClr val="accent2"/>
              </a:buClr>
              <a:buFontTx/>
              <a:buChar char="•"/>
              <a:defRPr/>
            </a:pPr>
            <a:endParaRPr lang="zh-CN" altLang="en-US">
              <a:solidFill>
                <a:schemeClr val="tx1"/>
              </a:solidFill>
              <a:latin typeface="Arial" charset="0"/>
            </a:endParaRPr>
          </a:p>
        </p:txBody>
      </p:sp>
      <p:sp>
        <p:nvSpPr>
          <p:cNvPr id="9" name="上箭头 8"/>
          <p:cNvSpPr/>
          <p:nvPr/>
        </p:nvSpPr>
        <p:spPr bwMode="auto">
          <a:xfrm>
            <a:off x="7747000" y="2054225"/>
            <a:ext cx="357188" cy="2428875"/>
          </a:xfrm>
          <a:prstGeom prst="upArrow">
            <a:avLst/>
          </a:prstGeom>
          <a:solidFill>
            <a:srgbClr val="FFFFFF">
              <a:alpha val="50000"/>
            </a:srgbClr>
          </a:solidFill>
          <a:ln>
            <a:solidFill>
              <a:srgbClr val="FF000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a:lstStyle/>
          <a:p>
            <a:pPr>
              <a:spcBef>
                <a:spcPct val="20000"/>
              </a:spcBef>
              <a:buClr>
                <a:schemeClr val="accent2"/>
              </a:buClr>
              <a:buFontTx/>
              <a:buChar char="•"/>
              <a:defRPr/>
            </a:pPr>
            <a:endParaRPr lang="zh-CN" altLang="en-US" dirty="0">
              <a:solidFill>
                <a:schemeClr val="tx1"/>
              </a:solidFill>
              <a:latin typeface="Arial" charset="0"/>
            </a:endParaRPr>
          </a:p>
        </p:txBody>
      </p:sp>
      <p:sp>
        <p:nvSpPr>
          <p:cNvPr id="10" name="上箭头 9"/>
          <p:cNvSpPr/>
          <p:nvPr/>
        </p:nvSpPr>
        <p:spPr bwMode="auto">
          <a:xfrm>
            <a:off x="8104188" y="1554163"/>
            <a:ext cx="285750" cy="428625"/>
          </a:xfrm>
          <a:prstGeom prst="upArrow">
            <a:avLst/>
          </a:prstGeom>
          <a:solidFill>
            <a:srgbClr val="FFFFFF">
              <a:alpha val="50000"/>
            </a:srgbClr>
          </a:solidFill>
          <a:ln>
            <a:solidFill>
              <a:srgbClr val="FF000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a:lstStyle/>
          <a:p>
            <a:pPr>
              <a:spcBef>
                <a:spcPct val="20000"/>
              </a:spcBef>
              <a:buClr>
                <a:schemeClr val="accent2"/>
              </a:buClr>
              <a:buFontTx/>
              <a:buChar char="•"/>
              <a:defRPr/>
            </a:pPr>
            <a:endParaRPr lang="zh-CN" altLang="en-US">
              <a:solidFill>
                <a:schemeClr val="tx1"/>
              </a:solidFill>
              <a:latin typeface="Arial" charset="0"/>
            </a:endParaRPr>
          </a:p>
        </p:txBody>
      </p:sp>
      <p:sp>
        <p:nvSpPr>
          <p:cNvPr id="11" name="Rectangle 4"/>
          <p:cNvSpPr>
            <a:spLocks noChangeArrowheads="1"/>
          </p:cNvSpPr>
          <p:nvPr/>
        </p:nvSpPr>
        <p:spPr bwMode="auto">
          <a:xfrm>
            <a:off x="6961188" y="4840288"/>
            <a:ext cx="1357312" cy="428625"/>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spcBef>
                <a:spcPct val="20000"/>
              </a:spcBef>
              <a:buClr>
                <a:schemeClr val="accent2"/>
              </a:buClr>
              <a:buFontTx/>
              <a:buChar char="•"/>
            </a:pPr>
            <a:endParaRPr lang="zh-CN" altLang="en-US"/>
          </a:p>
        </p:txBody>
      </p:sp>
    </p:spTree>
    <p:custDataLst>
      <p:tags r:id="rId1"/>
    </p:custDataLst>
    <p:extLst>
      <p:ext uri="{BB962C8B-B14F-4D97-AF65-F5344CB8AC3E}">
        <p14:creationId xmlns:p14="http://schemas.microsoft.com/office/powerpoint/2010/main" val="1066244873"/>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childTnLst>
                    </p:cTn>
                  </p:par>
                  <p:par>
                    <p:cTn id="7" fill="hold" nodeType="clickPar">
                      <p:stCondLst>
                        <p:cond delay="indefinite"/>
                      </p:stCondLst>
                      <p:childTnLst>
                        <p:par>
                          <p:cTn id="8" fill="hold" nodeType="withGroup">
                            <p:stCondLst>
                              <p:cond delay="0"/>
                            </p:stCondLst>
                            <p:childTnLst>
                              <p:par>
                                <p:cTn id="9" presetID="18" presetClass="entr" presetSubtype="3"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strips(upRight)">
                                      <p:cBhvr>
                                        <p:cTn id="11" dur="500"/>
                                        <p:tgtEl>
                                          <p:spTgt spid="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8" presetClass="entr" presetSubtype="3"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strips(upRight)">
                                      <p:cBhvr>
                                        <p:cTn id="16" dur="500"/>
                                        <p:tgtEl>
                                          <p:spTgt spid="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8" presetClass="entr" presetSubtype="3"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strips(upRight)">
                                      <p:cBhvr>
                                        <p:cTn id="21" dur="500"/>
                                        <p:tgtEl>
                                          <p:spTgt spid="9"/>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8" presetClass="entr" presetSubtype="3"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strips(upRight)">
                                      <p:cBhvr>
                                        <p:cTn id="26" dur="500"/>
                                        <p:tgtEl>
                                          <p:spTgt spid="10"/>
                                        </p:tgtEl>
                                      </p:cBhvr>
                                    </p:animEffect>
                                  </p:childTnLst>
                                </p:cTn>
                              </p:par>
                            </p:childTnLst>
                          </p:cTn>
                        </p:par>
                        <p:par>
                          <p:cTn id="27" fill="hold" nodeType="afterGroup">
                            <p:stCondLst>
                              <p:cond delay="500"/>
                            </p:stCondLst>
                            <p:childTnLst>
                              <p:par>
                                <p:cTn id="28" presetID="1" presetClass="entr" presetSubtype="0" fill="hold" grpId="0" nodeType="afterEffect">
                                  <p:stCondLst>
                                    <p:cond delay="0"/>
                                  </p:stCondLst>
                                  <p:childTnLst>
                                    <p:set>
                                      <p:cBhvr>
                                        <p:cTn id="2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8" grpId="0" animBg="1"/>
      <p:bldP spid="9" grpId="0" animBg="1"/>
      <p:bldP spid="10" grpId="0" animBg="1"/>
      <p:bldP spid="11" grpId="0" animBg="1"/>
    </p:bld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r>
              <a:rPr lang="zh-CN" altLang="en-US" sz="3200" b="0" smtClean="0">
                <a:latin typeface="微软雅黑" pitchFamily="34" charset="-122"/>
                <a:ea typeface="微软雅黑" pitchFamily="34" charset="-122"/>
              </a:rPr>
              <a:t>响应事件的方法</a:t>
            </a: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6E31C290-CC1F-4F79-AE42-E09223362AE8}" type="slidenum">
              <a:rPr lang="zh-CN" altLang="en-US" sz="1600">
                <a:solidFill>
                  <a:srgbClr val="000066"/>
                </a:solidFill>
                <a:latin typeface="微软雅黑" pitchFamily="34" charset="-122"/>
                <a:ea typeface="微软雅黑" pitchFamily="34" charset="-122"/>
              </a:rPr>
              <a:pPr/>
              <a:t>51</a:t>
            </a:fld>
            <a:endParaRPr lang="en-US" altLang="zh-CN" sz="1600">
              <a:solidFill>
                <a:srgbClr val="000066"/>
              </a:solidFill>
              <a:latin typeface="微软雅黑" pitchFamily="34" charset="-122"/>
              <a:ea typeface="微软雅黑" pitchFamily="34" charset="-122"/>
            </a:endParaRPr>
          </a:p>
        </p:txBody>
      </p:sp>
      <p:sp>
        <p:nvSpPr>
          <p:cNvPr id="5" name="Rectangle 3"/>
          <p:cNvSpPr txBox="1">
            <a:spLocks noChangeArrowheads="1"/>
          </p:cNvSpPr>
          <p:nvPr/>
        </p:nvSpPr>
        <p:spPr bwMode="auto">
          <a:xfrm>
            <a:off x="323850" y="1268413"/>
            <a:ext cx="8496300" cy="4903787"/>
          </a:xfrm>
          <a:prstGeom prst="rect">
            <a:avLst/>
          </a:prstGeom>
          <a:noFill/>
          <a:ln w="9525">
            <a:noFill/>
            <a:miter lim="800000"/>
            <a:headEnd/>
            <a:tailEnd/>
          </a:ln>
          <a:effectLst/>
        </p:spPr>
        <p:txBody>
          <a:bodyPr/>
          <a:lstStyle>
            <a:lvl1pPr marL="457200" indent="-457200" algn="l" rtl="0" eaLnBrk="0" fontAlgn="base" hangingPunct="0">
              <a:lnSpc>
                <a:spcPct val="120000"/>
              </a:lnSpc>
              <a:spcBef>
                <a:spcPct val="20000"/>
              </a:spcBef>
              <a:spcAft>
                <a:spcPct val="0"/>
              </a:spcAft>
              <a:buClr>
                <a:schemeClr val="accent2"/>
              </a:buClr>
              <a:buFont typeface="Wingdings" pitchFamily="2" charset="2"/>
              <a:buChar char="p"/>
              <a:defRPr kumimoji="1" sz="3200" b="1">
                <a:solidFill>
                  <a:schemeClr val="tx1"/>
                </a:solidFill>
                <a:latin typeface="+mn-lt"/>
                <a:ea typeface="+mn-ea"/>
                <a:cs typeface="+mn-cs"/>
              </a:defRPr>
            </a:lvl1pPr>
            <a:lvl2pPr marL="990600" indent="-354013" algn="l" rtl="0" eaLnBrk="0" fontAlgn="base" hangingPunct="0">
              <a:lnSpc>
                <a:spcPct val="120000"/>
              </a:lnSpc>
              <a:spcBef>
                <a:spcPct val="20000"/>
              </a:spcBef>
              <a:spcAft>
                <a:spcPct val="0"/>
              </a:spcAft>
              <a:buClr>
                <a:schemeClr val="folHlink"/>
              </a:buClr>
              <a:buFont typeface="Wingdings" pitchFamily="2" charset="2"/>
              <a:buBlip>
                <a:blip r:embed="rId4"/>
              </a:buBlip>
              <a:defRPr kumimoji="1" sz="2800" b="1">
                <a:solidFill>
                  <a:schemeClr val="tx1"/>
                </a:solidFill>
                <a:latin typeface="楷体_GB2312" pitchFamily="49" charset="-122"/>
                <a:ea typeface="楷体_GB2312" pitchFamily="49" charset="-122"/>
              </a:defRPr>
            </a:lvl2pPr>
            <a:lvl3pPr marL="1619250" indent="-354013" algn="l" rtl="0" eaLnBrk="0" fontAlgn="base" hangingPunct="0">
              <a:lnSpc>
                <a:spcPct val="120000"/>
              </a:lnSpc>
              <a:spcBef>
                <a:spcPct val="20000"/>
              </a:spcBef>
              <a:spcAft>
                <a:spcPct val="0"/>
              </a:spcAft>
              <a:buClr>
                <a:schemeClr val="accent2"/>
              </a:buClr>
              <a:buBlip>
                <a:blip r:embed="rId5"/>
              </a:buBlip>
              <a:defRPr kumimoji="1" sz="2400" b="1">
                <a:solidFill>
                  <a:schemeClr val="tx1"/>
                </a:solidFill>
                <a:latin typeface="+mn-lt"/>
                <a:ea typeface="+mn-ea"/>
              </a:defRPr>
            </a:lvl3pPr>
            <a:lvl4pPr marL="2152650" indent="-315913" algn="l" rtl="0" eaLnBrk="0" fontAlgn="base" hangingPunct="0">
              <a:lnSpc>
                <a:spcPct val="120000"/>
              </a:lnSpc>
              <a:spcBef>
                <a:spcPct val="20000"/>
              </a:spcBef>
              <a:spcAft>
                <a:spcPct val="0"/>
              </a:spcAft>
              <a:buClr>
                <a:schemeClr val="accent2"/>
              </a:buClr>
              <a:buBlip>
                <a:blip r:embed="rId6"/>
              </a:buBlip>
              <a:defRPr kumimoji="1" sz="2000" b="1">
                <a:solidFill>
                  <a:schemeClr val="tx1"/>
                </a:solidFill>
                <a:latin typeface="+mn-lt"/>
                <a:ea typeface="+mn-ea"/>
              </a:defRPr>
            </a:lvl4pPr>
            <a:lvl5pPr marL="26098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5pPr>
            <a:lvl6pPr marL="30670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6pPr>
            <a:lvl7pPr marL="35242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7pPr>
            <a:lvl8pPr marL="39814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8pPr>
            <a:lvl9pPr marL="44386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9pPr>
          </a:lstStyle>
          <a:p>
            <a:pPr>
              <a:lnSpc>
                <a:spcPct val="150000"/>
              </a:lnSpc>
              <a:buClr>
                <a:srgbClr val="3333CC"/>
              </a:buClr>
              <a:defRPr/>
            </a:pPr>
            <a:r>
              <a:rPr lang="zh-CN" altLang="en-US" sz="3600" dirty="0">
                <a:solidFill>
                  <a:srgbClr val="000000"/>
                </a:solidFill>
                <a:effectLst>
                  <a:outerShdw blurRad="38100" dist="38100" dir="2700000" algn="tl">
                    <a:srgbClr val="000000">
                      <a:alpha val="43137"/>
                    </a:srgbClr>
                  </a:outerShdw>
                </a:effectLst>
                <a:latin typeface="楷体" pitchFamily="49" charset="-122"/>
                <a:ea typeface="楷体" pitchFamily="49" charset="-122"/>
              </a:rPr>
              <a:t>针对界面元素创设子类</a:t>
            </a:r>
            <a:endParaRPr lang="en-US" altLang="zh-CN" sz="3600" dirty="0">
              <a:solidFill>
                <a:srgbClr val="000000"/>
              </a:solidFill>
              <a:effectLst>
                <a:outerShdw blurRad="38100" dist="38100" dir="2700000" algn="tl">
                  <a:srgbClr val="000000">
                    <a:alpha val="43137"/>
                  </a:srgbClr>
                </a:outerShdw>
              </a:effectLst>
              <a:latin typeface="楷体" pitchFamily="49" charset="-122"/>
              <a:ea typeface="楷体" pitchFamily="49" charset="-122"/>
            </a:endParaRPr>
          </a:p>
          <a:p>
            <a:pPr>
              <a:lnSpc>
                <a:spcPct val="150000"/>
              </a:lnSpc>
              <a:buClr>
                <a:srgbClr val="3333CC"/>
              </a:buClr>
              <a:defRPr/>
            </a:pPr>
            <a:r>
              <a:rPr lang="zh-CN" altLang="en-US" sz="3600" dirty="0">
                <a:solidFill>
                  <a:srgbClr val="000000"/>
                </a:solidFill>
                <a:effectLst>
                  <a:outerShdw blurRad="38100" dist="38100" dir="2700000" algn="tl">
                    <a:srgbClr val="000000">
                      <a:alpha val="43137"/>
                    </a:srgbClr>
                  </a:outerShdw>
                </a:effectLst>
                <a:latin typeface="楷体" pitchFamily="49" charset="-122"/>
                <a:ea typeface="楷体" pitchFamily="49" charset="-122"/>
              </a:rPr>
              <a:t>针对界面容器创设子类</a:t>
            </a:r>
            <a:endParaRPr lang="en-US" altLang="zh-CN" sz="3600" dirty="0">
              <a:solidFill>
                <a:srgbClr val="000000"/>
              </a:solidFill>
              <a:effectLst>
                <a:outerShdw blurRad="38100" dist="38100" dir="2700000" algn="tl">
                  <a:srgbClr val="000000">
                    <a:alpha val="43137"/>
                  </a:srgbClr>
                </a:outerShdw>
              </a:effectLst>
              <a:latin typeface="楷体" pitchFamily="49" charset="-122"/>
              <a:ea typeface="楷体" pitchFamily="49" charset="-122"/>
            </a:endParaRPr>
          </a:p>
        </p:txBody>
      </p:sp>
    </p:spTree>
    <p:custDataLst>
      <p:tags r:id="rId1"/>
    </p:custDataLst>
    <p:extLst>
      <p:ext uri="{BB962C8B-B14F-4D97-AF65-F5344CB8AC3E}">
        <p14:creationId xmlns:p14="http://schemas.microsoft.com/office/powerpoint/2010/main" val="4223205444"/>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r>
              <a:rPr lang="zh-CN" altLang="en-US" sz="3200" b="0" smtClean="0">
                <a:latin typeface="微软雅黑" pitchFamily="34" charset="-122"/>
                <a:ea typeface="微软雅黑" pitchFamily="34" charset="-122"/>
              </a:rPr>
              <a:t>针对界面元素创设子类 以 响应界面事件</a:t>
            </a: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A60E90FB-B8FB-4BE9-AE63-86E03E423EB2}" type="slidenum">
              <a:rPr lang="zh-CN" altLang="en-US" sz="1600">
                <a:solidFill>
                  <a:srgbClr val="000066"/>
                </a:solidFill>
                <a:latin typeface="微软雅黑" pitchFamily="34" charset="-122"/>
                <a:ea typeface="微软雅黑" pitchFamily="34" charset="-122"/>
              </a:rPr>
              <a:pPr/>
              <a:t>52</a:t>
            </a:fld>
            <a:endParaRPr lang="en-US" altLang="zh-CN" sz="1600">
              <a:solidFill>
                <a:srgbClr val="000066"/>
              </a:solidFill>
              <a:latin typeface="微软雅黑" pitchFamily="34" charset="-122"/>
              <a:ea typeface="微软雅黑" pitchFamily="34" charset="-122"/>
            </a:endParaRPr>
          </a:p>
        </p:txBody>
      </p:sp>
      <p:sp>
        <p:nvSpPr>
          <p:cNvPr id="104452" name="内容占位符 4"/>
          <p:cNvSpPr>
            <a:spLocks noGrp="1" noChangeArrowheads="1"/>
          </p:cNvSpPr>
          <p:nvPr>
            <p:ph idx="1"/>
          </p:nvPr>
        </p:nvSpPr>
        <p:spPr>
          <a:xfrm>
            <a:off x="457200" y="1357313"/>
            <a:ext cx="8258175" cy="5286375"/>
          </a:xfrm>
        </p:spPr>
        <p:txBody>
          <a:bodyPr/>
          <a:lstStyle/>
          <a:p>
            <a:pPr>
              <a:lnSpc>
                <a:spcPct val="150000"/>
              </a:lnSpc>
              <a:spcBef>
                <a:spcPct val="0"/>
              </a:spcBef>
              <a:buFont typeface="Wingdings" pitchFamily="2" charset="2"/>
              <a:buNone/>
            </a:pPr>
            <a:r>
              <a:rPr lang="en-US" altLang="zh-CN" sz="2400" b="0" i="1" smtClean="0">
                <a:solidFill>
                  <a:srgbClr val="000000"/>
                </a:solidFill>
                <a:latin typeface="Calibri" pitchFamily="34" charset="0"/>
                <a:ea typeface="楷体_GB2312"/>
                <a:cs typeface="楷体_GB2312"/>
              </a:rPr>
              <a:t>public class </a:t>
            </a:r>
            <a:r>
              <a:rPr lang="en-US" altLang="zh-CN" sz="2400" b="0" smtClean="0">
                <a:solidFill>
                  <a:srgbClr val="000000"/>
                </a:solidFill>
                <a:latin typeface="Calibri" pitchFamily="34" charset="0"/>
                <a:ea typeface="楷体_GB2312"/>
                <a:cs typeface="楷体_GB2312"/>
              </a:rPr>
              <a:t>ChooseScopeButton </a:t>
            </a:r>
            <a:r>
              <a:rPr lang="en-US" altLang="zh-CN" sz="2400" b="0" i="1" smtClean="0">
                <a:solidFill>
                  <a:srgbClr val="000000"/>
                </a:solidFill>
                <a:latin typeface="Calibri" pitchFamily="34" charset="0"/>
                <a:ea typeface="楷体_GB2312"/>
                <a:cs typeface="楷体_GB2312"/>
              </a:rPr>
              <a:t>extends </a:t>
            </a:r>
            <a:r>
              <a:rPr lang="en-US" altLang="zh-CN" sz="2400" b="0" smtClean="0">
                <a:solidFill>
                  <a:srgbClr val="000000"/>
                </a:solidFill>
                <a:latin typeface="Calibri" pitchFamily="34" charset="0"/>
                <a:ea typeface="楷体_GB2312"/>
                <a:cs typeface="楷体_GB2312"/>
              </a:rPr>
              <a:t>Button {</a:t>
            </a:r>
          </a:p>
          <a:p>
            <a:pPr>
              <a:lnSpc>
                <a:spcPct val="15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a:t>
            </a:r>
            <a:r>
              <a:rPr lang="en-US" altLang="zh-CN" sz="2400" b="0" i="1" smtClean="0">
                <a:solidFill>
                  <a:srgbClr val="000000"/>
                </a:solidFill>
                <a:latin typeface="Calibri" pitchFamily="34" charset="0"/>
                <a:ea typeface="楷体_GB2312"/>
                <a:cs typeface="楷体_GB2312"/>
              </a:rPr>
              <a:t>public </a:t>
            </a:r>
            <a:r>
              <a:rPr lang="en-US" altLang="zh-CN" sz="2400" b="0" smtClean="0">
                <a:solidFill>
                  <a:srgbClr val="000000"/>
                </a:solidFill>
                <a:latin typeface="Calibri" pitchFamily="34" charset="0"/>
                <a:ea typeface="楷体_GB2312"/>
                <a:cs typeface="楷体_GB2312"/>
              </a:rPr>
              <a:t>boolean action( Event event ) {</a:t>
            </a:r>
          </a:p>
          <a:p>
            <a:pPr>
              <a:lnSpc>
                <a:spcPct val="15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 do something with this event:</a:t>
            </a:r>
          </a:p>
          <a:p>
            <a:pPr>
              <a:lnSpc>
                <a:spcPct val="15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popupChooseScopeDialog( … );</a:t>
            </a:r>
          </a:p>
          <a:p>
            <a:pPr>
              <a:lnSpc>
                <a:spcPct val="15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 …</a:t>
            </a:r>
          </a:p>
          <a:p>
            <a:pPr>
              <a:lnSpc>
                <a:spcPct val="15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a:t>
            </a:r>
          </a:p>
          <a:p>
            <a:pPr>
              <a:lnSpc>
                <a:spcPct val="15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a:t>
            </a:r>
          </a:p>
        </p:txBody>
      </p:sp>
      <p:sp>
        <p:nvSpPr>
          <p:cNvPr id="7" name="Rectangle 4"/>
          <p:cNvSpPr>
            <a:spLocks noChangeArrowheads="1"/>
          </p:cNvSpPr>
          <p:nvPr/>
        </p:nvSpPr>
        <p:spPr bwMode="auto">
          <a:xfrm>
            <a:off x="285750" y="1500188"/>
            <a:ext cx="8605838" cy="1214437"/>
          </a:xfrm>
          <a:prstGeom prst="rect">
            <a:avLst/>
          </a:prstGeom>
          <a:noFill/>
          <a:ln w="508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spcBef>
                <a:spcPct val="20000"/>
              </a:spcBef>
              <a:buClr>
                <a:schemeClr val="accent2"/>
              </a:buClr>
              <a:buFontTx/>
              <a:buChar char="•"/>
            </a:pPr>
            <a:endParaRPr lang="zh-CN" altLang="en-US"/>
          </a:p>
        </p:txBody>
      </p:sp>
    </p:spTree>
    <p:custDataLst>
      <p:tags r:id="rId1"/>
    </p:custDataLst>
    <p:extLst>
      <p:ext uri="{BB962C8B-B14F-4D97-AF65-F5344CB8AC3E}">
        <p14:creationId xmlns:p14="http://schemas.microsoft.com/office/powerpoint/2010/main" val="2916966120"/>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1" presetClass="entr" presetSubtype="0" fill="hold" grpId="0" nodeType="after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r>
              <a:rPr lang="zh-CN" altLang="en-US" sz="3200" b="0" smtClean="0">
                <a:latin typeface="微软雅黑" pitchFamily="34" charset="-122"/>
                <a:ea typeface="微软雅黑" pitchFamily="34" charset="-122"/>
              </a:rPr>
              <a:t>针对界面容器创设子类 以 响应界面事件</a:t>
            </a: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6DE08986-4A18-4088-A922-E06E964F8DC3}" type="slidenum">
              <a:rPr lang="zh-CN" altLang="en-US" sz="1600">
                <a:solidFill>
                  <a:srgbClr val="000066"/>
                </a:solidFill>
                <a:latin typeface="微软雅黑" pitchFamily="34" charset="-122"/>
                <a:ea typeface="微软雅黑" pitchFamily="34" charset="-122"/>
              </a:rPr>
              <a:pPr/>
              <a:t>53</a:t>
            </a:fld>
            <a:endParaRPr lang="en-US" altLang="zh-CN" sz="1600">
              <a:solidFill>
                <a:srgbClr val="000066"/>
              </a:solidFill>
              <a:latin typeface="微软雅黑" pitchFamily="34" charset="-122"/>
              <a:ea typeface="微软雅黑" pitchFamily="34" charset="-122"/>
            </a:endParaRPr>
          </a:p>
        </p:txBody>
      </p:sp>
      <p:sp>
        <p:nvSpPr>
          <p:cNvPr id="7" name="Rectangle 4"/>
          <p:cNvSpPr>
            <a:spLocks noChangeArrowheads="1"/>
          </p:cNvSpPr>
          <p:nvPr/>
        </p:nvSpPr>
        <p:spPr bwMode="auto">
          <a:xfrm>
            <a:off x="285750" y="2143125"/>
            <a:ext cx="8605838" cy="3733800"/>
          </a:xfrm>
          <a:prstGeom prst="rect">
            <a:avLst/>
          </a:prstGeom>
          <a:noFill/>
          <a:ln w="508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spcBef>
                <a:spcPct val="20000"/>
              </a:spcBef>
              <a:buClr>
                <a:schemeClr val="accent2"/>
              </a:buClr>
              <a:buFontTx/>
              <a:buChar char="•"/>
            </a:pPr>
            <a:endParaRPr lang="zh-CN" altLang="en-US"/>
          </a:p>
        </p:txBody>
      </p:sp>
      <p:sp>
        <p:nvSpPr>
          <p:cNvPr id="106501" name="内容占位符 4"/>
          <p:cNvSpPr>
            <a:spLocks noGrp="1" noChangeArrowheads="1"/>
          </p:cNvSpPr>
          <p:nvPr>
            <p:ph idx="1"/>
          </p:nvPr>
        </p:nvSpPr>
        <p:spPr>
          <a:xfrm>
            <a:off x="457200" y="1143000"/>
            <a:ext cx="8258175" cy="5286375"/>
          </a:xfrm>
        </p:spPr>
        <p:txBody>
          <a:bodyPr/>
          <a:lstStyle/>
          <a:p>
            <a:pPr>
              <a:lnSpc>
                <a:spcPct val="110000"/>
              </a:lnSpc>
              <a:spcBef>
                <a:spcPct val="0"/>
              </a:spcBef>
              <a:buFont typeface="Wingdings" pitchFamily="2" charset="2"/>
              <a:buNone/>
            </a:pPr>
            <a:r>
              <a:rPr lang="en-US" altLang="zh-CN" sz="2400" b="0" i="1" smtClean="0">
                <a:solidFill>
                  <a:srgbClr val="000000"/>
                </a:solidFill>
                <a:latin typeface="Calibri" pitchFamily="34" charset="0"/>
                <a:ea typeface="楷体_GB2312"/>
                <a:cs typeface="楷体_GB2312"/>
              </a:rPr>
              <a:t>public class </a:t>
            </a:r>
            <a:r>
              <a:rPr lang="en-US" altLang="zh-CN" sz="2400" b="0" smtClean="0">
                <a:solidFill>
                  <a:srgbClr val="000000"/>
                </a:solidFill>
                <a:latin typeface="Calibri" pitchFamily="34" charset="0"/>
                <a:ea typeface="楷体_GB2312"/>
                <a:cs typeface="楷体_GB2312"/>
              </a:rPr>
              <a:t>FileSearchTabbedPage </a:t>
            </a:r>
            <a:r>
              <a:rPr lang="en-US" altLang="zh-CN" sz="2400" b="0" i="1" smtClean="0">
                <a:solidFill>
                  <a:srgbClr val="000000"/>
                </a:solidFill>
                <a:latin typeface="Calibri" pitchFamily="34" charset="0"/>
                <a:ea typeface="楷体_GB2312"/>
                <a:cs typeface="楷体_GB2312"/>
              </a:rPr>
              <a:t>extends </a:t>
            </a:r>
            <a:r>
              <a:rPr lang="en-US" altLang="zh-CN" sz="2400" b="0" smtClean="0">
                <a:solidFill>
                  <a:srgbClr val="000000"/>
                </a:solidFill>
                <a:latin typeface="Calibri" pitchFamily="34" charset="0"/>
                <a:ea typeface="楷体_GB2312"/>
                <a:cs typeface="楷体_GB2312"/>
              </a:rPr>
              <a:t>TabbedPage {</a:t>
            </a:r>
          </a:p>
          <a:p>
            <a:pPr>
              <a:lnSpc>
                <a:spcPct val="11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a:t>
            </a:r>
            <a:r>
              <a:rPr lang="en-US" altLang="zh-CN" sz="2400" b="0" i="1" smtClean="0">
                <a:solidFill>
                  <a:srgbClr val="000000"/>
                </a:solidFill>
                <a:latin typeface="Calibri" pitchFamily="34" charset="0"/>
                <a:ea typeface="楷体_GB2312"/>
                <a:cs typeface="楷体_GB2312"/>
              </a:rPr>
              <a:t>public </a:t>
            </a:r>
            <a:r>
              <a:rPr lang="en-US" altLang="zh-CN" sz="2400" b="0" smtClean="0">
                <a:solidFill>
                  <a:srgbClr val="000000"/>
                </a:solidFill>
                <a:latin typeface="Calibri" pitchFamily="34" charset="0"/>
                <a:ea typeface="楷体_GB2312"/>
                <a:cs typeface="楷体_GB2312"/>
              </a:rPr>
              <a:t>boolean action( Event event ) {</a:t>
            </a:r>
          </a:p>
          <a:p>
            <a:pPr>
              <a:lnSpc>
                <a:spcPct val="11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a:t>
            </a:r>
            <a:r>
              <a:rPr lang="en-US" altLang="zh-CN" sz="2400" b="0" i="1" smtClean="0">
                <a:solidFill>
                  <a:srgbClr val="000000"/>
                </a:solidFill>
                <a:latin typeface="Calibri" pitchFamily="34" charset="0"/>
                <a:ea typeface="楷体_GB2312"/>
                <a:cs typeface="楷体_GB2312"/>
              </a:rPr>
              <a:t>if</a:t>
            </a:r>
            <a:r>
              <a:rPr lang="en-US" altLang="zh-CN" sz="2400" b="0" smtClean="0">
                <a:solidFill>
                  <a:srgbClr val="000000"/>
                </a:solidFill>
                <a:latin typeface="Calibri" pitchFamily="34" charset="0"/>
                <a:ea typeface="楷体_GB2312"/>
                <a:cs typeface="楷体_GB2312"/>
              </a:rPr>
              <a:t> (event.target == chooseScopeButton) {</a:t>
            </a:r>
          </a:p>
          <a:p>
            <a:pPr>
              <a:lnSpc>
                <a:spcPct val="11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popupChooseScopeDialog( … );</a:t>
            </a:r>
          </a:p>
          <a:p>
            <a:pPr>
              <a:lnSpc>
                <a:spcPct val="11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a:t>
            </a:r>
          </a:p>
          <a:p>
            <a:pPr>
              <a:lnSpc>
                <a:spcPct val="11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a:t>
            </a:r>
            <a:r>
              <a:rPr lang="en-US" altLang="zh-CN" sz="2400" b="0" i="1" smtClean="0">
                <a:solidFill>
                  <a:srgbClr val="000000"/>
                </a:solidFill>
                <a:latin typeface="Calibri" pitchFamily="34" charset="0"/>
                <a:ea typeface="楷体_GB2312"/>
                <a:cs typeface="楷体_GB2312"/>
              </a:rPr>
              <a:t>else if</a:t>
            </a:r>
            <a:r>
              <a:rPr lang="en-US" altLang="zh-CN" sz="2400" b="0" smtClean="0">
                <a:solidFill>
                  <a:srgbClr val="000000"/>
                </a:solidFill>
                <a:latin typeface="Calibri" pitchFamily="34" charset="0"/>
                <a:ea typeface="楷体_GB2312"/>
                <a:cs typeface="楷体_GB2312"/>
              </a:rPr>
              <a:t> (event.target == fileNamePatternButton) {</a:t>
            </a:r>
          </a:p>
          <a:p>
            <a:pPr>
              <a:lnSpc>
                <a:spcPct val="11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 do some other thing …</a:t>
            </a:r>
          </a:p>
          <a:p>
            <a:pPr>
              <a:lnSpc>
                <a:spcPct val="11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a:t>
            </a:r>
          </a:p>
          <a:p>
            <a:pPr>
              <a:lnSpc>
                <a:spcPct val="11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 other else branches …</a:t>
            </a:r>
          </a:p>
          <a:p>
            <a:pPr>
              <a:lnSpc>
                <a:spcPct val="11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a:t>
            </a:r>
          </a:p>
          <a:p>
            <a:pPr>
              <a:lnSpc>
                <a:spcPct val="11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a:t>
            </a:r>
          </a:p>
        </p:txBody>
      </p:sp>
    </p:spTree>
    <p:custDataLst>
      <p:tags r:id="rId1"/>
    </p:custDataLst>
    <p:extLst>
      <p:ext uri="{BB962C8B-B14F-4D97-AF65-F5344CB8AC3E}">
        <p14:creationId xmlns:p14="http://schemas.microsoft.com/office/powerpoint/2010/main" val="3715376787"/>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1" presetClass="entr" presetSubtype="0" fill="hold" grpId="0" nodeType="after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r>
              <a:rPr lang="zh-CN" altLang="en-US" sz="3200" b="0" smtClean="0">
                <a:latin typeface="楷体" pitchFamily="49" charset="-122"/>
                <a:ea typeface="楷体" pitchFamily="49" charset="-122"/>
              </a:rPr>
              <a:t>“</a:t>
            </a:r>
            <a:r>
              <a:rPr lang="zh-CN" altLang="en-US" sz="3200" b="0" smtClean="0">
                <a:latin typeface="微软雅黑" pitchFamily="34" charset="-122"/>
                <a:ea typeface="微软雅黑" pitchFamily="34" charset="-122"/>
              </a:rPr>
              <a:t>冒泡</a:t>
            </a:r>
            <a:r>
              <a:rPr lang="zh-CN" altLang="en-US" sz="3200" b="0" smtClean="0">
                <a:latin typeface="楷体" pitchFamily="49" charset="-122"/>
                <a:ea typeface="楷体" pitchFamily="49" charset="-122"/>
              </a:rPr>
              <a:t>”</a:t>
            </a:r>
            <a:r>
              <a:rPr lang="zh-CN" altLang="en-US" sz="3200" b="0" smtClean="0">
                <a:latin typeface="微软雅黑" pitchFamily="34" charset="-122"/>
                <a:ea typeface="微软雅黑" pitchFamily="34" charset="-122"/>
              </a:rPr>
              <a:t>事件模型的贡献</a:t>
            </a: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F176B675-F70E-4D09-9194-9548AA13C9D6}" type="slidenum">
              <a:rPr lang="zh-CN" altLang="en-US" sz="1600">
                <a:solidFill>
                  <a:srgbClr val="000066"/>
                </a:solidFill>
                <a:latin typeface="微软雅黑" pitchFamily="34" charset="-122"/>
                <a:ea typeface="微软雅黑" pitchFamily="34" charset="-122"/>
              </a:rPr>
              <a:pPr/>
              <a:t>54</a:t>
            </a:fld>
            <a:endParaRPr lang="en-US" altLang="zh-CN" sz="1600">
              <a:solidFill>
                <a:srgbClr val="000066"/>
              </a:solidFill>
              <a:latin typeface="微软雅黑" pitchFamily="34" charset="-122"/>
              <a:ea typeface="微软雅黑" pitchFamily="34" charset="-122"/>
            </a:endParaRPr>
          </a:p>
        </p:txBody>
      </p:sp>
      <p:sp>
        <p:nvSpPr>
          <p:cNvPr id="9" name="Rectangle 3"/>
          <p:cNvSpPr txBox="1">
            <a:spLocks noChangeArrowheads="1"/>
          </p:cNvSpPr>
          <p:nvPr/>
        </p:nvSpPr>
        <p:spPr bwMode="auto">
          <a:xfrm>
            <a:off x="323850" y="1484313"/>
            <a:ext cx="8496300" cy="4687887"/>
          </a:xfrm>
          <a:prstGeom prst="rect">
            <a:avLst/>
          </a:prstGeom>
          <a:noFill/>
          <a:ln w="9525">
            <a:noFill/>
            <a:miter lim="800000"/>
            <a:headEnd/>
            <a:tailEnd/>
          </a:ln>
          <a:effectLst/>
        </p:spPr>
        <p:txBody>
          <a:bodyPr/>
          <a:lstStyle>
            <a:lvl1pPr marL="457200" indent="-457200" algn="l" rtl="0" eaLnBrk="0" fontAlgn="base" hangingPunct="0">
              <a:lnSpc>
                <a:spcPct val="120000"/>
              </a:lnSpc>
              <a:spcBef>
                <a:spcPct val="20000"/>
              </a:spcBef>
              <a:spcAft>
                <a:spcPct val="0"/>
              </a:spcAft>
              <a:buClr>
                <a:schemeClr val="accent2"/>
              </a:buClr>
              <a:buFont typeface="Wingdings" pitchFamily="2" charset="2"/>
              <a:buChar char="p"/>
              <a:defRPr kumimoji="1" sz="3200" b="1">
                <a:solidFill>
                  <a:schemeClr val="tx1"/>
                </a:solidFill>
                <a:latin typeface="+mn-lt"/>
                <a:ea typeface="+mn-ea"/>
                <a:cs typeface="+mn-cs"/>
              </a:defRPr>
            </a:lvl1pPr>
            <a:lvl2pPr marL="990600" indent="-354013" algn="l" rtl="0" eaLnBrk="0" fontAlgn="base" hangingPunct="0">
              <a:lnSpc>
                <a:spcPct val="120000"/>
              </a:lnSpc>
              <a:spcBef>
                <a:spcPct val="20000"/>
              </a:spcBef>
              <a:spcAft>
                <a:spcPct val="0"/>
              </a:spcAft>
              <a:buClr>
                <a:schemeClr val="folHlink"/>
              </a:buClr>
              <a:buFont typeface="Wingdings" pitchFamily="2" charset="2"/>
              <a:buBlip>
                <a:blip r:embed="rId4"/>
              </a:buBlip>
              <a:defRPr kumimoji="1" sz="2800" b="1">
                <a:solidFill>
                  <a:schemeClr val="tx1"/>
                </a:solidFill>
                <a:latin typeface="楷体_GB2312" pitchFamily="49" charset="-122"/>
                <a:ea typeface="楷体_GB2312" pitchFamily="49" charset="-122"/>
              </a:defRPr>
            </a:lvl2pPr>
            <a:lvl3pPr marL="1619250" indent="-354013" algn="l" rtl="0" eaLnBrk="0" fontAlgn="base" hangingPunct="0">
              <a:lnSpc>
                <a:spcPct val="120000"/>
              </a:lnSpc>
              <a:spcBef>
                <a:spcPct val="20000"/>
              </a:spcBef>
              <a:spcAft>
                <a:spcPct val="0"/>
              </a:spcAft>
              <a:buClr>
                <a:schemeClr val="accent2"/>
              </a:buClr>
              <a:buBlip>
                <a:blip r:embed="rId5"/>
              </a:buBlip>
              <a:defRPr kumimoji="1" sz="2400" b="1">
                <a:solidFill>
                  <a:schemeClr val="tx1"/>
                </a:solidFill>
                <a:latin typeface="+mn-lt"/>
                <a:ea typeface="+mn-ea"/>
              </a:defRPr>
            </a:lvl3pPr>
            <a:lvl4pPr marL="2152650" indent="-315913" algn="l" rtl="0" eaLnBrk="0" fontAlgn="base" hangingPunct="0">
              <a:lnSpc>
                <a:spcPct val="120000"/>
              </a:lnSpc>
              <a:spcBef>
                <a:spcPct val="20000"/>
              </a:spcBef>
              <a:spcAft>
                <a:spcPct val="0"/>
              </a:spcAft>
              <a:buClr>
                <a:schemeClr val="accent2"/>
              </a:buClr>
              <a:buBlip>
                <a:blip r:embed="rId6"/>
              </a:buBlip>
              <a:defRPr kumimoji="1" sz="2000" b="1">
                <a:solidFill>
                  <a:schemeClr val="tx1"/>
                </a:solidFill>
                <a:latin typeface="+mn-lt"/>
                <a:ea typeface="+mn-ea"/>
              </a:defRPr>
            </a:lvl4pPr>
            <a:lvl5pPr marL="26098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5pPr>
            <a:lvl6pPr marL="30670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6pPr>
            <a:lvl7pPr marL="35242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7pPr>
            <a:lvl8pPr marL="39814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8pPr>
            <a:lvl9pPr marL="44386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9pPr>
          </a:lstStyle>
          <a:p>
            <a:pPr>
              <a:lnSpc>
                <a:spcPct val="150000"/>
              </a:lnSpc>
              <a:buClr>
                <a:srgbClr val="3333CC"/>
              </a:buClr>
              <a:defRPr/>
            </a:pPr>
            <a:r>
              <a:rPr lang="zh-CN" altLang="en-US" sz="3600" dirty="0">
                <a:solidFill>
                  <a:srgbClr val="000000"/>
                </a:solidFill>
                <a:effectLst>
                  <a:outerShdw blurRad="38100" dist="38100" dir="2700000" algn="tl">
                    <a:srgbClr val="000000">
                      <a:alpha val="43137"/>
                    </a:srgbClr>
                  </a:outerShdw>
                </a:effectLst>
                <a:latin typeface="楷体" pitchFamily="49" charset="-122"/>
                <a:ea typeface="楷体" pitchFamily="49" charset="-122"/>
              </a:rPr>
              <a:t>历史上</a:t>
            </a:r>
            <a:r>
              <a:rPr lang="zh-CN" altLang="en-US" sz="3600" dirty="0">
                <a:solidFill>
                  <a:srgbClr val="FF0000"/>
                </a:solidFill>
                <a:effectLst>
                  <a:outerShdw blurRad="38100" dist="38100" dir="2700000" algn="tl">
                    <a:srgbClr val="000000">
                      <a:alpha val="43137"/>
                    </a:srgbClr>
                  </a:outerShdw>
                </a:effectLst>
                <a:latin typeface="楷体" pitchFamily="49" charset="-122"/>
                <a:ea typeface="楷体" pitchFamily="49" charset="-122"/>
              </a:rPr>
              <a:t>首个</a:t>
            </a:r>
            <a:r>
              <a:rPr lang="zh-CN" altLang="en-US" sz="3600" dirty="0">
                <a:solidFill>
                  <a:srgbClr val="000000"/>
                </a:solidFill>
                <a:effectLst>
                  <a:outerShdw blurRad="38100" dist="38100" dir="2700000" algn="tl">
                    <a:srgbClr val="000000">
                      <a:alpha val="43137"/>
                    </a:srgbClr>
                  </a:outerShdw>
                </a:effectLst>
                <a:latin typeface="楷体" pitchFamily="49" charset="-122"/>
                <a:ea typeface="楷体" pitchFamily="49" charset="-122"/>
              </a:rPr>
              <a:t>独立于操作系统的界面事件传递模型</a:t>
            </a:r>
            <a:endParaRPr lang="en-US" altLang="zh-CN" sz="3600" dirty="0">
              <a:solidFill>
                <a:srgbClr val="000000"/>
              </a:solidFill>
              <a:effectLst>
                <a:outerShdw blurRad="38100" dist="38100" dir="2700000" algn="tl">
                  <a:srgbClr val="000000">
                    <a:alpha val="43137"/>
                  </a:srgbClr>
                </a:outerShdw>
              </a:effectLst>
              <a:latin typeface="楷体" pitchFamily="49" charset="-122"/>
              <a:ea typeface="楷体" pitchFamily="49" charset="-122"/>
            </a:endParaRPr>
          </a:p>
          <a:p>
            <a:pPr>
              <a:lnSpc>
                <a:spcPct val="150000"/>
              </a:lnSpc>
              <a:buClr>
                <a:srgbClr val="3333CC"/>
              </a:buClr>
              <a:defRPr/>
            </a:pPr>
            <a:r>
              <a:rPr lang="zh-CN" altLang="en-US" sz="3600" dirty="0">
                <a:solidFill>
                  <a:srgbClr val="000000"/>
                </a:solidFill>
                <a:effectLst>
                  <a:outerShdw blurRad="38100" dist="38100" dir="2700000" algn="tl">
                    <a:srgbClr val="000000">
                      <a:alpha val="43137"/>
                    </a:srgbClr>
                  </a:outerShdw>
                </a:effectLst>
                <a:latin typeface="楷体" pitchFamily="49" charset="-122"/>
                <a:ea typeface="楷体" pitchFamily="49" charset="-122"/>
              </a:rPr>
              <a:t>简单、直观、易理解</a:t>
            </a:r>
            <a:endParaRPr lang="en-US" altLang="zh-CN" sz="3600" dirty="0">
              <a:solidFill>
                <a:srgbClr val="000000"/>
              </a:solidFill>
              <a:effectLst>
                <a:outerShdw blurRad="38100" dist="38100" dir="2700000" algn="tl">
                  <a:srgbClr val="000000">
                    <a:alpha val="43137"/>
                  </a:srgbClr>
                </a:outerShdw>
              </a:effectLst>
              <a:latin typeface="楷体" pitchFamily="49" charset="-122"/>
              <a:ea typeface="楷体" pitchFamily="49" charset="-122"/>
            </a:endParaRPr>
          </a:p>
        </p:txBody>
      </p:sp>
    </p:spTree>
    <p:custDataLst>
      <p:tags r:id="rId1"/>
    </p:custDataLst>
    <p:extLst>
      <p:ext uri="{BB962C8B-B14F-4D97-AF65-F5344CB8AC3E}">
        <p14:creationId xmlns:p14="http://schemas.microsoft.com/office/powerpoint/2010/main" val="1711156345"/>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p:txBody>
          <a:bodyPr/>
          <a:lstStyle/>
          <a:p>
            <a:r>
              <a:rPr lang="zh-CN" altLang="en-US" sz="3200" b="0" smtClean="0">
                <a:latin typeface="楷体" pitchFamily="49" charset="-122"/>
                <a:ea typeface="楷体" pitchFamily="49" charset="-122"/>
              </a:rPr>
              <a:t>“</a:t>
            </a:r>
            <a:r>
              <a:rPr lang="zh-CN" altLang="en-US" sz="3200" b="0" smtClean="0">
                <a:latin typeface="微软雅黑" pitchFamily="34" charset="-122"/>
                <a:ea typeface="微软雅黑" pitchFamily="34" charset="-122"/>
              </a:rPr>
              <a:t>冒泡</a:t>
            </a:r>
            <a:r>
              <a:rPr lang="zh-CN" altLang="en-US" sz="3200" b="0" smtClean="0">
                <a:latin typeface="楷体" pitchFamily="49" charset="-122"/>
                <a:ea typeface="楷体" pitchFamily="49" charset="-122"/>
              </a:rPr>
              <a:t>”</a:t>
            </a:r>
            <a:r>
              <a:rPr lang="zh-CN" altLang="en-US" sz="3200" b="0" smtClean="0">
                <a:latin typeface="微软雅黑" pitchFamily="34" charset="-122"/>
                <a:ea typeface="微软雅黑" pitchFamily="34" charset="-122"/>
              </a:rPr>
              <a:t>事件模型的问题何在？</a:t>
            </a: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7F291F58-6A9A-485E-99ED-E8B48121138B}" type="slidenum">
              <a:rPr lang="zh-CN" altLang="en-US" sz="1600">
                <a:solidFill>
                  <a:srgbClr val="000066"/>
                </a:solidFill>
                <a:latin typeface="微软雅黑" pitchFamily="34" charset="-122"/>
                <a:ea typeface="微软雅黑" pitchFamily="34" charset="-122"/>
              </a:rPr>
              <a:pPr/>
              <a:t>55</a:t>
            </a:fld>
            <a:endParaRPr lang="en-US" altLang="zh-CN" sz="1600">
              <a:solidFill>
                <a:srgbClr val="000066"/>
              </a:solidFill>
              <a:latin typeface="微软雅黑" pitchFamily="34" charset="-122"/>
              <a:ea typeface="微软雅黑" pitchFamily="34" charset="-122"/>
            </a:endParaRPr>
          </a:p>
        </p:txBody>
      </p:sp>
      <p:sp>
        <p:nvSpPr>
          <p:cNvPr id="9" name="Rectangle 3"/>
          <p:cNvSpPr txBox="1">
            <a:spLocks noChangeArrowheads="1"/>
          </p:cNvSpPr>
          <p:nvPr/>
        </p:nvSpPr>
        <p:spPr bwMode="auto">
          <a:xfrm>
            <a:off x="323850" y="1484313"/>
            <a:ext cx="8496300" cy="4687887"/>
          </a:xfrm>
          <a:prstGeom prst="rect">
            <a:avLst/>
          </a:prstGeom>
          <a:noFill/>
          <a:ln w="9525">
            <a:noFill/>
            <a:miter lim="800000"/>
            <a:headEnd/>
            <a:tailEnd/>
          </a:ln>
          <a:effectLst/>
        </p:spPr>
        <p:txBody>
          <a:bodyPr/>
          <a:lstStyle>
            <a:lvl1pPr marL="457200" indent="-457200" algn="l" rtl="0" eaLnBrk="0" fontAlgn="base" hangingPunct="0">
              <a:lnSpc>
                <a:spcPct val="120000"/>
              </a:lnSpc>
              <a:spcBef>
                <a:spcPct val="20000"/>
              </a:spcBef>
              <a:spcAft>
                <a:spcPct val="0"/>
              </a:spcAft>
              <a:buClr>
                <a:schemeClr val="accent2"/>
              </a:buClr>
              <a:buFont typeface="Wingdings" pitchFamily="2" charset="2"/>
              <a:buChar char="p"/>
              <a:defRPr kumimoji="1" sz="3200" b="1">
                <a:solidFill>
                  <a:schemeClr val="tx1"/>
                </a:solidFill>
                <a:latin typeface="+mn-lt"/>
                <a:ea typeface="+mn-ea"/>
                <a:cs typeface="+mn-cs"/>
              </a:defRPr>
            </a:lvl1pPr>
            <a:lvl2pPr marL="990600" indent="-354013" algn="l" rtl="0" eaLnBrk="0" fontAlgn="base" hangingPunct="0">
              <a:lnSpc>
                <a:spcPct val="120000"/>
              </a:lnSpc>
              <a:spcBef>
                <a:spcPct val="20000"/>
              </a:spcBef>
              <a:spcAft>
                <a:spcPct val="0"/>
              </a:spcAft>
              <a:buClr>
                <a:schemeClr val="folHlink"/>
              </a:buClr>
              <a:buFont typeface="Wingdings" pitchFamily="2" charset="2"/>
              <a:buBlip>
                <a:blip r:embed="rId4"/>
              </a:buBlip>
              <a:defRPr kumimoji="1" sz="2800" b="1">
                <a:solidFill>
                  <a:schemeClr val="tx1"/>
                </a:solidFill>
                <a:latin typeface="楷体_GB2312" pitchFamily="49" charset="-122"/>
                <a:ea typeface="楷体_GB2312" pitchFamily="49" charset="-122"/>
              </a:defRPr>
            </a:lvl2pPr>
            <a:lvl3pPr marL="1619250" indent="-354013" algn="l" rtl="0" eaLnBrk="0" fontAlgn="base" hangingPunct="0">
              <a:lnSpc>
                <a:spcPct val="120000"/>
              </a:lnSpc>
              <a:spcBef>
                <a:spcPct val="20000"/>
              </a:spcBef>
              <a:spcAft>
                <a:spcPct val="0"/>
              </a:spcAft>
              <a:buClr>
                <a:schemeClr val="accent2"/>
              </a:buClr>
              <a:buBlip>
                <a:blip r:embed="rId5"/>
              </a:buBlip>
              <a:defRPr kumimoji="1" sz="2400" b="1">
                <a:solidFill>
                  <a:schemeClr val="tx1"/>
                </a:solidFill>
                <a:latin typeface="+mn-lt"/>
                <a:ea typeface="+mn-ea"/>
              </a:defRPr>
            </a:lvl3pPr>
            <a:lvl4pPr marL="2152650" indent="-315913" algn="l" rtl="0" eaLnBrk="0" fontAlgn="base" hangingPunct="0">
              <a:lnSpc>
                <a:spcPct val="120000"/>
              </a:lnSpc>
              <a:spcBef>
                <a:spcPct val="20000"/>
              </a:spcBef>
              <a:spcAft>
                <a:spcPct val="0"/>
              </a:spcAft>
              <a:buClr>
                <a:schemeClr val="accent2"/>
              </a:buClr>
              <a:buBlip>
                <a:blip r:embed="rId6"/>
              </a:buBlip>
              <a:defRPr kumimoji="1" sz="2000" b="1">
                <a:solidFill>
                  <a:schemeClr val="tx1"/>
                </a:solidFill>
                <a:latin typeface="+mn-lt"/>
                <a:ea typeface="+mn-ea"/>
              </a:defRPr>
            </a:lvl4pPr>
            <a:lvl5pPr marL="26098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5pPr>
            <a:lvl6pPr marL="30670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6pPr>
            <a:lvl7pPr marL="35242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7pPr>
            <a:lvl8pPr marL="39814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8pPr>
            <a:lvl9pPr marL="44386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9pPr>
          </a:lstStyle>
          <a:p>
            <a:pPr marL="0" indent="0" eaLnBrk="1" hangingPunct="1">
              <a:lnSpc>
                <a:spcPct val="150000"/>
              </a:lnSpc>
              <a:spcBef>
                <a:spcPct val="50000"/>
              </a:spcBef>
              <a:buFont typeface="Wingdings" pitchFamily="2" charset="2"/>
              <a:buNone/>
              <a:defRPr/>
            </a:pPr>
            <a:r>
              <a:rPr lang="en-US" altLang="zh-CN" sz="3600" dirty="0">
                <a:solidFill>
                  <a:srgbClr val="000000"/>
                </a:solidFill>
                <a:latin typeface="Bookman Old Style" pitchFamily="18" charset="0"/>
                <a:ea typeface="楷体_GB2312" pitchFamily="49" charset="-122"/>
              </a:rPr>
              <a:t>P1</a:t>
            </a:r>
            <a:r>
              <a:rPr lang="zh-CN" altLang="en-US" sz="3600" dirty="0">
                <a:solidFill>
                  <a:srgbClr val="000000"/>
                </a:solidFill>
                <a:effectLst>
                  <a:outerShdw blurRad="38100" dist="38100" dir="2700000" algn="tl">
                    <a:srgbClr val="000000">
                      <a:alpha val="43137"/>
                    </a:srgbClr>
                  </a:outerShdw>
                </a:effectLst>
                <a:latin typeface="楷体" pitchFamily="49" charset="-122"/>
                <a:ea typeface="楷体" pitchFamily="49" charset="-122"/>
              </a:rPr>
              <a:t>：性能开销大</a:t>
            </a:r>
            <a:endParaRPr lang="en-US" altLang="zh-CN" sz="3600" dirty="0">
              <a:solidFill>
                <a:srgbClr val="000000"/>
              </a:solidFill>
              <a:latin typeface="Bookman Old Style" pitchFamily="18" charset="0"/>
              <a:ea typeface="楷体_GB2312" pitchFamily="49" charset="-122"/>
            </a:endParaRPr>
          </a:p>
          <a:p>
            <a:pPr marL="0" indent="0" eaLnBrk="1" hangingPunct="1">
              <a:lnSpc>
                <a:spcPct val="150000"/>
              </a:lnSpc>
              <a:spcBef>
                <a:spcPct val="50000"/>
              </a:spcBef>
              <a:buFont typeface="Wingdings" pitchFamily="2" charset="2"/>
              <a:buNone/>
              <a:defRPr/>
            </a:pPr>
            <a:r>
              <a:rPr lang="en-US" altLang="zh-CN" sz="3600" dirty="0">
                <a:solidFill>
                  <a:srgbClr val="000000"/>
                </a:solidFill>
                <a:latin typeface="Bookman Old Style" pitchFamily="18" charset="0"/>
                <a:ea typeface="楷体_GB2312" pitchFamily="49" charset="-122"/>
              </a:rPr>
              <a:t>P2: </a:t>
            </a:r>
            <a:r>
              <a:rPr lang="zh-CN" altLang="en-US" sz="3600" dirty="0">
                <a:solidFill>
                  <a:srgbClr val="000000"/>
                </a:solidFill>
                <a:effectLst>
                  <a:outerShdw blurRad="38100" dist="38100" dir="2700000" algn="tl">
                    <a:srgbClr val="000000">
                      <a:alpha val="43137"/>
                    </a:srgbClr>
                  </a:outerShdw>
                </a:effectLst>
                <a:latin typeface="楷体" pitchFamily="49" charset="-122"/>
                <a:ea typeface="楷体" pitchFamily="49" charset="-122"/>
              </a:rPr>
              <a:t>子类太多</a:t>
            </a:r>
            <a:endParaRPr lang="en-US" altLang="zh-CN" sz="3600" dirty="0">
              <a:solidFill>
                <a:srgbClr val="000000"/>
              </a:solidFill>
              <a:effectLst>
                <a:outerShdw blurRad="38100" dist="38100" dir="2700000" algn="tl">
                  <a:srgbClr val="000000">
                    <a:alpha val="43137"/>
                  </a:srgbClr>
                </a:outerShdw>
              </a:effectLst>
              <a:latin typeface="楷体" pitchFamily="49" charset="-122"/>
              <a:ea typeface="楷体" pitchFamily="49" charset="-122"/>
            </a:endParaRPr>
          </a:p>
          <a:p>
            <a:pPr marL="0" indent="0">
              <a:lnSpc>
                <a:spcPct val="150000"/>
              </a:lnSpc>
              <a:spcBef>
                <a:spcPts val="0"/>
              </a:spcBef>
              <a:buFont typeface="Wingdings" pitchFamily="2" charset="2"/>
              <a:buNone/>
              <a:defRPr/>
            </a:pPr>
            <a:r>
              <a:rPr lang="en-US" altLang="zh-CN" sz="3600" dirty="0">
                <a:solidFill>
                  <a:srgbClr val="000000"/>
                </a:solidFill>
                <a:latin typeface="Bookman Old Style" pitchFamily="18" charset="0"/>
                <a:ea typeface="楷体_GB2312" pitchFamily="49" charset="-122"/>
              </a:rPr>
              <a:t>P3: UI </a:t>
            </a:r>
            <a:r>
              <a:rPr lang="zh-CN" altLang="en-US" sz="3600" dirty="0">
                <a:solidFill>
                  <a:srgbClr val="000000"/>
                </a:solidFill>
                <a:effectLst>
                  <a:outerShdw blurRad="38100" dist="38100" dir="2700000" algn="tl">
                    <a:srgbClr val="000000">
                      <a:alpha val="43137"/>
                    </a:srgbClr>
                  </a:outerShdw>
                </a:effectLst>
                <a:latin typeface="楷体" pitchFamily="49" charset="-122"/>
                <a:ea typeface="楷体" pitchFamily="49" charset="-122"/>
              </a:rPr>
              <a:t>控件与业务逻辑处理交织</a:t>
            </a:r>
            <a:endParaRPr lang="en-US" altLang="zh-CN" sz="3600" dirty="0">
              <a:solidFill>
                <a:srgbClr val="000000"/>
              </a:solidFill>
              <a:effectLst>
                <a:outerShdw blurRad="38100" dist="38100" dir="2700000" algn="tl">
                  <a:srgbClr val="000000">
                    <a:alpha val="43137"/>
                  </a:srgbClr>
                </a:outerShdw>
              </a:effectLst>
              <a:latin typeface="楷体" pitchFamily="49" charset="-122"/>
              <a:ea typeface="楷体" pitchFamily="49" charset="-122"/>
            </a:endParaRPr>
          </a:p>
        </p:txBody>
      </p:sp>
    </p:spTree>
    <p:custDataLst>
      <p:tags r:id="rId1"/>
    </p:custDataLst>
    <p:extLst>
      <p:ext uri="{BB962C8B-B14F-4D97-AF65-F5344CB8AC3E}">
        <p14:creationId xmlns:p14="http://schemas.microsoft.com/office/powerpoint/2010/main" val="2534164266"/>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p:txBody>
          <a:bodyPr/>
          <a:lstStyle/>
          <a:p>
            <a:r>
              <a:rPr lang="zh-CN" altLang="en-US" sz="3200" b="0" smtClean="0">
                <a:latin typeface="微软雅黑" pitchFamily="34" charset="-122"/>
                <a:ea typeface="微软雅黑" pitchFamily="34" charset="-122"/>
              </a:rPr>
              <a:t>如何克服这些技术问题？</a:t>
            </a: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F0376A59-3D48-45DF-AEF2-EAB8C8E10EB3}" type="slidenum">
              <a:rPr lang="zh-CN" altLang="en-US" sz="1600">
                <a:solidFill>
                  <a:srgbClr val="000066"/>
                </a:solidFill>
                <a:latin typeface="微软雅黑" pitchFamily="34" charset="-122"/>
                <a:ea typeface="微软雅黑" pitchFamily="34" charset="-122"/>
              </a:rPr>
              <a:pPr/>
              <a:t>56</a:t>
            </a:fld>
            <a:endParaRPr lang="en-US" altLang="zh-CN" sz="1600">
              <a:solidFill>
                <a:srgbClr val="000066"/>
              </a:solidFill>
              <a:latin typeface="微软雅黑" pitchFamily="34" charset="-122"/>
              <a:ea typeface="微软雅黑" pitchFamily="34" charset="-122"/>
            </a:endParaRPr>
          </a:p>
        </p:txBody>
      </p:sp>
      <p:graphicFrame>
        <p:nvGraphicFramePr>
          <p:cNvPr id="5" name="图示 4"/>
          <p:cNvGraphicFramePr/>
          <p:nvPr/>
        </p:nvGraphicFramePr>
        <p:xfrm>
          <a:off x="571472" y="1571612"/>
          <a:ext cx="8072494" cy="464347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2667771529"/>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p:txBody>
          <a:bodyPr/>
          <a:lstStyle/>
          <a:p>
            <a:r>
              <a:rPr lang="zh-CN" altLang="en-US" sz="3200" b="0" smtClean="0">
                <a:latin typeface="微软雅黑" pitchFamily="34" charset="-122"/>
                <a:ea typeface="微软雅黑" pitchFamily="34" charset="-122"/>
              </a:rPr>
              <a:t>造成问题</a:t>
            </a:r>
            <a:r>
              <a:rPr lang="en-US" altLang="zh-CN" sz="3200" b="0" smtClean="0">
                <a:latin typeface="微软雅黑" pitchFamily="34" charset="-122"/>
                <a:ea typeface="微软雅黑" pitchFamily="34" charset="-122"/>
              </a:rPr>
              <a:t>P1</a:t>
            </a:r>
            <a:r>
              <a:rPr lang="zh-CN" altLang="en-US" sz="3200" b="0" smtClean="0">
                <a:latin typeface="微软雅黑" pitchFamily="34" charset="-122"/>
                <a:ea typeface="微软雅黑" pitchFamily="34" charset="-122"/>
              </a:rPr>
              <a:t>的本质原因</a:t>
            </a: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76F8E3F8-04C0-4DB8-B59E-DE6A1F1BDC1C}" type="slidenum">
              <a:rPr lang="zh-CN" altLang="en-US" sz="1600">
                <a:solidFill>
                  <a:srgbClr val="000066"/>
                </a:solidFill>
                <a:latin typeface="微软雅黑" pitchFamily="34" charset="-122"/>
                <a:ea typeface="微软雅黑" pitchFamily="34" charset="-122"/>
              </a:rPr>
              <a:pPr/>
              <a:t>57</a:t>
            </a:fld>
            <a:endParaRPr lang="en-US" altLang="zh-CN" sz="1600">
              <a:solidFill>
                <a:srgbClr val="000066"/>
              </a:solidFill>
              <a:latin typeface="微软雅黑" pitchFamily="34" charset="-122"/>
              <a:ea typeface="微软雅黑" pitchFamily="34" charset="-122"/>
            </a:endParaRPr>
          </a:p>
        </p:txBody>
      </p:sp>
      <p:sp>
        <p:nvSpPr>
          <p:cNvPr id="9" name="Rectangle 3"/>
          <p:cNvSpPr txBox="1">
            <a:spLocks noChangeArrowheads="1"/>
          </p:cNvSpPr>
          <p:nvPr/>
        </p:nvSpPr>
        <p:spPr bwMode="auto">
          <a:xfrm>
            <a:off x="323850" y="1484313"/>
            <a:ext cx="8496300" cy="4687887"/>
          </a:xfrm>
          <a:prstGeom prst="rect">
            <a:avLst/>
          </a:prstGeom>
          <a:noFill/>
          <a:ln w="9525">
            <a:noFill/>
            <a:miter lim="800000"/>
            <a:headEnd/>
            <a:tailEnd/>
          </a:ln>
          <a:effectLst/>
        </p:spPr>
        <p:txBody>
          <a:bodyPr/>
          <a:lstStyle>
            <a:lvl1pPr marL="457200" indent="-457200" algn="l" rtl="0" eaLnBrk="0" fontAlgn="base" hangingPunct="0">
              <a:lnSpc>
                <a:spcPct val="120000"/>
              </a:lnSpc>
              <a:spcBef>
                <a:spcPct val="20000"/>
              </a:spcBef>
              <a:spcAft>
                <a:spcPct val="0"/>
              </a:spcAft>
              <a:buClr>
                <a:schemeClr val="accent2"/>
              </a:buClr>
              <a:buFont typeface="Wingdings" pitchFamily="2" charset="2"/>
              <a:buChar char="p"/>
              <a:defRPr kumimoji="1" sz="3200" b="1">
                <a:solidFill>
                  <a:schemeClr val="tx1"/>
                </a:solidFill>
                <a:latin typeface="+mn-lt"/>
                <a:ea typeface="+mn-ea"/>
                <a:cs typeface="+mn-cs"/>
              </a:defRPr>
            </a:lvl1pPr>
            <a:lvl2pPr marL="990600" indent="-354013" algn="l" rtl="0" eaLnBrk="0" fontAlgn="base" hangingPunct="0">
              <a:lnSpc>
                <a:spcPct val="120000"/>
              </a:lnSpc>
              <a:spcBef>
                <a:spcPct val="20000"/>
              </a:spcBef>
              <a:spcAft>
                <a:spcPct val="0"/>
              </a:spcAft>
              <a:buClr>
                <a:schemeClr val="folHlink"/>
              </a:buClr>
              <a:buFont typeface="Wingdings" pitchFamily="2" charset="2"/>
              <a:buBlip>
                <a:blip r:embed="rId4"/>
              </a:buBlip>
              <a:defRPr kumimoji="1" sz="2800" b="1">
                <a:solidFill>
                  <a:schemeClr val="tx1"/>
                </a:solidFill>
                <a:latin typeface="楷体_GB2312" pitchFamily="49" charset="-122"/>
                <a:ea typeface="楷体_GB2312" pitchFamily="49" charset="-122"/>
              </a:defRPr>
            </a:lvl2pPr>
            <a:lvl3pPr marL="1619250" indent="-354013" algn="l" rtl="0" eaLnBrk="0" fontAlgn="base" hangingPunct="0">
              <a:lnSpc>
                <a:spcPct val="120000"/>
              </a:lnSpc>
              <a:spcBef>
                <a:spcPct val="20000"/>
              </a:spcBef>
              <a:spcAft>
                <a:spcPct val="0"/>
              </a:spcAft>
              <a:buClr>
                <a:schemeClr val="accent2"/>
              </a:buClr>
              <a:buBlip>
                <a:blip r:embed="rId5"/>
              </a:buBlip>
              <a:defRPr kumimoji="1" sz="2400" b="1">
                <a:solidFill>
                  <a:schemeClr val="tx1"/>
                </a:solidFill>
                <a:latin typeface="+mn-lt"/>
                <a:ea typeface="+mn-ea"/>
              </a:defRPr>
            </a:lvl3pPr>
            <a:lvl4pPr marL="2152650" indent="-315913" algn="l" rtl="0" eaLnBrk="0" fontAlgn="base" hangingPunct="0">
              <a:lnSpc>
                <a:spcPct val="120000"/>
              </a:lnSpc>
              <a:spcBef>
                <a:spcPct val="20000"/>
              </a:spcBef>
              <a:spcAft>
                <a:spcPct val="0"/>
              </a:spcAft>
              <a:buClr>
                <a:schemeClr val="accent2"/>
              </a:buClr>
              <a:buBlip>
                <a:blip r:embed="rId6"/>
              </a:buBlip>
              <a:defRPr kumimoji="1" sz="2000" b="1">
                <a:solidFill>
                  <a:schemeClr val="tx1"/>
                </a:solidFill>
                <a:latin typeface="+mn-lt"/>
                <a:ea typeface="+mn-ea"/>
              </a:defRPr>
            </a:lvl4pPr>
            <a:lvl5pPr marL="26098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5pPr>
            <a:lvl6pPr marL="30670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6pPr>
            <a:lvl7pPr marL="35242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7pPr>
            <a:lvl8pPr marL="39814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8pPr>
            <a:lvl9pPr marL="44386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9pPr>
          </a:lstStyle>
          <a:p>
            <a:pPr eaLnBrk="1">
              <a:lnSpc>
                <a:spcPct val="150000"/>
              </a:lnSpc>
              <a:buClr>
                <a:srgbClr val="3333CC"/>
              </a:buClr>
              <a:defRPr/>
            </a:pPr>
            <a:r>
              <a:rPr lang="zh-CN" altLang="en-US" dirty="0">
                <a:solidFill>
                  <a:srgbClr val="000000"/>
                </a:solidFill>
                <a:effectLst>
                  <a:outerShdw blurRad="38100" dist="38100" dir="2700000" algn="tl">
                    <a:srgbClr val="000000">
                      <a:alpha val="43137"/>
                    </a:srgbClr>
                  </a:outerShdw>
                </a:effectLst>
                <a:latin typeface="楷体" pitchFamily="49" charset="-122"/>
                <a:ea typeface="楷体" pitchFamily="49" charset="-122"/>
              </a:rPr>
              <a:t>不管是否愿意、有无兴趣接收界面事件，它都将进入传播路径中的界面元素和容器的事件响应函数</a:t>
            </a:r>
            <a:endParaRPr lang="en-US" altLang="zh-CN" dirty="0">
              <a:solidFill>
                <a:srgbClr val="000000"/>
              </a:solidFill>
              <a:effectLst>
                <a:outerShdw blurRad="38100" dist="38100" dir="2700000" algn="tl">
                  <a:srgbClr val="000000">
                    <a:alpha val="43137"/>
                  </a:srgbClr>
                </a:outerShdw>
              </a:effectLst>
              <a:latin typeface="楷体" pitchFamily="49" charset="-122"/>
              <a:ea typeface="楷体" pitchFamily="49" charset="-122"/>
            </a:endParaRPr>
          </a:p>
          <a:p>
            <a:pPr>
              <a:lnSpc>
                <a:spcPct val="150000"/>
              </a:lnSpc>
              <a:buClr>
                <a:srgbClr val="3333CC"/>
              </a:buClr>
              <a:defRPr/>
            </a:pPr>
            <a:r>
              <a:rPr lang="zh-CN" altLang="en-US" dirty="0">
                <a:solidFill>
                  <a:srgbClr val="000000"/>
                </a:solidFill>
                <a:effectLst>
                  <a:outerShdw blurRad="38100" dist="38100" dir="2700000" algn="tl">
                    <a:srgbClr val="000000">
                      <a:alpha val="43137"/>
                    </a:srgbClr>
                  </a:outerShdw>
                </a:effectLst>
                <a:latin typeface="楷体" pitchFamily="49" charset="-122"/>
                <a:ea typeface="楷体" pitchFamily="49" charset="-122"/>
              </a:rPr>
              <a:t>对于不愿处理该事件的界面元素或者容器来说，它必须将接力棒交给外层容器</a:t>
            </a:r>
            <a:endParaRPr lang="en-US" altLang="zh-CN" dirty="0">
              <a:solidFill>
                <a:srgbClr val="000000"/>
              </a:solidFill>
              <a:effectLst>
                <a:outerShdw blurRad="38100" dist="38100" dir="2700000" algn="tl">
                  <a:srgbClr val="000000">
                    <a:alpha val="43137"/>
                  </a:srgbClr>
                </a:outerShdw>
              </a:effectLst>
              <a:latin typeface="楷体" pitchFamily="49" charset="-122"/>
              <a:ea typeface="楷体" pitchFamily="49" charset="-122"/>
            </a:endParaRPr>
          </a:p>
        </p:txBody>
      </p:sp>
    </p:spTree>
    <p:custDataLst>
      <p:tags r:id="rId1"/>
    </p:custDataLst>
    <p:extLst>
      <p:ext uri="{BB962C8B-B14F-4D97-AF65-F5344CB8AC3E}">
        <p14:creationId xmlns:p14="http://schemas.microsoft.com/office/powerpoint/2010/main" val="3233761099"/>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p:txBody>
          <a:bodyPr/>
          <a:lstStyle/>
          <a:p>
            <a:r>
              <a:rPr lang="zh-CN" altLang="en-US" sz="3200" b="0" smtClean="0">
                <a:latin typeface="微软雅黑" pitchFamily="34" charset="-122"/>
                <a:ea typeface="微软雅黑" pitchFamily="34" charset="-122"/>
              </a:rPr>
              <a:t>于是</a:t>
            </a:r>
            <a:r>
              <a:rPr lang="zh-CN" altLang="en-US" sz="3200" b="0" smtClean="0">
                <a:latin typeface="楷体" pitchFamily="49" charset="-122"/>
                <a:ea typeface="楷体" pitchFamily="49" charset="-122"/>
              </a:rPr>
              <a:t>，</a:t>
            </a:r>
            <a:r>
              <a:rPr lang="zh-CN" altLang="en-US" sz="3200" b="0" smtClean="0">
                <a:latin typeface="微软雅黑" pitchFamily="34" charset="-122"/>
                <a:ea typeface="微软雅黑" pitchFamily="34" charset="-122"/>
              </a:rPr>
              <a:t>解决方案是</a:t>
            </a:r>
            <a:r>
              <a:rPr lang="en-US" altLang="zh-CN" sz="3200" b="0" smtClean="0">
                <a:latin typeface="微软雅黑" pitchFamily="34" charset="-122"/>
                <a:ea typeface="微软雅黑" pitchFamily="34" charset="-122"/>
              </a:rPr>
              <a:t>…</a:t>
            </a:r>
            <a:endParaRPr lang="zh-CN" altLang="en-US" sz="3200" b="0" smtClean="0">
              <a:latin typeface="微软雅黑" pitchFamily="34" charset="-122"/>
              <a:ea typeface="微软雅黑" pitchFamily="34" charset="-122"/>
            </a:endParaRP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39ABC424-FDFE-42CA-B1E4-80580C3BE277}" type="slidenum">
              <a:rPr lang="zh-CN" altLang="en-US" sz="1600">
                <a:solidFill>
                  <a:srgbClr val="000066"/>
                </a:solidFill>
                <a:latin typeface="微软雅黑" pitchFamily="34" charset="-122"/>
                <a:ea typeface="微软雅黑" pitchFamily="34" charset="-122"/>
              </a:rPr>
              <a:pPr/>
              <a:t>58</a:t>
            </a:fld>
            <a:endParaRPr lang="en-US" altLang="zh-CN" sz="1600">
              <a:solidFill>
                <a:srgbClr val="000066"/>
              </a:solidFill>
              <a:latin typeface="微软雅黑" pitchFamily="34" charset="-122"/>
              <a:ea typeface="微软雅黑" pitchFamily="34" charset="-122"/>
            </a:endParaRPr>
          </a:p>
        </p:txBody>
      </p:sp>
      <p:sp>
        <p:nvSpPr>
          <p:cNvPr id="9" name="Rectangle 3"/>
          <p:cNvSpPr txBox="1">
            <a:spLocks noChangeArrowheads="1"/>
          </p:cNvSpPr>
          <p:nvPr/>
        </p:nvSpPr>
        <p:spPr bwMode="auto">
          <a:xfrm>
            <a:off x="323850" y="1484313"/>
            <a:ext cx="8496300" cy="4687887"/>
          </a:xfrm>
          <a:prstGeom prst="rect">
            <a:avLst/>
          </a:prstGeom>
          <a:noFill/>
          <a:ln w="9525">
            <a:noFill/>
            <a:miter lim="800000"/>
            <a:headEnd/>
            <a:tailEnd/>
          </a:ln>
          <a:effectLst/>
        </p:spPr>
        <p:txBody>
          <a:bodyPr/>
          <a:lstStyle>
            <a:lvl1pPr marL="457200" indent="-457200" algn="l" rtl="0" eaLnBrk="0" fontAlgn="base" hangingPunct="0">
              <a:lnSpc>
                <a:spcPct val="120000"/>
              </a:lnSpc>
              <a:spcBef>
                <a:spcPct val="20000"/>
              </a:spcBef>
              <a:spcAft>
                <a:spcPct val="0"/>
              </a:spcAft>
              <a:buClr>
                <a:schemeClr val="accent2"/>
              </a:buClr>
              <a:buFont typeface="Wingdings" pitchFamily="2" charset="2"/>
              <a:buChar char="p"/>
              <a:defRPr kumimoji="1" sz="3200" b="1">
                <a:solidFill>
                  <a:schemeClr val="tx1"/>
                </a:solidFill>
                <a:latin typeface="+mn-lt"/>
                <a:ea typeface="+mn-ea"/>
                <a:cs typeface="+mn-cs"/>
              </a:defRPr>
            </a:lvl1pPr>
            <a:lvl2pPr marL="990600" indent="-354013" algn="l" rtl="0" eaLnBrk="0" fontAlgn="base" hangingPunct="0">
              <a:lnSpc>
                <a:spcPct val="120000"/>
              </a:lnSpc>
              <a:spcBef>
                <a:spcPct val="20000"/>
              </a:spcBef>
              <a:spcAft>
                <a:spcPct val="0"/>
              </a:spcAft>
              <a:buClr>
                <a:schemeClr val="folHlink"/>
              </a:buClr>
              <a:buFont typeface="Wingdings" pitchFamily="2" charset="2"/>
              <a:buBlip>
                <a:blip r:embed="rId4"/>
              </a:buBlip>
              <a:defRPr kumimoji="1" sz="2800" b="1">
                <a:solidFill>
                  <a:schemeClr val="tx1"/>
                </a:solidFill>
                <a:latin typeface="楷体_GB2312" pitchFamily="49" charset="-122"/>
                <a:ea typeface="楷体_GB2312" pitchFamily="49" charset="-122"/>
              </a:defRPr>
            </a:lvl2pPr>
            <a:lvl3pPr marL="1619250" indent="-354013" algn="l" rtl="0" eaLnBrk="0" fontAlgn="base" hangingPunct="0">
              <a:lnSpc>
                <a:spcPct val="120000"/>
              </a:lnSpc>
              <a:spcBef>
                <a:spcPct val="20000"/>
              </a:spcBef>
              <a:spcAft>
                <a:spcPct val="0"/>
              </a:spcAft>
              <a:buClr>
                <a:schemeClr val="accent2"/>
              </a:buClr>
              <a:buBlip>
                <a:blip r:embed="rId5"/>
              </a:buBlip>
              <a:defRPr kumimoji="1" sz="2400" b="1">
                <a:solidFill>
                  <a:schemeClr val="tx1"/>
                </a:solidFill>
                <a:latin typeface="+mn-lt"/>
                <a:ea typeface="+mn-ea"/>
              </a:defRPr>
            </a:lvl3pPr>
            <a:lvl4pPr marL="2152650" indent="-315913" algn="l" rtl="0" eaLnBrk="0" fontAlgn="base" hangingPunct="0">
              <a:lnSpc>
                <a:spcPct val="120000"/>
              </a:lnSpc>
              <a:spcBef>
                <a:spcPct val="20000"/>
              </a:spcBef>
              <a:spcAft>
                <a:spcPct val="0"/>
              </a:spcAft>
              <a:buClr>
                <a:schemeClr val="accent2"/>
              </a:buClr>
              <a:buBlip>
                <a:blip r:embed="rId6"/>
              </a:buBlip>
              <a:defRPr kumimoji="1" sz="2000" b="1">
                <a:solidFill>
                  <a:schemeClr val="tx1"/>
                </a:solidFill>
                <a:latin typeface="+mn-lt"/>
                <a:ea typeface="+mn-ea"/>
              </a:defRPr>
            </a:lvl4pPr>
            <a:lvl5pPr marL="26098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5pPr>
            <a:lvl6pPr marL="30670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6pPr>
            <a:lvl7pPr marL="35242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7pPr>
            <a:lvl8pPr marL="39814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8pPr>
            <a:lvl9pPr marL="44386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9pPr>
          </a:lstStyle>
          <a:p>
            <a:pPr eaLnBrk="1">
              <a:lnSpc>
                <a:spcPct val="150000"/>
              </a:lnSpc>
              <a:buClr>
                <a:srgbClr val="3333CC"/>
              </a:buClr>
              <a:defRPr/>
            </a:pPr>
            <a:r>
              <a:rPr lang="zh-CN" altLang="en-US" dirty="0">
                <a:solidFill>
                  <a:srgbClr val="000000"/>
                </a:solidFill>
                <a:effectLst>
                  <a:outerShdw blurRad="38100" dist="38100" dir="2700000" algn="tl">
                    <a:srgbClr val="000000">
                      <a:alpha val="43137"/>
                    </a:srgbClr>
                  </a:outerShdw>
                </a:effectLst>
                <a:latin typeface="楷体" pitchFamily="49" charset="-122"/>
                <a:ea typeface="楷体" pitchFamily="49" charset="-122"/>
              </a:rPr>
              <a:t>界面事件仅传递给对其感兴趣的对象</a:t>
            </a:r>
            <a:endParaRPr lang="en-US" altLang="zh-CN" dirty="0">
              <a:solidFill>
                <a:srgbClr val="000000"/>
              </a:solidFill>
              <a:effectLst>
                <a:outerShdw blurRad="38100" dist="38100" dir="2700000" algn="tl">
                  <a:srgbClr val="000000">
                    <a:alpha val="43137"/>
                  </a:srgbClr>
                </a:outerShdw>
              </a:effectLst>
              <a:latin typeface="楷体" pitchFamily="49" charset="-122"/>
              <a:ea typeface="楷体" pitchFamily="49" charset="-122"/>
            </a:endParaRPr>
          </a:p>
          <a:p>
            <a:pPr eaLnBrk="1">
              <a:lnSpc>
                <a:spcPct val="150000"/>
              </a:lnSpc>
              <a:buClr>
                <a:srgbClr val="3333CC"/>
              </a:buClr>
              <a:defRPr/>
            </a:pPr>
            <a:r>
              <a:rPr lang="zh-CN" altLang="en-US" dirty="0">
                <a:solidFill>
                  <a:srgbClr val="000000"/>
                </a:solidFill>
                <a:effectLst>
                  <a:outerShdw blurRad="38100" dist="38100" dir="2700000" algn="tl">
                    <a:srgbClr val="000000">
                      <a:alpha val="43137"/>
                    </a:srgbClr>
                  </a:outerShdw>
                </a:effectLst>
                <a:latin typeface="楷体" pitchFamily="49" charset="-122"/>
                <a:ea typeface="楷体" pitchFamily="49" charset="-122"/>
              </a:rPr>
              <a:t>但是，事件源如何知道哪些对象对其感兴趣？</a:t>
            </a:r>
            <a:r>
              <a:rPr lang="en-US" altLang="zh-CN" dirty="0">
                <a:solidFill>
                  <a:srgbClr val="000000"/>
                </a:solidFill>
                <a:effectLst>
                  <a:outerShdw blurRad="38100" dist="38100" dir="2700000" algn="tl">
                    <a:srgbClr val="000000">
                      <a:alpha val="43137"/>
                    </a:srgbClr>
                  </a:outerShdw>
                </a:effectLst>
                <a:latin typeface="楷体" pitchFamily="49" charset="-122"/>
                <a:ea typeface="楷体" pitchFamily="49" charset="-122"/>
              </a:rPr>
              <a:t>(P1.1)</a:t>
            </a:r>
          </a:p>
        </p:txBody>
      </p:sp>
    </p:spTree>
    <p:custDataLst>
      <p:tags r:id="rId1"/>
    </p:custDataLst>
    <p:extLst>
      <p:ext uri="{BB962C8B-B14F-4D97-AF65-F5344CB8AC3E}">
        <p14:creationId xmlns:p14="http://schemas.microsoft.com/office/powerpoint/2010/main" val="4118820212"/>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a:xfrm>
            <a:off x="381000" y="358775"/>
            <a:ext cx="8229600" cy="1485900"/>
          </a:xfrm>
        </p:spPr>
        <p:txBody>
          <a:bodyPr/>
          <a:lstStyle/>
          <a:p>
            <a:pPr>
              <a:lnSpc>
                <a:spcPct val="120000"/>
              </a:lnSpc>
            </a:pPr>
            <a:r>
              <a:rPr lang="zh-CN" altLang="en-US" sz="3200" b="0" smtClean="0">
                <a:latin typeface="微软雅黑" pitchFamily="34" charset="-122"/>
                <a:ea typeface="微软雅黑" pitchFamily="34" charset="-122"/>
              </a:rPr>
              <a:t>逆向思考此问题</a:t>
            </a:r>
            <a:r>
              <a:rPr lang="zh-CN" altLang="en-US" sz="3200" b="0" smtClean="0">
                <a:latin typeface="楷体" pitchFamily="49" charset="-122"/>
                <a:ea typeface="楷体" pitchFamily="49" charset="-122"/>
              </a:rPr>
              <a:t>，</a:t>
            </a:r>
            <a:r>
              <a:rPr lang="en-US" altLang="zh-CN" sz="3200" b="0" smtClean="0">
                <a:latin typeface="楷体" pitchFamily="49" charset="-122"/>
                <a:ea typeface="楷体" pitchFamily="49" charset="-122"/>
              </a:rPr>
              <a:t/>
            </a:r>
            <a:br>
              <a:rPr lang="en-US" altLang="zh-CN" sz="3200" b="0" smtClean="0">
                <a:latin typeface="楷体" pitchFamily="49" charset="-122"/>
                <a:ea typeface="楷体" pitchFamily="49" charset="-122"/>
              </a:rPr>
            </a:br>
            <a:r>
              <a:rPr lang="zh-CN" altLang="en-US" sz="3200" b="0" smtClean="0">
                <a:latin typeface="微软雅黑" pitchFamily="34" charset="-122"/>
                <a:ea typeface="微软雅黑" pitchFamily="34" charset="-122"/>
              </a:rPr>
              <a:t>可获一种既简单、又自然的解决方案</a:t>
            </a: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79531780-B379-4E28-8AC1-847AC5A60942}" type="slidenum">
              <a:rPr lang="zh-CN" altLang="en-US" sz="1600">
                <a:solidFill>
                  <a:srgbClr val="000066"/>
                </a:solidFill>
                <a:latin typeface="微软雅黑" pitchFamily="34" charset="-122"/>
                <a:ea typeface="微软雅黑" pitchFamily="34" charset="-122"/>
              </a:rPr>
              <a:pPr/>
              <a:t>59</a:t>
            </a:fld>
            <a:endParaRPr lang="en-US" altLang="zh-CN" sz="1600">
              <a:solidFill>
                <a:srgbClr val="000066"/>
              </a:solidFill>
              <a:latin typeface="微软雅黑" pitchFamily="34" charset="-122"/>
              <a:ea typeface="微软雅黑" pitchFamily="34" charset="-122"/>
            </a:endParaRPr>
          </a:p>
        </p:txBody>
      </p:sp>
      <p:sp>
        <p:nvSpPr>
          <p:cNvPr id="9" name="Rectangle 3"/>
          <p:cNvSpPr txBox="1">
            <a:spLocks noChangeArrowheads="1"/>
          </p:cNvSpPr>
          <p:nvPr/>
        </p:nvSpPr>
        <p:spPr bwMode="auto">
          <a:xfrm>
            <a:off x="323850" y="1989138"/>
            <a:ext cx="8496300" cy="4183062"/>
          </a:xfrm>
          <a:prstGeom prst="rect">
            <a:avLst/>
          </a:prstGeom>
          <a:noFill/>
          <a:ln w="9525">
            <a:noFill/>
            <a:miter lim="800000"/>
            <a:headEnd/>
            <a:tailEnd/>
          </a:ln>
          <a:effectLst/>
        </p:spPr>
        <p:txBody>
          <a:bodyPr/>
          <a:lstStyle>
            <a:lvl1pPr marL="457200" indent="-457200" algn="l" rtl="0" eaLnBrk="0" fontAlgn="base" hangingPunct="0">
              <a:lnSpc>
                <a:spcPct val="120000"/>
              </a:lnSpc>
              <a:spcBef>
                <a:spcPct val="20000"/>
              </a:spcBef>
              <a:spcAft>
                <a:spcPct val="0"/>
              </a:spcAft>
              <a:buClr>
                <a:schemeClr val="accent2"/>
              </a:buClr>
              <a:buFont typeface="Wingdings" pitchFamily="2" charset="2"/>
              <a:buChar char="p"/>
              <a:defRPr kumimoji="1" sz="3200" b="1">
                <a:solidFill>
                  <a:schemeClr val="tx1"/>
                </a:solidFill>
                <a:latin typeface="+mn-lt"/>
                <a:ea typeface="+mn-ea"/>
                <a:cs typeface="+mn-cs"/>
              </a:defRPr>
            </a:lvl1pPr>
            <a:lvl2pPr marL="990600" indent="-354013" algn="l" rtl="0" eaLnBrk="0" fontAlgn="base" hangingPunct="0">
              <a:lnSpc>
                <a:spcPct val="120000"/>
              </a:lnSpc>
              <a:spcBef>
                <a:spcPct val="20000"/>
              </a:spcBef>
              <a:spcAft>
                <a:spcPct val="0"/>
              </a:spcAft>
              <a:buClr>
                <a:schemeClr val="folHlink"/>
              </a:buClr>
              <a:buFont typeface="Wingdings" pitchFamily="2" charset="2"/>
              <a:buBlip>
                <a:blip r:embed="rId4"/>
              </a:buBlip>
              <a:defRPr kumimoji="1" sz="2800" b="1">
                <a:solidFill>
                  <a:schemeClr val="tx1"/>
                </a:solidFill>
                <a:latin typeface="楷体_GB2312" pitchFamily="49" charset="-122"/>
                <a:ea typeface="楷体_GB2312" pitchFamily="49" charset="-122"/>
              </a:defRPr>
            </a:lvl2pPr>
            <a:lvl3pPr marL="1619250" indent="-354013" algn="l" rtl="0" eaLnBrk="0" fontAlgn="base" hangingPunct="0">
              <a:lnSpc>
                <a:spcPct val="120000"/>
              </a:lnSpc>
              <a:spcBef>
                <a:spcPct val="20000"/>
              </a:spcBef>
              <a:spcAft>
                <a:spcPct val="0"/>
              </a:spcAft>
              <a:buClr>
                <a:schemeClr val="accent2"/>
              </a:buClr>
              <a:buBlip>
                <a:blip r:embed="rId5"/>
              </a:buBlip>
              <a:defRPr kumimoji="1" sz="2400" b="1">
                <a:solidFill>
                  <a:schemeClr val="tx1"/>
                </a:solidFill>
                <a:latin typeface="+mn-lt"/>
                <a:ea typeface="+mn-ea"/>
              </a:defRPr>
            </a:lvl3pPr>
            <a:lvl4pPr marL="2152650" indent="-315913" algn="l" rtl="0" eaLnBrk="0" fontAlgn="base" hangingPunct="0">
              <a:lnSpc>
                <a:spcPct val="120000"/>
              </a:lnSpc>
              <a:spcBef>
                <a:spcPct val="20000"/>
              </a:spcBef>
              <a:spcAft>
                <a:spcPct val="0"/>
              </a:spcAft>
              <a:buClr>
                <a:schemeClr val="accent2"/>
              </a:buClr>
              <a:buBlip>
                <a:blip r:embed="rId6"/>
              </a:buBlip>
              <a:defRPr kumimoji="1" sz="2000" b="1">
                <a:solidFill>
                  <a:schemeClr val="tx1"/>
                </a:solidFill>
                <a:latin typeface="+mn-lt"/>
                <a:ea typeface="+mn-ea"/>
              </a:defRPr>
            </a:lvl4pPr>
            <a:lvl5pPr marL="26098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5pPr>
            <a:lvl6pPr marL="30670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6pPr>
            <a:lvl7pPr marL="35242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7pPr>
            <a:lvl8pPr marL="39814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8pPr>
            <a:lvl9pPr marL="44386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9pPr>
          </a:lstStyle>
          <a:p>
            <a:pPr eaLnBrk="1" hangingPunct="1">
              <a:lnSpc>
                <a:spcPct val="150000"/>
              </a:lnSpc>
              <a:spcBef>
                <a:spcPct val="50000"/>
              </a:spcBef>
              <a:defRPr/>
            </a:pPr>
            <a:r>
              <a:rPr lang="zh-CN" altLang="en-US" dirty="0">
                <a:solidFill>
                  <a:srgbClr val="000000"/>
                </a:solidFill>
                <a:effectLst>
                  <a:outerShdw blurRad="38100" dist="38100" dir="2700000" algn="tl">
                    <a:srgbClr val="000000">
                      <a:alpha val="43137"/>
                    </a:srgbClr>
                  </a:outerShdw>
                </a:effectLst>
                <a:latin typeface="楷体" pitchFamily="49" charset="-122"/>
                <a:ea typeface="楷体" pitchFamily="49" charset="-122"/>
              </a:rPr>
              <a:t>构件如果希望获得事件通知，</a:t>
            </a:r>
            <a:r>
              <a:rPr lang="zh-CN" altLang="en-US" dirty="0">
                <a:solidFill>
                  <a:srgbClr val="FF0000"/>
                </a:solidFill>
                <a:effectLst>
                  <a:outerShdw blurRad="38100" dist="38100" dir="2700000" algn="tl">
                    <a:srgbClr val="000000">
                      <a:alpha val="43137"/>
                    </a:srgbClr>
                  </a:outerShdw>
                </a:effectLst>
                <a:latin typeface="楷体" pitchFamily="49" charset="-122"/>
                <a:ea typeface="楷体" pitchFamily="49" charset="-122"/>
              </a:rPr>
              <a:t>事先</a:t>
            </a:r>
            <a:r>
              <a:rPr lang="zh-CN" altLang="en-US" dirty="0">
                <a:solidFill>
                  <a:srgbClr val="000000"/>
                </a:solidFill>
                <a:effectLst>
                  <a:outerShdw blurRad="38100" dist="38100" dir="2700000" algn="tl">
                    <a:srgbClr val="000000">
                      <a:alpha val="43137"/>
                    </a:srgbClr>
                  </a:outerShdw>
                </a:effectLst>
                <a:latin typeface="楷体" pitchFamily="49" charset="-122"/>
                <a:ea typeface="楷体" pitchFamily="49" charset="-122"/>
              </a:rPr>
              <a:t>必须告诉事件源，即，事先向事件源</a:t>
            </a:r>
            <a:r>
              <a:rPr lang="zh-CN" altLang="en-US" dirty="0">
                <a:solidFill>
                  <a:srgbClr val="FF0000"/>
                </a:solidFill>
                <a:effectLst>
                  <a:outerShdw blurRad="38100" dist="38100" dir="2700000" algn="tl">
                    <a:srgbClr val="000000">
                      <a:alpha val="43137"/>
                    </a:srgbClr>
                  </a:outerShdw>
                </a:effectLst>
                <a:latin typeface="楷体" pitchFamily="49" charset="-122"/>
                <a:ea typeface="楷体" pitchFamily="49" charset="-122"/>
              </a:rPr>
              <a:t>注册</a:t>
            </a:r>
            <a:endParaRPr lang="en-US" altLang="zh-CN" kern="0" dirty="0">
              <a:solidFill>
                <a:srgbClr val="FF0000"/>
              </a:solidFill>
              <a:latin typeface="Bookman Old Style" pitchFamily="18" charset="0"/>
              <a:ea typeface="楷体_GB2312" pitchFamily="49" charset="-122"/>
            </a:endParaRPr>
          </a:p>
          <a:p>
            <a:pPr eaLnBrk="1" hangingPunct="1">
              <a:lnSpc>
                <a:spcPct val="150000"/>
              </a:lnSpc>
              <a:spcBef>
                <a:spcPct val="50000"/>
              </a:spcBef>
              <a:defRPr/>
            </a:pPr>
            <a:r>
              <a:rPr lang="zh-CN" altLang="en-US" dirty="0">
                <a:solidFill>
                  <a:srgbClr val="000000"/>
                </a:solidFill>
                <a:effectLst>
                  <a:outerShdw blurRad="38100" dist="38100" dir="2700000" algn="tl">
                    <a:srgbClr val="000000">
                      <a:alpha val="43137"/>
                    </a:srgbClr>
                  </a:outerShdw>
                </a:effectLst>
                <a:latin typeface="楷体" pitchFamily="49" charset="-122"/>
                <a:ea typeface="楷体" pitchFamily="49" charset="-122"/>
              </a:rPr>
              <a:t>一旦收到注册请求，事件源将注册者记录至注册表</a:t>
            </a:r>
            <a:endParaRPr lang="en-US" altLang="zh-CN" dirty="0">
              <a:solidFill>
                <a:srgbClr val="000000"/>
              </a:solidFill>
              <a:effectLst>
                <a:outerShdw blurRad="38100" dist="38100" dir="2700000" algn="tl">
                  <a:srgbClr val="000000">
                    <a:alpha val="43137"/>
                  </a:srgbClr>
                </a:outerShdw>
              </a:effectLst>
              <a:latin typeface="楷体" pitchFamily="49" charset="-122"/>
              <a:ea typeface="楷体" pitchFamily="49" charset="-122"/>
            </a:endParaRPr>
          </a:p>
        </p:txBody>
      </p:sp>
    </p:spTree>
    <p:custDataLst>
      <p:tags r:id="rId1"/>
    </p:custDataLst>
    <p:extLst>
      <p:ext uri="{BB962C8B-B14F-4D97-AF65-F5344CB8AC3E}">
        <p14:creationId xmlns:p14="http://schemas.microsoft.com/office/powerpoint/2010/main" val="3958365335"/>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p:txBody>
          <a:bodyPr/>
          <a:lstStyle/>
          <a:p>
            <a:r>
              <a:rPr lang="zh-CN" altLang="en-US" sz="3200" b="0" smtClean="0">
                <a:latin typeface="微软雅黑" pitchFamily="34" charset="-122"/>
                <a:ea typeface="微软雅黑" pitchFamily="34" charset="-122"/>
              </a:rPr>
              <a:t>解决方案的程序表示</a:t>
            </a:r>
            <a:r>
              <a:rPr lang="en-US" altLang="zh-CN" sz="3200" b="0" smtClean="0">
                <a:latin typeface="微软雅黑" pitchFamily="34" charset="-122"/>
                <a:ea typeface="微软雅黑" pitchFamily="34" charset="-122"/>
              </a:rPr>
              <a:t>(1/2)</a:t>
            </a:r>
            <a:endParaRPr lang="zh-CN" altLang="en-US" sz="3200" b="0" smtClean="0">
              <a:latin typeface="微软雅黑" pitchFamily="34" charset="-122"/>
              <a:ea typeface="微软雅黑" pitchFamily="34" charset="-122"/>
            </a:endParaRP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6AEDC315-7869-4A58-8061-D0288442AF69}" type="slidenum">
              <a:rPr lang="zh-CN" altLang="en-US" sz="1600">
                <a:solidFill>
                  <a:srgbClr val="000066"/>
                </a:solidFill>
                <a:latin typeface="微软雅黑" pitchFamily="34" charset="-122"/>
                <a:ea typeface="微软雅黑" pitchFamily="34" charset="-122"/>
              </a:rPr>
              <a:pPr/>
              <a:t>60</a:t>
            </a:fld>
            <a:endParaRPr lang="en-US" altLang="zh-CN" sz="1600">
              <a:solidFill>
                <a:srgbClr val="000066"/>
              </a:solidFill>
              <a:latin typeface="微软雅黑" pitchFamily="34" charset="-122"/>
              <a:ea typeface="微软雅黑" pitchFamily="34" charset="-122"/>
            </a:endParaRPr>
          </a:p>
        </p:txBody>
      </p:sp>
      <p:sp>
        <p:nvSpPr>
          <p:cNvPr id="7" name="Rectangle 4"/>
          <p:cNvSpPr>
            <a:spLocks noChangeArrowheads="1"/>
          </p:cNvSpPr>
          <p:nvPr/>
        </p:nvSpPr>
        <p:spPr bwMode="auto">
          <a:xfrm>
            <a:off x="285750" y="4724400"/>
            <a:ext cx="8605838" cy="433388"/>
          </a:xfrm>
          <a:prstGeom prst="rect">
            <a:avLst/>
          </a:prstGeom>
          <a:noFill/>
          <a:ln w="508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spcBef>
                <a:spcPct val="20000"/>
              </a:spcBef>
              <a:buClr>
                <a:srgbClr val="3333CC"/>
              </a:buClr>
              <a:buFontTx/>
              <a:buChar char="•"/>
            </a:pPr>
            <a:endParaRPr lang="zh-CN" altLang="en-US">
              <a:solidFill>
                <a:srgbClr val="000066"/>
              </a:solidFill>
            </a:endParaRPr>
          </a:p>
        </p:txBody>
      </p:sp>
      <p:sp>
        <p:nvSpPr>
          <p:cNvPr id="120837" name="内容占位符 4"/>
          <p:cNvSpPr>
            <a:spLocks noGrp="1" noChangeArrowheads="1"/>
          </p:cNvSpPr>
          <p:nvPr>
            <p:ph idx="1"/>
          </p:nvPr>
        </p:nvSpPr>
        <p:spPr>
          <a:xfrm>
            <a:off x="457200" y="1143000"/>
            <a:ext cx="8258175" cy="5286375"/>
          </a:xfrm>
        </p:spPr>
        <p:txBody>
          <a:bodyPr/>
          <a:lstStyle/>
          <a:p>
            <a:pPr>
              <a:lnSpc>
                <a:spcPct val="110000"/>
              </a:lnSpc>
              <a:spcBef>
                <a:spcPct val="0"/>
              </a:spcBef>
              <a:buFont typeface="Wingdings" pitchFamily="2" charset="2"/>
              <a:buNone/>
            </a:pPr>
            <a:r>
              <a:rPr lang="en-US" altLang="zh-CN" sz="2400" b="0" i="1" smtClean="0">
                <a:solidFill>
                  <a:srgbClr val="000000"/>
                </a:solidFill>
                <a:latin typeface="Calibri" pitchFamily="34" charset="0"/>
                <a:ea typeface="楷体_GB2312"/>
                <a:cs typeface="楷体_GB2312"/>
              </a:rPr>
              <a:t>public class</a:t>
            </a:r>
            <a:r>
              <a:rPr lang="en-US" altLang="zh-CN" sz="2400" b="0" smtClean="0">
                <a:solidFill>
                  <a:srgbClr val="000000"/>
                </a:solidFill>
                <a:latin typeface="Calibri" pitchFamily="34" charset="0"/>
                <a:ea typeface="楷体_GB2312"/>
                <a:cs typeface="楷体_GB2312"/>
              </a:rPr>
              <a:t> XxxEventSource {</a:t>
            </a:r>
          </a:p>
          <a:p>
            <a:pPr>
              <a:lnSpc>
                <a:spcPct val="11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a:t>
            </a:r>
            <a:r>
              <a:rPr lang="en-US" altLang="zh-CN" sz="2400" b="0" i="1" smtClean="0">
                <a:solidFill>
                  <a:srgbClr val="000000"/>
                </a:solidFill>
                <a:latin typeface="Calibri" pitchFamily="34" charset="0"/>
                <a:ea typeface="楷体_GB2312"/>
                <a:cs typeface="楷体_GB2312"/>
              </a:rPr>
              <a:t>private</a:t>
            </a:r>
            <a:r>
              <a:rPr lang="en-US" altLang="zh-CN" sz="2400" b="0" smtClean="0">
                <a:solidFill>
                  <a:srgbClr val="000000"/>
                </a:solidFill>
                <a:latin typeface="Calibri" pitchFamily="34" charset="0"/>
                <a:ea typeface="楷体_GB2312"/>
                <a:cs typeface="楷体_GB2312"/>
              </a:rPr>
              <a:t> List  m_listTargets = </a:t>
            </a:r>
            <a:r>
              <a:rPr lang="en-US" altLang="zh-CN" sz="2400" b="0" i="1" smtClean="0">
                <a:solidFill>
                  <a:srgbClr val="000000"/>
                </a:solidFill>
                <a:latin typeface="Calibri" pitchFamily="34" charset="0"/>
                <a:ea typeface="楷体_GB2312"/>
                <a:cs typeface="楷体_GB2312"/>
              </a:rPr>
              <a:t>null</a:t>
            </a:r>
            <a:r>
              <a:rPr lang="en-US" altLang="zh-CN" sz="2400" b="0" smtClean="0">
                <a:solidFill>
                  <a:srgbClr val="000000"/>
                </a:solidFill>
                <a:latin typeface="Calibri" pitchFamily="34" charset="0"/>
                <a:ea typeface="楷体_GB2312"/>
                <a:cs typeface="楷体_GB2312"/>
              </a:rPr>
              <a:t>; </a:t>
            </a:r>
          </a:p>
          <a:p>
            <a:pPr>
              <a:lnSpc>
                <a:spcPct val="11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a:t>
            </a:r>
            <a:r>
              <a:rPr lang="en-US" altLang="zh-CN" sz="2400" b="0" i="1" smtClean="0">
                <a:solidFill>
                  <a:srgbClr val="000000"/>
                </a:solidFill>
                <a:latin typeface="Calibri" pitchFamily="34" charset="0"/>
                <a:ea typeface="楷体_GB2312"/>
                <a:cs typeface="楷体_GB2312"/>
              </a:rPr>
              <a:t>public </a:t>
            </a:r>
            <a:r>
              <a:rPr lang="en-US" altLang="zh-CN" sz="2400" b="0" smtClean="0">
                <a:solidFill>
                  <a:srgbClr val="000000"/>
                </a:solidFill>
                <a:latin typeface="Calibri" pitchFamily="34" charset="0"/>
                <a:ea typeface="楷体_GB2312"/>
                <a:cs typeface="楷体_GB2312"/>
              </a:rPr>
              <a:t>boolean addEventTarget( Object objTarget ) {</a:t>
            </a:r>
          </a:p>
          <a:p>
            <a:pPr>
              <a:lnSpc>
                <a:spcPct val="11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boolean bAdded = false;</a:t>
            </a:r>
          </a:p>
          <a:p>
            <a:pPr>
              <a:lnSpc>
                <a:spcPct val="11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a:t>
            </a:r>
            <a:r>
              <a:rPr lang="en-US" altLang="zh-CN" sz="2400" b="0" i="1" smtClean="0">
                <a:solidFill>
                  <a:srgbClr val="000000"/>
                </a:solidFill>
                <a:latin typeface="Calibri" pitchFamily="34" charset="0"/>
                <a:ea typeface="楷体_GB2312"/>
                <a:cs typeface="楷体_GB2312"/>
              </a:rPr>
              <a:t>if</a:t>
            </a:r>
            <a:r>
              <a:rPr lang="en-US" altLang="zh-CN" sz="2400" b="0" smtClean="0">
                <a:solidFill>
                  <a:srgbClr val="000000"/>
                </a:solidFill>
                <a:latin typeface="Calibri" pitchFamily="34" charset="0"/>
                <a:ea typeface="楷体_GB2312"/>
                <a:cs typeface="楷体_GB2312"/>
              </a:rPr>
              <a:t> (objTarget != </a:t>
            </a:r>
            <a:r>
              <a:rPr lang="en-US" altLang="zh-CN" sz="2400" b="0" i="1" smtClean="0">
                <a:solidFill>
                  <a:srgbClr val="000000"/>
                </a:solidFill>
                <a:latin typeface="Calibri" pitchFamily="34" charset="0"/>
                <a:ea typeface="楷体_GB2312"/>
                <a:cs typeface="楷体_GB2312"/>
              </a:rPr>
              <a:t>null</a:t>
            </a:r>
            <a:r>
              <a:rPr lang="en-US" altLang="zh-CN" sz="2400" b="0" smtClean="0">
                <a:solidFill>
                  <a:srgbClr val="000000"/>
                </a:solidFill>
                <a:latin typeface="Calibri" pitchFamily="34" charset="0"/>
                <a:ea typeface="楷体_GB2312"/>
                <a:cs typeface="楷体_GB2312"/>
              </a:rPr>
              <a:t>) {</a:t>
            </a:r>
          </a:p>
          <a:p>
            <a:pPr>
              <a:lnSpc>
                <a:spcPct val="11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a:t>
            </a:r>
            <a:r>
              <a:rPr lang="en-US" altLang="zh-CN" sz="2400" b="0" i="1" smtClean="0">
                <a:solidFill>
                  <a:srgbClr val="000000"/>
                </a:solidFill>
                <a:latin typeface="Calibri" pitchFamily="34" charset="0"/>
                <a:ea typeface="楷体_GB2312"/>
                <a:cs typeface="楷体_GB2312"/>
              </a:rPr>
              <a:t>if</a:t>
            </a:r>
            <a:r>
              <a:rPr lang="en-US" altLang="zh-CN" sz="2400" b="0" smtClean="0">
                <a:solidFill>
                  <a:srgbClr val="000000"/>
                </a:solidFill>
                <a:latin typeface="Calibri" pitchFamily="34" charset="0"/>
                <a:ea typeface="楷体_GB2312"/>
                <a:cs typeface="楷体_GB2312"/>
              </a:rPr>
              <a:t> (m_listTargets == </a:t>
            </a:r>
            <a:r>
              <a:rPr lang="en-US" altLang="zh-CN" sz="2400" b="0" i="1" smtClean="0">
                <a:solidFill>
                  <a:srgbClr val="000000"/>
                </a:solidFill>
                <a:latin typeface="Calibri" pitchFamily="34" charset="0"/>
                <a:ea typeface="楷体_GB2312"/>
                <a:cs typeface="楷体_GB2312"/>
              </a:rPr>
              <a:t>null</a:t>
            </a:r>
            <a:r>
              <a:rPr lang="en-US" altLang="zh-CN" sz="2400" b="0" smtClean="0">
                <a:solidFill>
                  <a:srgbClr val="000000"/>
                </a:solidFill>
                <a:latin typeface="Calibri" pitchFamily="34" charset="0"/>
                <a:ea typeface="楷体_GB2312"/>
                <a:cs typeface="楷体_GB2312"/>
              </a:rPr>
              <a:t>)</a:t>
            </a:r>
          </a:p>
          <a:p>
            <a:pPr>
              <a:lnSpc>
                <a:spcPct val="11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m_listTargets = </a:t>
            </a:r>
            <a:r>
              <a:rPr lang="en-US" altLang="zh-CN" sz="2400" b="0" i="1" smtClean="0">
                <a:solidFill>
                  <a:srgbClr val="000000"/>
                </a:solidFill>
                <a:latin typeface="Calibri" pitchFamily="34" charset="0"/>
                <a:ea typeface="楷体_GB2312"/>
                <a:cs typeface="楷体_GB2312"/>
              </a:rPr>
              <a:t>new</a:t>
            </a:r>
            <a:r>
              <a:rPr lang="en-US" altLang="zh-CN" sz="2400" b="0" smtClean="0">
                <a:solidFill>
                  <a:srgbClr val="000000"/>
                </a:solidFill>
                <a:latin typeface="Calibri" pitchFamily="34" charset="0"/>
                <a:ea typeface="楷体_GB2312"/>
                <a:cs typeface="楷体_GB2312"/>
              </a:rPr>
              <a:t> ArrayList();</a:t>
            </a:r>
          </a:p>
          <a:p>
            <a:pPr>
              <a:lnSpc>
                <a:spcPct val="11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a:t>
            </a:r>
            <a:r>
              <a:rPr lang="en-US" altLang="zh-CN" sz="2400" b="0" i="1" smtClean="0">
                <a:solidFill>
                  <a:srgbClr val="000000"/>
                </a:solidFill>
                <a:latin typeface="Calibri" pitchFamily="34" charset="0"/>
                <a:ea typeface="楷体_GB2312"/>
                <a:cs typeface="楷体_GB2312"/>
              </a:rPr>
              <a:t>if</a:t>
            </a:r>
            <a:r>
              <a:rPr lang="en-US" altLang="zh-CN" sz="2400" b="0" smtClean="0">
                <a:solidFill>
                  <a:srgbClr val="000000"/>
                </a:solidFill>
                <a:latin typeface="Calibri" pitchFamily="34" charset="0"/>
                <a:ea typeface="楷体_GB2312"/>
                <a:cs typeface="楷体_GB2312"/>
              </a:rPr>
              <a:t> ( ! m_listTargets.contains(objTarget) ) {</a:t>
            </a:r>
          </a:p>
          <a:p>
            <a:pPr>
              <a:lnSpc>
                <a:spcPct val="11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m_listTargets.add(objTarget);</a:t>
            </a:r>
          </a:p>
          <a:p>
            <a:pPr>
              <a:lnSpc>
                <a:spcPct val="11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bAdded = true; }</a:t>
            </a:r>
          </a:p>
          <a:p>
            <a:pPr>
              <a:lnSpc>
                <a:spcPct val="11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a:t>
            </a:r>
          </a:p>
          <a:p>
            <a:pPr>
              <a:lnSpc>
                <a:spcPct val="11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return bAdded;</a:t>
            </a:r>
          </a:p>
          <a:p>
            <a:pPr>
              <a:lnSpc>
                <a:spcPct val="11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 </a:t>
            </a:r>
          </a:p>
        </p:txBody>
      </p:sp>
      <p:sp>
        <p:nvSpPr>
          <p:cNvPr id="9" name="圆角矩形标注 8"/>
          <p:cNvSpPr/>
          <p:nvPr/>
        </p:nvSpPr>
        <p:spPr bwMode="auto">
          <a:xfrm>
            <a:off x="4235450" y="2708275"/>
            <a:ext cx="4681538" cy="720725"/>
          </a:xfrm>
          <a:prstGeom prst="wedgeRoundRectCallout">
            <a:avLst>
              <a:gd name="adj1" fmla="val 1375"/>
              <a:gd name="adj2" fmla="val 178304"/>
              <a:gd name="adj3" fmla="val 16667"/>
            </a:avLst>
          </a:prstGeom>
          <a:solidFill>
            <a:schemeClr val="bg1"/>
          </a:solidFill>
          <a:ln w="25400" cap="flat" cmpd="sng" algn="ctr">
            <a:solidFill>
              <a:schemeClr val="tx2"/>
            </a:solidFill>
            <a:prstDash val="solid"/>
            <a:round/>
            <a:headEnd type="none" w="med" len="med"/>
            <a:tailEnd type="none" w="med" len="med"/>
          </a:ln>
          <a:effectLst/>
        </p:spPr>
        <p:txBody>
          <a:bodyPr/>
          <a:lstStyle/>
          <a:p>
            <a:pPr>
              <a:lnSpc>
                <a:spcPct val="120000"/>
              </a:lnSpc>
              <a:spcBef>
                <a:spcPts val="500"/>
              </a:spcBef>
              <a:buClr>
                <a:srgbClr val="3333CC"/>
              </a:buClr>
              <a:defRPr/>
            </a:pPr>
            <a:r>
              <a:rPr lang="zh-CN" altLang="en-US" sz="2800" b="1"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为什么需要这些判断语句？</a:t>
            </a:r>
            <a:endParaRPr lang="en-US" altLang="zh-CN" sz="2800" b="1"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endParaRPr>
          </a:p>
        </p:txBody>
      </p:sp>
    </p:spTree>
    <p:custDataLst>
      <p:tags r:id="rId1"/>
    </p:custDataLst>
    <p:extLst>
      <p:ext uri="{BB962C8B-B14F-4D97-AF65-F5344CB8AC3E}">
        <p14:creationId xmlns:p14="http://schemas.microsoft.com/office/powerpoint/2010/main" val="3534468824"/>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par>
                          <p:cTn id="13" fill="hold" nodeType="afterGroup">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9" grpId="0" animBg="1"/>
    </p:bldLst>
  </p:timing>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p:txBody>
          <a:bodyPr/>
          <a:lstStyle/>
          <a:p>
            <a:r>
              <a:rPr lang="zh-CN" altLang="en-US" sz="3200" b="0" smtClean="0">
                <a:latin typeface="微软雅黑" pitchFamily="34" charset="-122"/>
                <a:ea typeface="微软雅黑" pitchFamily="34" charset="-122"/>
              </a:rPr>
              <a:t>解决方案的程序表示</a:t>
            </a:r>
            <a:r>
              <a:rPr lang="en-US" altLang="zh-CN" sz="3200" b="0" smtClean="0">
                <a:latin typeface="微软雅黑" pitchFamily="34" charset="-122"/>
                <a:ea typeface="微软雅黑" pitchFamily="34" charset="-122"/>
              </a:rPr>
              <a:t>(2/2)</a:t>
            </a:r>
            <a:endParaRPr lang="zh-CN" altLang="en-US" sz="3200" b="0" smtClean="0">
              <a:latin typeface="微软雅黑" pitchFamily="34" charset="-122"/>
              <a:ea typeface="微软雅黑" pitchFamily="34" charset="-122"/>
            </a:endParaRP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E07E5748-3E45-46B1-B262-2DF13B67C827}" type="slidenum">
              <a:rPr lang="zh-CN" altLang="en-US" sz="1600">
                <a:solidFill>
                  <a:srgbClr val="000066"/>
                </a:solidFill>
                <a:latin typeface="微软雅黑" pitchFamily="34" charset="-122"/>
                <a:ea typeface="微软雅黑" pitchFamily="34" charset="-122"/>
              </a:rPr>
              <a:pPr/>
              <a:t>61</a:t>
            </a:fld>
            <a:endParaRPr lang="en-US" altLang="zh-CN" sz="1600">
              <a:solidFill>
                <a:srgbClr val="000066"/>
              </a:solidFill>
              <a:latin typeface="微软雅黑" pitchFamily="34" charset="-122"/>
              <a:ea typeface="微软雅黑" pitchFamily="34" charset="-122"/>
            </a:endParaRPr>
          </a:p>
        </p:txBody>
      </p:sp>
      <p:sp>
        <p:nvSpPr>
          <p:cNvPr id="7" name="Rectangle 4"/>
          <p:cNvSpPr>
            <a:spLocks noChangeArrowheads="1"/>
          </p:cNvSpPr>
          <p:nvPr/>
        </p:nvSpPr>
        <p:spPr bwMode="auto">
          <a:xfrm>
            <a:off x="285750" y="2924175"/>
            <a:ext cx="8605838" cy="433388"/>
          </a:xfrm>
          <a:prstGeom prst="rect">
            <a:avLst/>
          </a:prstGeom>
          <a:noFill/>
          <a:ln w="508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spcBef>
                <a:spcPct val="20000"/>
              </a:spcBef>
              <a:buClr>
                <a:srgbClr val="3333CC"/>
              </a:buClr>
              <a:buFontTx/>
              <a:buChar char="•"/>
            </a:pPr>
            <a:endParaRPr lang="zh-CN" altLang="en-US">
              <a:solidFill>
                <a:srgbClr val="000066"/>
              </a:solidFill>
            </a:endParaRPr>
          </a:p>
        </p:txBody>
      </p:sp>
      <p:sp>
        <p:nvSpPr>
          <p:cNvPr id="122885" name="内容占位符 4"/>
          <p:cNvSpPr>
            <a:spLocks noGrp="1" noChangeArrowheads="1"/>
          </p:cNvSpPr>
          <p:nvPr>
            <p:ph idx="1"/>
          </p:nvPr>
        </p:nvSpPr>
        <p:spPr>
          <a:xfrm>
            <a:off x="457200" y="1143000"/>
            <a:ext cx="8258175" cy="5286375"/>
          </a:xfrm>
        </p:spPr>
        <p:txBody>
          <a:bodyPr/>
          <a:lstStyle/>
          <a:p>
            <a:pPr>
              <a:lnSpc>
                <a:spcPct val="11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a:t>
            </a:r>
            <a:r>
              <a:rPr lang="en-US" altLang="zh-CN" sz="2400" b="0" i="1" smtClean="0">
                <a:solidFill>
                  <a:srgbClr val="000000"/>
                </a:solidFill>
                <a:latin typeface="Calibri" pitchFamily="34" charset="0"/>
                <a:ea typeface="楷体_GB2312"/>
                <a:cs typeface="楷体_GB2312"/>
              </a:rPr>
              <a:t>protected</a:t>
            </a:r>
            <a:r>
              <a:rPr lang="en-US" altLang="zh-CN" sz="2400" b="0" smtClean="0">
                <a:solidFill>
                  <a:srgbClr val="000000"/>
                </a:solidFill>
                <a:latin typeface="Calibri" pitchFamily="34" charset="0"/>
                <a:ea typeface="楷体_GB2312"/>
                <a:cs typeface="楷体_GB2312"/>
              </a:rPr>
              <a:t> </a:t>
            </a:r>
            <a:r>
              <a:rPr lang="en-US" altLang="zh-CN" sz="2400" b="0" i="1" smtClean="0">
                <a:solidFill>
                  <a:srgbClr val="000000"/>
                </a:solidFill>
                <a:latin typeface="Calibri" pitchFamily="34" charset="0"/>
                <a:ea typeface="楷体_GB2312"/>
                <a:cs typeface="楷体_GB2312"/>
              </a:rPr>
              <a:t>void</a:t>
            </a:r>
            <a:r>
              <a:rPr lang="en-US" altLang="zh-CN" sz="2400" b="0" smtClean="0">
                <a:solidFill>
                  <a:srgbClr val="000000"/>
                </a:solidFill>
                <a:latin typeface="Calibri" pitchFamily="34" charset="0"/>
                <a:ea typeface="楷体_GB2312"/>
                <a:cs typeface="楷体_GB2312"/>
              </a:rPr>
              <a:t> fireEvent ( /* event parameters here */ ) {</a:t>
            </a:r>
          </a:p>
          <a:p>
            <a:pPr>
              <a:lnSpc>
                <a:spcPct val="11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a:t>
            </a:r>
            <a:r>
              <a:rPr lang="en-US" altLang="zh-CN" sz="2400" b="0" i="1" smtClean="0">
                <a:solidFill>
                  <a:srgbClr val="000000"/>
                </a:solidFill>
                <a:latin typeface="Calibri" pitchFamily="34" charset="0"/>
                <a:ea typeface="楷体_GB2312"/>
                <a:cs typeface="楷体_GB2312"/>
              </a:rPr>
              <a:t>if</a:t>
            </a:r>
            <a:r>
              <a:rPr lang="en-US" altLang="zh-CN" sz="2400" b="0" smtClean="0">
                <a:solidFill>
                  <a:srgbClr val="000000"/>
                </a:solidFill>
                <a:latin typeface="Calibri" pitchFamily="34" charset="0"/>
                <a:ea typeface="楷体_GB2312"/>
                <a:cs typeface="楷体_GB2312"/>
              </a:rPr>
              <a:t> (m_listTargets != </a:t>
            </a:r>
            <a:r>
              <a:rPr lang="en-US" altLang="zh-CN" sz="2400" b="0" i="1" smtClean="0">
                <a:solidFill>
                  <a:srgbClr val="000000"/>
                </a:solidFill>
                <a:latin typeface="Calibri" pitchFamily="34" charset="0"/>
                <a:ea typeface="楷体_GB2312"/>
                <a:cs typeface="楷体_GB2312"/>
              </a:rPr>
              <a:t>null</a:t>
            </a:r>
            <a:r>
              <a:rPr lang="en-US" altLang="zh-CN" sz="2400" b="0" smtClean="0">
                <a:solidFill>
                  <a:srgbClr val="000000"/>
                </a:solidFill>
                <a:latin typeface="Calibri" pitchFamily="34" charset="0"/>
                <a:ea typeface="楷体_GB2312"/>
                <a:cs typeface="楷体_GB2312"/>
              </a:rPr>
              <a:t>) {</a:t>
            </a:r>
          </a:p>
          <a:p>
            <a:pPr>
              <a:lnSpc>
                <a:spcPct val="11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XxxEvent xxxEvent = </a:t>
            </a:r>
            <a:r>
              <a:rPr lang="en-US" altLang="zh-CN" sz="2400" b="0" i="1" smtClean="0">
                <a:solidFill>
                  <a:srgbClr val="000000"/>
                </a:solidFill>
                <a:latin typeface="Calibri" pitchFamily="34" charset="0"/>
                <a:ea typeface="楷体_GB2312"/>
                <a:cs typeface="楷体_GB2312"/>
              </a:rPr>
              <a:t>new</a:t>
            </a:r>
            <a:r>
              <a:rPr lang="en-US" altLang="zh-CN" sz="2400" b="0" smtClean="0">
                <a:solidFill>
                  <a:srgbClr val="000000"/>
                </a:solidFill>
                <a:latin typeface="Calibri" pitchFamily="34" charset="0"/>
                <a:ea typeface="楷体_GB2312"/>
                <a:cs typeface="楷体_GB2312"/>
              </a:rPr>
              <a:t> XxxEvent( … );</a:t>
            </a:r>
          </a:p>
          <a:p>
            <a:pPr>
              <a:lnSpc>
                <a:spcPct val="11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a:t>
            </a:r>
            <a:r>
              <a:rPr lang="en-US" altLang="zh-CN" sz="2400" b="0" i="1" smtClean="0">
                <a:solidFill>
                  <a:srgbClr val="000000"/>
                </a:solidFill>
                <a:latin typeface="Calibri" pitchFamily="34" charset="0"/>
                <a:ea typeface="楷体_GB2312"/>
                <a:cs typeface="楷体_GB2312"/>
              </a:rPr>
              <a:t>for </a:t>
            </a:r>
            <a:r>
              <a:rPr lang="en-US" altLang="zh-CN" sz="2400" b="0" smtClean="0">
                <a:solidFill>
                  <a:srgbClr val="000000"/>
                </a:solidFill>
                <a:latin typeface="Calibri" pitchFamily="34" charset="0"/>
                <a:ea typeface="楷体_GB2312"/>
                <a:cs typeface="楷体_GB2312"/>
              </a:rPr>
              <a:t>(Object objTarget  </a:t>
            </a:r>
            <a:r>
              <a:rPr lang="en-US" altLang="zh-CN" sz="2400" b="0" i="1" smtClean="0">
                <a:solidFill>
                  <a:srgbClr val="000000"/>
                </a:solidFill>
                <a:latin typeface="Calibri" pitchFamily="34" charset="0"/>
                <a:ea typeface="楷体_GB2312"/>
                <a:cs typeface="楷体_GB2312"/>
              </a:rPr>
              <a:t>in</a:t>
            </a:r>
            <a:r>
              <a:rPr lang="en-US" altLang="zh-CN" sz="2400" b="0" smtClean="0">
                <a:solidFill>
                  <a:srgbClr val="000000"/>
                </a:solidFill>
                <a:latin typeface="Calibri" pitchFamily="34" charset="0"/>
                <a:ea typeface="楷体_GB2312"/>
                <a:cs typeface="楷体_GB2312"/>
              </a:rPr>
              <a:t> m_listTargets) {</a:t>
            </a:r>
          </a:p>
          <a:p>
            <a:pPr>
              <a:lnSpc>
                <a:spcPct val="11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 transmit xxxEvent to objTarget</a:t>
            </a:r>
          </a:p>
          <a:p>
            <a:pPr>
              <a:lnSpc>
                <a:spcPct val="11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a:t>
            </a:r>
          </a:p>
          <a:p>
            <a:pPr>
              <a:lnSpc>
                <a:spcPct val="11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a:t>
            </a:r>
          </a:p>
          <a:p>
            <a:pPr>
              <a:lnSpc>
                <a:spcPct val="11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a:t>
            </a:r>
          </a:p>
          <a:p>
            <a:pPr>
              <a:lnSpc>
                <a:spcPct val="110000"/>
              </a:lnSpc>
              <a:spcBef>
                <a:spcPct val="0"/>
              </a:spcBef>
              <a:buFont typeface="Wingdings" pitchFamily="2" charset="2"/>
              <a:buNone/>
            </a:pPr>
            <a:endParaRPr lang="en-US" altLang="zh-CN" sz="2400" b="0" smtClean="0">
              <a:solidFill>
                <a:srgbClr val="000000"/>
              </a:solidFill>
              <a:latin typeface="Calibri" pitchFamily="34" charset="0"/>
              <a:ea typeface="楷体_GB2312"/>
              <a:cs typeface="楷体_GB2312"/>
            </a:endParaRPr>
          </a:p>
          <a:p>
            <a:pPr>
              <a:lnSpc>
                <a:spcPct val="11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 other codes …</a:t>
            </a:r>
          </a:p>
          <a:p>
            <a:pPr>
              <a:lnSpc>
                <a:spcPct val="110000"/>
              </a:lnSpc>
              <a:spcBef>
                <a:spcPct val="0"/>
              </a:spcBef>
              <a:buFont typeface="Wingdings" pitchFamily="2" charset="2"/>
              <a:buNone/>
            </a:pPr>
            <a:endParaRPr lang="en-US" altLang="zh-CN" sz="2400" b="0" smtClean="0">
              <a:solidFill>
                <a:srgbClr val="000000"/>
              </a:solidFill>
              <a:latin typeface="Calibri" pitchFamily="34" charset="0"/>
              <a:ea typeface="楷体_GB2312"/>
              <a:cs typeface="楷体_GB2312"/>
            </a:endParaRPr>
          </a:p>
          <a:p>
            <a:pPr>
              <a:lnSpc>
                <a:spcPct val="11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 end of the XxxEventSource class</a:t>
            </a:r>
          </a:p>
        </p:txBody>
      </p:sp>
      <p:sp>
        <p:nvSpPr>
          <p:cNvPr id="10" name="圆角矩形标注 9"/>
          <p:cNvSpPr/>
          <p:nvPr/>
        </p:nvSpPr>
        <p:spPr bwMode="auto">
          <a:xfrm>
            <a:off x="6300788" y="4149725"/>
            <a:ext cx="1871662" cy="719138"/>
          </a:xfrm>
          <a:prstGeom prst="wedgeRoundRectCallout">
            <a:avLst>
              <a:gd name="adj1" fmla="val -42777"/>
              <a:gd name="adj2" fmla="val -131542"/>
              <a:gd name="adj3" fmla="val 16667"/>
            </a:avLst>
          </a:prstGeom>
          <a:solidFill>
            <a:schemeClr val="bg1"/>
          </a:solidFill>
          <a:ln w="25400" cap="flat" cmpd="sng" algn="ctr">
            <a:solidFill>
              <a:schemeClr val="tx2"/>
            </a:solidFill>
            <a:prstDash val="solid"/>
            <a:round/>
            <a:headEnd type="none" w="med" len="med"/>
            <a:tailEnd type="none" w="med" len="med"/>
          </a:ln>
          <a:effectLst/>
        </p:spPr>
        <p:txBody>
          <a:bodyPr/>
          <a:lstStyle/>
          <a:p>
            <a:pPr>
              <a:lnSpc>
                <a:spcPct val="120000"/>
              </a:lnSpc>
              <a:spcBef>
                <a:spcPts val="500"/>
              </a:spcBef>
              <a:buClr>
                <a:srgbClr val="3333CC"/>
              </a:buClr>
              <a:defRPr/>
            </a:pPr>
            <a:r>
              <a:rPr lang="zh-CN" altLang="en-US" sz="2800" b="1"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怎么办？</a:t>
            </a:r>
            <a:endParaRPr lang="en-US" altLang="zh-CN" sz="2800" b="1"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endParaRPr>
          </a:p>
        </p:txBody>
      </p:sp>
    </p:spTree>
    <p:custDataLst>
      <p:tags r:id="rId1"/>
    </p:custDataLst>
    <p:extLst>
      <p:ext uri="{BB962C8B-B14F-4D97-AF65-F5344CB8AC3E}">
        <p14:creationId xmlns:p14="http://schemas.microsoft.com/office/powerpoint/2010/main" val="2161170757"/>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par>
                          <p:cTn id="13" fill="hold" nodeType="afterGroup">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10" grpId="0" animBg="1"/>
    </p:bld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p:txBody>
          <a:bodyPr/>
          <a:lstStyle/>
          <a:p>
            <a:r>
              <a:rPr lang="zh-CN" altLang="en-US" sz="3200" b="0" smtClean="0">
                <a:latin typeface="微软雅黑" pitchFamily="34" charset="-122"/>
                <a:ea typeface="微软雅黑" pitchFamily="34" charset="-122"/>
              </a:rPr>
              <a:t>如何发送事件？</a:t>
            </a:r>
            <a:r>
              <a:rPr lang="en-US" altLang="zh-CN" sz="3200" b="0" smtClean="0">
                <a:latin typeface="微软雅黑" pitchFamily="34" charset="-122"/>
                <a:ea typeface="微软雅黑" pitchFamily="34" charset="-122"/>
              </a:rPr>
              <a:t>(P1.2)</a:t>
            </a:r>
            <a:endParaRPr lang="zh-CN" altLang="en-US" sz="3200" b="0" smtClean="0">
              <a:latin typeface="微软雅黑" pitchFamily="34" charset="-122"/>
              <a:ea typeface="微软雅黑" pitchFamily="34" charset="-122"/>
            </a:endParaRP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196258F8-A4FC-45C5-B18B-AAC687D8521B}" type="slidenum">
              <a:rPr lang="zh-CN" altLang="en-US" sz="1600">
                <a:solidFill>
                  <a:srgbClr val="000066"/>
                </a:solidFill>
                <a:latin typeface="微软雅黑" pitchFamily="34" charset="-122"/>
                <a:ea typeface="微软雅黑" pitchFamily="34" charset="-122"/>
              </a:rPr>
              <a:pPr/>
              <a:t>62</a:t>
            </a:fld>
            <a:endParaRPr lang="en-US" altLang="zh-CN" sz="1600">
              <a:solidFill>
                <a:srgbClr val="000066"/>
              </a:solidFill>
              <a:latin typeface="微软雅黑" pitchFamily="34" charset="-122"/>
              <a:ea typeface="微软雅黑" pitchFamily="34" charset="-122"/>
            </a:endParaRPr>
          </a:p>
        </p:txBody>
      </p:sp>
      <p:sp>
        <p:nvSpPr>
          <p:cNvPr id="9" name="Rectangle 3"/>
          <p:cNvSpPr txBox="1">
            <a:spLocks noChangeArrowheads="1"/>
          </p:cNvSpPr>
          <p:nvPr/>
        </p:nvSpPr>
        <p:spPr bwMode="auto">
          <a:xfrm>
            <a:off x="323850" y="1484313"/>
            <a:ext cx="8496300" cy="4687887"/>
          </a:xfrm>
          <a:prstGeom prst="rect">
            <a:avLst/>
          </a:prstGeom>
          <a:noFill/>
          <a:ln w="9525">
            <a:noFill/>
            <a:miter lim="800000"/>
            <a:headEnd/>
            <a:tailEnd/>
          </a:ln>
          <a:effectLst/>
        </p:spPr>
        <p:txBody>
          <a:bodyPr/>
          <a:lstStyle>
            <a:lvl1pPr marL="457200" indent="-457200" algn="l" rtl="0" eaLnBrk="0" fontAlgn="base" hangingPunct="0">
              <a:lnSpc>
                <a:spcPct val="120000"/>
              </a:lnSpc>
              <a:spcBef>
                <a:spcPct val="20000"/>
              </a:spcBef>
              <a:spcAft>
                <a:spcPct val="0"/>
              </a:spcAft>
              <a:buClr>
                <a:schemeClr val="accent2"/>
              </a:buClr>
              <a:buFont typeface="Wingdings" pitchFamily="2" charset="2"/>
              <a:buChar char="p"/>
              <a:defRPr kumimoji="1" sz="3200" b="1">
                <a:solidFill>
                  <a:schemeClr val="tx1"/>
                </a:solidFill>
                <a:latin typeface="+mn-lt"/>
                <a:ea typeface="+mn-ea"/>
                <a:cs typeface="+mn-cs"/>
              </a:defRPr>
            </a:lvl1pPr>
            <a:lvl2pPr marL="990600" indent="-354013" algn="l" rtl="0" eaLnBrk="0" fontAlgn="base" hangingPunct="0">
              <a:lnSpc>
                <a:spcPct val="120000"/>
              </a:lnSpc>
              <a:spcBef>
                <a:spcPct val="20000"/>
              </a:spcBef>
              <a:spcAft>
                <a:spcPct val="0"/>
              </a:spcAft>
              <a:buClr>
                <a:schemeClr val="folHlink"/>
              </a:buClr>
              <a:buFont typeface="Wingdings" pitchFamily="2" charset="2"/>
              <a:buBlip>
                <a:blip r:embed="rId4"/>
              </a:buBlip>
              <a:defRPr kumimoji="1" sz="2800" b="1">
                <a:solidFill>
                  <a:schemeClr val="tx1"/>
                </a:solidFill>
                <a:latin typeface="楷体_GB2312" pitchFamily="49" charset="-122"/>
                <a:ea typeface="楷体_GB2312" pitchFamily="49" charset="-122"/>
              </a:defRPr>
            </a:lvl2pPr>
            <a:lvl3pPr marL="1619250" indent="-354013" algn="l" rtl="0" eaLnBrk="0" fontAlgn="base" hangingPunct="0">
              <a:lnSpc>
                <a:spcPct val="120000"/>
              </a:lnSpc>
              <a:spcBef>
                <a:spcPct val="20000"/>
              </a:spcBef>
              <a:spcAft>
                <a:spcPct val="0"/>
              </a:spcAft>
              <a:buClr>
                <a:schemeClr val="accent2"/>
              </a:buClr>
              <a:buBlip>
                <a:blip r:embed="rId5"/>
              </a:buBlip>
              <a:defRPr kumimoji="1" sz="2400" b="1">
                <a:solidFill>
                  <a:schemeClr val="tx1"/>
                </a:solidFill>
                <a:latin typeface="+mn-lt"/>
                <a:ea typeface="+mn-ea"/>
              </a:defRPr>
            </a:lvl3pPr>
            <a:lvl4pPr marL="2152650" indent="-315913" algn="l" rtl="0" eaLnBrk="0" fontAlgn="base" hangingPunct="0">
              <a:lnSpc>
                <a:spcPct val="120000"/>
              </a:lnSpc>
              <a:spcBef>
                <a:spcPct val="20000"/>
              </a:spcBef>
              <a:spcAft>
                <a:spcPct val="0"/>
              </a:spcAft>
              <a:buClr>
                <a:schemeClr val="accent2"/>
              </a:buClr>
              <a:buBlip>
                <a:blip r:embed="rId6"/>
              </a:buBlip>
              <a:defRPr kumimoji="1" sz="2000" b="1">
                <a:solidFill>
                  <a:schemeClr val="tx1"/>
                </a:solidFill>
                <a:latin typeface="+mn-lt"/>
                <a:ea typeface="+mn-ea"/>
              </a:defRPr>
            </a:lvl4pPr>
            <a:lvl5pPr marL="26098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5pPr>
            <a:lvl6pPr marL="30670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6pPr>
            <a:lvl7pPr marL="35242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7pPr>
            <a:lvl8pPr marL="39814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8pPr>
            <a:lvl9pPr marL="44386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9pPr>
          </a:lstStyle>
          <a:p>
            <a:pPr eaLnBrk="1" hangingPunct="1">
              <a:lnSpc>
                <a:spcPct val="150000"/>
              </a:lnSpc>
              <a:spcBef>
                <a:spcPct val="50000"/>
              </a:spcBef>
              <a:defRPr/>
            </a:pPr>
            <a:r>
              <a:rPr lang="zh-CN" altLang="en-US" kern="0" dirty="0">
                <a:solidFill>
                  <a:srgbClr val="000000"/>
                </a:solidFill>
                <a:effectLst>
                  <a:outerShdw blurRad="38100" dist="38100" dir="2700000" algn="tl">
                    <a:srgbClr val="000000">
                      <a:alpha val="43137"/>
                    </a:srgbClr>
                  </a:outerShdw>
                </a:effectLst>
                <a:latin typeface="楷体" pitchFamily="49" charset="-122"/>
                <a:ea typeface="楷体" pitchFamily="49" charset="-122"/>
              </a:rPr>
              <a:t>在事件源与事件目标之间建立某种协议（</a:t>
            </a:r>
            <a:r>
              <a:rPr lang="en-US" altLang="zh-CN" sz="2800" kern="0" dirty="0">
                <a:solidFill>
                  <a:srgbClr val="000000"/>
                </a:solidFill>
                <a:effectLst>
                  <a:outerShdw blurRad="38100" dist="38100" dir="2700000" algn="tl">
                    <a:srgbClr val="000000">
                      <a:alpha val="43137"/>
                    </a:srgbClr>
                  </a:outerShdw>
                </a:effectLst>
                <a:latin typeface="Bookman Old Style" pitchFamily="18" charset="0"/>
                <a:ea typeface="楷体_GB2312" pitchFamily="49" charset="-122"/>
              </a:rPr>
              <a:t>protocol</a:t>
            </a:r>
            <a:r>
              <a:rPr lang="zh-CN" altLang="en-US" kern="0" dirty="0">
                <a:solidFill>
                  <a:srgbClr val="000000"/>
                </a:solidFill>
                <a:effectLst>
                  <a:outerShdw blurRad="38100" dist="38100" dir="2700000" algn="tl">
                    <a:srgbClr val="000000">
                      <a:alpha val="43137"/>
                    </a:srgbClr>
                  </a:outerShdw>
                </a:effectLst>
                <a:latin typeface="楷体" pitchFamily="49" charset="-122"/>
                <a:ea typeface="楷体" pitchFamily="49" charset="-122"/>
              </a:rPr>
              <a:t>）</a:t>
            </a:r>
            <a:endParaRPr lang="en-US" altLang="zh-CN" kern="0" dirty="0">
              <a:solidFill>
                <a:srgbClr val="000000"/>
              </a:solidFill>
              <a:effectLst>
                <a:outerShdw blurRad="38100" dist="38100" dir="2700000" algn="tl">
                  <a:srgbClr val="000000">
                    <a:alpha val="43137"/>
                  </a:srgbClr>
                </a:outerShdw>
              </a:effectLst>
              <a:latin typeface="楷体" pitchFamily="49" charset="-122"/>
              <a:ea typeface="楷体" pitchFamily="49" charset="-122"/>
            </a:endParaRPr>
          </a:p>
          <a:p>
            <a:pPr lvl="1" eaLnBrk="1" hangingPunct="1">
              <a:lnSpc>
                <a:spcPct val="150000"/>
              </a:lnSpc>
              <a:spcBef>
                <a:spcPct val="50000"/>
              </a:spcBef>
              <a:defRPr/>
            </a:pPr>
            <a:r>
              <a:rPr lang="zh-CN" altLang="en-US"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在一个接口中规定事件处理方法的标记（</a:t>
            </a:r>
            <a:r>
              <a:rPr lang="en-US" altLang="zh-CN"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 </a:t>
            </a:r>
            <a:r>
              <a:rPr lang="en-US" altLang="zh-CN" kern="0" dirty="0">
                <a:solidFill>
                  <a:srgbClr val="000000"/>
                </a:solidFill>
                <a:effectLst>
                  <a:outerShdw blurRad="38100" dist="38100" dir="2700000" algn="tl">
                    <a:srgbClr val="000000">
                      <a:alpha val="43137"/>
                    </a:srgbClr>
                  </a:outerShdw>
                </a:effectLst>
                <a:latin typeface="Bookman Old Style" pitchFamily="18" charset="0"/>
              </a:rPr>
              <a:t>signature</a:t>
            </a:r>
            <a:r>
              <a:rPr lang="zh-CN" altLang="en-US"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a:t>
            </a:r>
            <a:r>
              <a:rPr lang="zh-CN" altLang="en-US" kern="0" dirty="0">
                <a:solidFill>
                  <a:srgbClr val="000000"/>
                </a:solidFill>
                <a:effectLst>
                  <a:outerShdw blurRad="38100" dist="38100" dir="2700000" algn="tl">
                    <a:srgbClr val="000000">
                      <a:alpha val="43137"/>
                    </a:srgbClr>
                  </a:outerShdw>
                </a:effectLst>
                <a:latin typeface="楷体" pitchFamily="49" charset="-122"/>
                <a:ea typeface="楷体" pitchFamily="49" charset="-122"/>
              </a:rPr>
              <a:t>，</a:t>
            </a:r>
            <a:r>
              <a:rPr lang="zh-CN" altLang="en-US"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所有的事件目标对象所属的类均必须遵循（实现）该接口</a:t>
            </a:r>
            <a:endParaRPr lang="en-US" altLang="zh-CN"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endParaRPr>
          </a:p>
          <a:p>
            <a:pPr lvl="1" eaLnBrk="1" hangingPunct="1">
              <a:lnSpc>
                <a:spcPct val="150000"/>
              </a:lnSpc>
              <a:spcBef>
                <a:spcPct val="50000"/>
              </a:spcBef>
              <a:defRPr/>
            </a:pPr>
            <a:r>
              <a:rPr lang="zh-CN" altLang="en-US"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事件源调用该方法即可完成事件发送</a:t>
            </a:r>
            <a:endParaRPr lang="en-US" altLang="zh-CN"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endParaRPr>
          </a:p>
        </p:txBody>
      </p:sp>
    </p:spTree>
    <p:custDataLst>
      <p:tags r:id="rId1"/>
    </p:custDataLst>
    <p:extLst>
      <p:ext uri="{BB962C8B-B14F-4D97-AF65-F5344CB8AC3E}">
        <p14:creationId xmlns:p14="http://schemas.microsoft.com/office/powerpoint/2010/main" val="4268222175"/>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6978" name="Rectangle 2"/>
          <p:cNvSpPr>
            <a:spLocks noGrp="1" noChangeArrowheads="1"/>
          </p:cNvSpPr>
          <p:nvPr>
            <p:ph type="title"/>
          </p:nvPr>
        </p:nvSpPr>
        <p:spPr>
          <a:xfrm>
            <a:off x="381000" y="358775"/>
            <a:ext cx="8229600" cy="1125538"/>
          </a:xfrm>
        </p:spPr>
        <p:txBody>
          <a:bodyPr/>
          <a:lstStyle/>
          <a:p>
            <a:r>
              <a:rPr lang="zh-CN" altLang="en-US" sz="3200" b="0" smtClean="0">
                <a:latin typeface="微软雅黑" pitchFamily="34" charset="-122"/>
                <a:ea typeface="微软雅黑" pitchFamily="34" charset="-122"/>
              </a:rPr>
              <a:t>事件监听接口作为</a:t>
            </a:r>
            <a:r>
              <a:rPr lang="en-US" altLang="zh-CN" sz="3200" b="0" smtClean="0">
                <a:latin typeface="微软雅黑" pitchFamily="34" charset="-122"/>
                <a:ea typeface="微软雅黑" pitchFamily="34" charset="-122"/>
              </a:rPr>
              <a:t/>
            </a:r>
            <a:br>
              <a:rPr lang="en-US" altLang="zh-CN" sz="3200" b="0" smtClean="0">
                <a:latin typeface="微软雅黑" pitchFamily="34" charset="-122"/>
                <a:ea typeface="微软雅黑" pitchFamily="34" charset="-122"/>
              </a:rPr>
            </a:br>
            <a:r>
              <a:rPr lang="zh-CN" altLang="en-US" sz="3200" b="0" smtClean="0">
                <a:latin typeface="微软雅黑" pitchFamily="34" charset="-122"/>
                <a:ea typeface="微软雅黑" pitchFamily="34" charset="-122"/>
              </a:rPr>
              <a:t>事件源与事件目标之间的接口</a:t>
            </a: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A0D2963D-320D-4B94-9128-06862D421485}" type="slidenum">
              <a:rPr lang="zh-CN" altLang="en-US" sz="1600">
                <a:solidFill>
                  <a:srgbClr val="000066"/>
                </a:solidFill>
                <a:latin typeface="微软雅黑" pitchFamily="34" charset="-122"/>
                <a:ea typeface="微软雅黑" pitchFamily="34" charset="-122"/>
              </a:rPr>
              <a:pPr/>
              <a:t>63</a:t>
            </a:fld>
            <a:endParaRPr lang="en-US" altLang="zh-CN" sz="1600">
              <a:solidFill>
                <a:srgbClr val="000066"/>
              </a:solidFill>
              <a:latin typeface="微软雅黑" pitchFamily="34" charset="-122"/>
              <a:ea typeface="微软雅黑" pitchFamily="34" charset="-122"/>
            </a:endParaRPr>
          </a:p>
        </p:txBody>
      </p:sp>
      <p:pic>
        <p:nvPicPr>
          <p:cNvPr id="12698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3713" y="1484313"/>
            <a:ext cx="8435975" cy="407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直接箭头连接符 13"/>
          <p:cNvCxnSpPr/>
          <p:nvPr/>
        </p:nvCxnSpPr>
        <p:spPr bwMode="auto">
          <a:xfrm>
            <a:off x="2571750" y="2901950"/>
            <a:ext cx="3714750" cy="1588"/>
          </a:xfrm>
          <a:prstGeom prst="straightConnector1">
            <a:avLst/>
          </a:prstGeom>
          <a:noFill/>
          <a:ln w="38100" cap="flat" cmpd="sng" algn="ctr">
            <a:solidFill>
              <a:schemeClr val="tx1">
                <a:lumMod val="60000"/>
                <a:lumOff val="40000"/>
              </a:schemeClr>
            </a:solidFill>
            <a:prstDash val="solid"/>
            <a:round/>
            <a:headEnd type="none" w="med" len="med"/>
            <a:tailEnd type="arrow"/>
          </a:ln>
          <a:effectLst/>
        </p:spPr>
      </p:cxnSp>
      <p:cxnSp>
        <p:nvCxnSpPr>
          <p:cNvPr id="15" name="直接箭头连接符 14"/>
          <p:cNvCxnSpPr/>
          <p:nvPr/>
        </p:nvCxnSpPr>
        <p:spPr bwMode="auto">
          <a:xfrm rot="5400000">
            <a:off x="5430044" y="4188619"/>
            <a:ext cx="2571750" cy="1588"/>
          </a:xfrm>
          <a:prstGeom prst="straightConnector1">
            <a:avLst/>
          </a:prstGeom>
          <a:noFill/>
          <a:ln w="38100" cap="flat" cmpd="sng" algn="ctr">
            <a:solidFill>
              <a:schemeClr val="tx1">
                <a:lumMod val="60000"/>
                <a:lumOff val="40000"/>
              </a:schemeClr>
            </a:solidFill>
            <a:prstDash val="solid"/>
            <a:round/>
            <a:headEnd type="none" w="med" len="med"/>
            <a:tailEnd type="arrow"/>
          </a:ln>
          <a:effectLst/>
        </p:spPr>
      </p:cxnSp>
      <p:sp>
        <p:nvSpPr>
          <p:cNvPr id="16" name="乘号 15"/>
          <p:cNvSpPr/>
          <p:nvPr/>
        </p:nvSpPr>
        <p:spPr bwMode="auto">
          <a:xfrm>
            <a:off x="4286250" y="2544763"/>
            <a:ext cx="428625" cy="714375"/>
          </a:xfrm>
          <a:prstGeom prst="mathMultiply">
            <a:avLst/>
          </a:prstGeom>
          <a:noFill/>
          <a:ln w="38100" cap="flat" cmpd="sng" algn="ctr">
            <a:solidFill>
              <a:srgbClr val="FF0000">
                <a:alpha val="50000"/>
              </a:srgbClr>
            </a:solidFill>
            <a:prstDash val="solid"/>
            <a:round/>
            <a:headEnd type="none" w="med" len="med"/>
            <a:tailEnd type="none" w="med" len="med"/>
          </a:ln>
          <a:effectLst/>
        </p:spPr>
        <p:txBody>
          <a:bodyPr/>
          <a:lstStyle/>
          <a:p>
            <a:pPr>
              <a:spcBef>
                <a:spcPct val="20000"/>
              </a:spcBef>
              <a:buClr>
                <a:schemeClr val="accent2"/>
              </a:buClr>
              <a:buFontTx/>
              <a:buChar char="•"/>
              <a:defRPr/>
            </a:pPr>
            <a:endParaRPr lang="zh-CN" altLang="en-US">
              <a:latin typeface="Arial" charset="0"/>
              <a:ea typeface="+mn-ea"/>
            </a:endParaRPr>
          </a:p>
        </p:txBody>
      </p:sp>
      <p:sp>
        <p:nvSpPr>
          <p:cNvPr id="17" name="乘号 16"/>
          <p:cNvSpPr/>
          <p:nvPr/>
        </p:nvSpPr>
        <p:spPr bwMode="auto">
          <a:xfrm>
            <a:off x="6500813" y="3830638"/>
            <a:ext cx="428625" cy="714375"/>
          </a:xfrm>
          <a:prstGeom prst="mathMultiply">
            <a:avLst/>
          </a:prstGeom>
          <a:noFill/>
          <a:ln w="38100" cap="flat" cmpd="sng" algn="ctr">
            <a:solidFill>
              <a:srgbClr val="FF0000">
                <a:alpha val="50000"/>
              </a:srgbClr>
            </a:solidFill>
            <a:prstDash val="solid"/>
            <a:round/>
            <a:headEnd type="none" w="med" len="med"/>
            <a:tailEnd type="none" w="med" len="med"/>
          </a:ln>
          <a:effectLst/>
        </p:spPr>
        <p:txBody>
          <a:bodyPr/>
          <a:lstStyle/>
          <a:p>
            <a:pPr>
              <a:spcBef>
                <a:spcPct val="20000"/>
              </a:spcBef>
              <a:buClr>
                <a:schemeClr val="accent2"/>
              </a:buClr>
              <a:buFontTx/>
              <a:buChar char="•"/>
              <a:defRPr/>
            </a:pPr>
            <a:endParaRPr lang="zh-CN" altLang="en-US">
              <a:latin typeface="Arial" charset="0"/>
              <a:ea typeface="+mn-ea"/>
            </a:endParaRPr>
          </a:p>
        </p:txBody>
      </p:sp>
      <p:pic>
        <p:nvPicPr>
          <p:cNvPr id="18" name="Picture 2" descr="D:\01.tan\NUDT\lectures\makeVideo.2011.11\ref\child.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0063" y="2984500"/>
            <a:ext cx="1905000"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3" descr="D:\01.tan\NUDT\lectures\makeVideo.2011.11\ref\men1.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72063" y="5218113"/>
            <a:ext cx="1644650"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0" name="直接箭头连接符 19"/>
          <p:cNvCxnSpPr>
            <a:cxnSpLocks noChangeShapeType="1"/>
          </p:cNvCxnSpPr>
          <p:nvPr/>
        </p:nvCxnSpPr>
        <p:spPr bwMode="auto">
          <a:xfrm>
            <a:off x="1571625" y="4789488"/>
            <a:ext cx="3929063" cy="1428750"/>
          </a:xfrm>
          <a:prstGeom prst="straightConnector1">
            <a:avLst/>
          </a:prstGeom>
          <a:noFill/>
          <a:ln w="38100" algn="ctr">
            <a:solidFill>
              <a:srgbClr val="FF0000"/>
            </a:solidFill>
            <a:round/>
            <a:headEnd/>
            <a:tailEnd type="arrow" w="med" len="med"/>
          </a:ln>
          <a:extLst>
            <a:ext uri="{909E8E84-426E-40DD-AFC4-6F175D3DCCD1}">
              <a14:hiddenFill xmlns:a14="http://schemas.microsoft.com/office/drawing/2010/main">
                <a:noFill/>
              </a14:hiddenFill>
            </a:ext>
          </a:extLst>
        </p:spPr>
      </p:cxnSp>
    </p:spTree>
    <p:custDataLst>
      <p:tags r:id="rId1"/>
    </p:custDataLst>
    <p:extLst>
      <p:ext uri="{BB962C8B-B14F-4D97-AF65-F5344CB8AC3E}">
        <p14:creationId xmlns:p14="http://schemas.microsoft.com/office/powerpoint/2010/main" val="2339739613"/>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8" presetClass="entr" presetSubtype="3"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strips(upRight)">
                                      <p:cBhvr>
                                        <p:cTn id="11" dur="500"/>
                                        <p:tgtEl>
                                          <p:spTgt spid="1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8" presetClass="entr" presetSubtype="12" fill="hold" nodeType="click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strips(downLeft)">
                                      <p:cBhvr>
                                        <p:cTn id="16" dur="500"/>
                                        <p:tgtEl>
                                          <p:spTgt spid="15"/>
                                        </p:tgtEl>
                                      </p:cBhvr>
                                    </p:animEffect>
                                  </p:childTnLst>
                                </p:cTn>
                              </p:par>
                            </p:childTnLst>
                          </p:cTn>
                        </p:par>
                        <p:par>
                          <p:cTn id="17" fill="hold" nodeType="afterGroup">
                            <p:stCondLst>
                              <p:cond delay="500"/>
                            </p:stCondLst>
                            <p:childTnLst>
                              <p:par>
                                <p:cTn id="18" presetID="1" presetClass="entr" presetSubtype="0" fill="hold" nodeType="afterEffect">
                                  <p:stCondLst>
                                    <p:cond delay="0"/>
                                  </p:stCondLst>
                                  <p:childTnLst>
                                    <p:set>
                                      <p:cBhvr>
                                        <p:cTn id="19" dur="1" fill="hold">
                                          <p:stCondLst>
                                            <p:cond delay="0"/>
                                          </p:stCondLst>
                                        </p:cTn>
                                        <p:tgtEl>
                                          <p:spTgt spid="19"/>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nodeType="clickEffect">
                                  <p:stCondLst>
                                    <p:cond delay="0"/>
                                  </p:stCondLst>
                                  <p:childTnLst>
                                    <p:set>
                                      <p:cBhvr>
                                        <p:cTn id="23" dur="1" fill="hold">
                                          <p:stCondLst>
                                            <p:cond delay="0"/>
                                          </p:stCondLst>
                                        </p:cTn>
                                        <p:tgtEl>
                                          <p:spTgt spid="16"/>
                                        </p:tgtEl>
                                        <p:attrNameLst>
                                          <p:attrName>style.visibility</p:attrName>
                                        </p:attrNameLst>
                                      </p:cBhvr>
                                      <p:to>
                                        <p:strVal val="visible"/>
                                      </p:to>
                                    </p:set>
                                  </p:childTnLst>
                                </p:cTn>
                              </p:par>
                            </p:childTnLst>
                          </p:cTn>
                        </p:par>
                        <p:par>
                          <p:cTn id="24" fill="hold" nodeType="afterGroup">
                            <p:stCondLst>
                              <p:cond delay="0"/>
                            </p:stCondLst>
                            <p:childTnLst>
                              <p:par>
                                <p:cTn id="25" presetID="1" presetClass="entr" presetSubtype="0" fill="hold" nodeType="afterEffect">
                                  <p:stCondLst>
                                    <p:cond delay="500"/>
                                  </p:stCondLst>
                                  <p:childTnLst>
                                    <p:set>
                                      <p:cBhvr>
                                        <p:cTn id="26" dur="1" fill="hold">
                                          <p:stCondLst>
                                            <p:cond delay="0"/>
                                          </p:stCondLst>
                                        </p:cTn>
                                        <p:tgtEl>
                                          <p:spTgt spid="17"/>
                                        </p:tgtEl>
                                        <p:attrNameLst>
                                          <p:attrName>style.visibility</p:attrName>
                                        </p:attrNameLst>
                                      </p:cBhvr>
                                      <p:to>
                                        <p:strVal val="visible"/>
                                      </p:to>
                                    </p:set>
                                  </p:childTnLst>
                                </p:cTn>
                              </p:par>
                            </p:childTnLst>
                          </p:cTn>
                        </p:par>
                        <p:par>
                          <p:cTn id="27" fill="hold" nodeType="afterGroup">
                            <p:stCondLst>
                              <p:cond delay="500"/>
                            </p:stCondLst>
                            <p:childTnLst>
                              <p:par>
                                <p:cTn id="28" presetID="18" presetClass="entr" presetSubtype="6" fill="hold" nodeType="afterEffect">
                                  <p:stCondLst>
                                    <p:cond delay="500"/>
                                  </p:stCondLst>
                                  <p:childTnLst>
                                    <p:set>
                                      <p:cBhvr>
                                        <p:cTn id="29" dur="1" fill="hold">
                                          <p:stCondLst>
                                            <p:cond delay="0"/>
                                          </p:stCondLst>
                                        </p:cTn>
                                        <p:tgtEl>
                                          <p:spTgt spid="20"/>
                                        </p:tgtEl>
                                        <p:attrNameLst>
                                          <p:attrName>style.visibility</p:attrName>
                                        </p:attrNameLst>
                                      </p:cBhvr>
                                      <p:to>
                                        <p:strVal val="visible"/>
                                      </p:to>
                                    </p:set>
                                    <p:animEffect transition="in" filter="strips(downRight)">
                                      <p:cBhvr>
                                        <p:cTn id="30" dur="2000"/>
                                        <p:tgtEl>
                                          <p:spTgt spid="20"/>
                                        </p:tgtEl>
                                      </p:cBhvr>
                                    </p:animEffect>
                                  </p:childTnLst>
                                </p:cTn>
                              </p:par>
                            </p:childTnLst>
                          </p:cTn>
                        </p:par>
                        <p:par>
                          <p:cTn id="31" fill="hold" nodeType="afterGroup">
                            <p:stCondLst>
                              <p:cond delay="3000"/>
                            </p:stCondLst>
                            <p:childTnLst>
                              <p:par>
                                <p:cTn id="32" presetID="1" presetClass="entr" presetSubtype="0" fill="hold" grpId="0" nodeType="afterEffect">
                                  <p:stCondLst>
                                    <p:cond delay="0"/>
                                  </p:stCondLst>
                                  <p:childTnLst>
                                    <p:set>
                                      <p:cBhvr>
                                        <p:cTn id="33"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0770" name="Rectangle 2"/>
          <p:cNvSpPr>
            <a:spLocks noGrp="1" noChangeArrowheads="1"/>
          </p:cNvSpPr>
          <p:nvPr>
            <p:ph type="title"/>
          </p:nvPr>
        </p:nvSpPr>
        <p:spPr/>
        <p:txBody>
          <a:bodyPr/>
          <a:lstStyle/>
          <a:p>
            <a:pPr>
              <a:defRPr/>
            </a:pPr>
            <a:r>
              <a:rPr lang="en-US" altLang="zh-CN" sz="3200" b="0" dirty="0">
                <a:solidFill>
                  <a:srgbClr val="FFFFFF"/>
                </a:solidFill>
                <a:effectLst>
                  <a:outerShdw blurRad="38100" dist="38100" dir="2700000" algn="tl">
                    <a:srgbClr val="000000"/>
                  </a:outerShdw>
                </a:effectLst>
                <a:latin typeface="Lucida Fax" pitchFamily="18" charset="0"/>
              </a:rPr>
              <a:t>Now we get it ! </a:t>
            </a:r>
            <a:endParaRPr lang="zh-CN" altLang="en-US" sz="3200" b="0" dirty="0">
              <a:latin typeface="微软雅黑" pitchFamily="34" charset="-122"/>
              <a:ea typeface="微软雅黑" pitchFamily="34" charset="-122"/>
            </a:endParaRP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EB8542B0-BFB7-45E3-82A7-2C7EA0456252}" type="slidenum">
              <a:rPr lang="zh-CN" altLang="en-US" sz="1600">
                <a:solidFill>
                  <a:srgbClr val="000066"/>
                </a:solidFill>
                <a:latin typeface="微软雅黑" pitchFamily="34" charset="-122"/>
                <a:ea typeface="微软雅黑" pitchFamily="34" charset="-122"/>
              </a:rPr>
              <a:pPr/>
              <a:t>64</a:t>
            </a:fld>
            <a:endParaRPr lang="en-US" altLang="zh-CN" sz="1600">
              <a:solidFill>
                <a:srgbClr val="000066"/>
              </a:solidFill>
              <a:latin typeface="微软雅黑" pitchFamily="34" charset="-122"/>
              <a:ea typeface="微软雅黑" pitchFamily="34" charset="-122"/>
            </a:endParaRPr>
          </a:p>
        </p:txBody>
      </p:sp>
      <p:pic>
        <p:nvPicPr>
          <p:cNvPr id="129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3713" y="1285875"/>
            <a:ext cx="8435975" cy="407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4"/>
          <p:cNvSpPr>
            <a:spLocks noChangeArrowheads="1"/>
          </p:cNvSpPr>
          <p:nvPr/>
        </p:nvSpPr>
        <p:spPr bwMode="auto">
          <a:xfrm>
            <a:off x="285750" y="2143125"/>
            <a:ext cx="3857625" cy="357188"/>
          </a:xfrm>
          <a:prstGeom prst="rect">
            <a:avLst/>
          </a:prstGeom>
          <a:noFill/>
          <a:ln w="508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spcBef>
                <a:spcPct val="20000"/>
              </a:spcBef>
              <a:buClr>
                <a:schemeClr val="accent2"/>
              </a:buClr>
              <a:buFontTx/>
              <a:buChar char="•"/>
            </a:pPr>
            <a:endParaRPr lang="zh-CN" altLang="en-US"/>
          </a:p>
        </p:txBody>
      </p:sp>
      <p:sp>
        <p:nvSpPr>
          <p:cNvPr id="7" name="Rectangle 4"/>
          <p:cNvSpPr>
            <a:spLocks noChangeArrowheads="1"/>
          </p:cNvSpPr>
          <p:nvPr/>
        </p:nvSpPr>
        <p:spPr bwMode="auto">
          <a:xfrm>
            <a:off x="5286375" y="3429000"/>
            <a:ext cx="3786188" cy="500063"/>
          </a:xfrm>
          <a:prstGeom prst="rect">
            <a:avLst/>
          </a:prstGeom>
          <a:noFill/>
          <a:ln w="508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spcBef>
                <a:spcPct val="20000"/>
              </a:spcBef>
              <a:buClr>
                <a:schemeClr val="accent2"/>
              </a:buClr>
              <a:buFontTx/>
              <a:buChar char="•"/>
            </a:pPr>
            <a:endParaRPr lang="zh-CN" altLang="en-US"/>
          </a:p>
        </p:txBody>
      </p:sp>
      <p:sp>
        <p:nvSpPr>
          <p:cNvPr id="8" name="Rectangle 4"/>
          <p:cNvSpPr>
            <a:spLocks noChangeArrowheads="1"/>
          </p:cNvSpPr>
          <p:nvPr/>
        </p:nvSpPr>
        <p:spPr bwMode="auto">
          <a:xfrm>
            <a:off x="285750" y="2857500"/>
            <a:ext cx="3857625" cy="357188"/>
          </a:xfrm>
          <a:prstGeom prst="rect">
            <a:avLst/>
          </a:prstGeom>
          <a:noFill/>
          <a:ln w="508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spcBef>
                <a:spcPct val="20000"/>
              </a:spcBef>
              <a:buClr>
                <a:schemeClr val="accent2"/>
              </a:buClr>
              <a:buFontTx/>
              <a:buChar char="•"/>
            </a:pPr>
            <a:endParaRPr lang="zh-CN" altLang="en-US"/>
          </a:p>
        </p:txBody>
      </p:sp>
      <p:graphicFrame>
        <p:nvGraphicFramePr>
          <p:cNvPr id="10" name="图示 9"/>
          <p:cNvGraphicFramePr/>
          <p:nvPr/>
        </p:nvGraphicFramePr>
        <p:xfrm>
          <a:off x="71438" y="3786190"/>
          <a:ext cx="4788594" cy="263524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ustDataLst>
      <p:tags r:id="rId1"/>
    </p:custDataLst>
    <p:extLst>
      <p:ext uri="{BB962C8B-B14F-4D97-AF65-F5344CB8AC3E}">
        <p14:creationId xmlns:p14="http://schemas.microsoft.com/office/powerpoint/2010/main" val="1633354321"/>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childTnLst>
                                  <p:subTnLst>
                                    <p:animClr clrSpc="rgb" dir="cw">
                                      <p:cBhvr override="childStyle">
                                        <p:cTn dur="1" fill="hold" display="0" masterRel="nextClick" afterEffect="1"/>
                                        <p:tgtEl>
                                          <p:spTgt spid="6"/>
                                        </p:tgtEl>
                                        <p:attrNameLst>
                                          <p:attrName>ppt_c</p:attrName>
                                        </p:attrNameLst>
                                      </p:cBhvr>
                                      <p:to>
                                        <a:schemeClr val="tx2"/>
                                      </p:to>
                                    </p:animClr>
                                  </p:subTnLst>
                                </p:cTn>
                              </p:par>
                            </p:childTnLst>
                          </p:cTn>
                        </p:par>
                        <p:par>
                          <p:cTn id="7" fill="hold" nodeType="afterGroup">
                            <p:stCondLst>
                              <p:cond delay="0"/>
                            </p:stCondLst>
                            <p:childTnLst>
                              <p:par>
                                <p:cTn id="8" presetID="1" presetClass="entr" presetSubtype="0" fill="hold" grpId="0" nodeType="afterEffect">
                                  <p:stCondLst>
                                    <p:cond delay="0"/>
                                  </p:stCondLst>
                                  <p:childTnLst>
                                    <p:set>
                                      <p:cBhvr>
                                        <p:cTn id="9" dur="1" fill="hold">
                                          <p:stCondLst>
                                            <p:cond delay="0"/>
                                          </p:stCondLst>
                                        </p:cTn>
                                        <p:tgtEl>
                                          <p:spTgt spid="7"/>
                                        </p:tgtEl>
                                        <p:attrNameLst>
                                          <p:attrName>style.visibility</p:attrName>
                                        </p:attrNameLst>
                                      </p:cBhvr>
                                      <p:to>
                                        <p:strVal val="visible"/>
                                      </p:to>
                                    </p:set>
                                  </p:childTnLst>
                                  <p:subTnLst>
                                    <p:animClr clrSpc="rgb" dir="cw">
                                      <p:cBhvr override="childStyle">
                                        <p:cTn dur="1" fill="hold" display="0" masterRel="nextClick" afterEffect="1"/>
                                        <p:tgtEl>
                                          <p:spTgt spid="7"/>
                                        </p:tgtEl>
                                        <p:attrNameLst>
                                          <p:attrName>ppt_c</p:attrName>
                                        </p:attrNameLst>
                                      </p:cBhvr>
                                      <p:to>
                                        <a:schemeClr val="tx2"/>
                                      </p:to>
                                    </p:animClr>
                                  </p:subTnLst>
                                </p:cTn>
                              </p:par>
                            </p:childTnLst>
                          </p:cTn>
                        </p:par>
                        <p:par>
                          <p:cTn id="10" fill="hold" nodeType="afterGroup">
                            <p:stCondLst>
                              <p:cond delay="0"/>
                            </p:stCondLst>
                            <p:childTnLst>
                              <p:par>
                                <p:cTn id="11" presetID="1" presetClass="entr" presetSubtype="0"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par>
                          <p:cTn id="13" fill="hold" nodeType="afterGroup">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P spid="8" grpId="0" animBg="1"/>
    </p:bldLst>
  </p:timing>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p:txBody>
          <a:bodyPr/>
          <a:lstStyle/>
          <a:p>
            <a:r>
              <a:rPr lang="en-US" altLang="zh-CN" sz="3200" b="0" smtClean="0">
                <a:latin typeface="微软雅黑" pitchFamily="34" charset="-122"/>
                <a:ea typeface="微软雅黑" pitchFamily="34" charset="-122"/>
              </a:rPr>
              <a:t>P1</a:t>
            </a:r>
            <a:r>
              <a:rPr lang="zh-CN" altLang="en-US" sz="3200" b="0" smtClean="0">
                <a:latin typeface="微软雅黑" pitchFamily="34" charset="-122"/>
                <a:ea typeface="微软雅黑" pitchFamily="34" charset="-122"/>
              </a:rPr>
              <a:t>解决方案的完整程序表示</a:t>
            </a:r>
            <a:r>
              <a:rPr lang="en-US" altLang="zh-CN" sz="3200" b="0" smtClean="0">
                <a:latin typeface="微软雅黑" pitchFamily="34" charset="-122"/>
                <a:ea typeface="微软雅黑" pitchFamily="34" charset="-122"/>
              </a:rPr>
              <a:t>(1/4)</a:t>
            </a:r>
            <a:endParaRPr lang="zh-CN" altLang="en-US" sz="3200" b="0" smtClean="0">
              <a:latin typeface="微软雅黑" pitchFamily="34" charset="-122"/>
              <a:ea typeface="微软雅黑" pitchFamily="34" charset="-122"/>
            </a:endParaRP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BF1BC146-6637-475F-8CEA-419E6EC6A955}" type="slidenum">
              <a:rPr lang="zh-CN" altLang="en-US" sz="1600">
                <a:solidFill>
                  <a:srgbClr val="000066"/>
                </a:solidFill>
                <a:latin typeface="微软雅黑" pitchFamily="34" charset="-122"/>
                <a:ea typeface="微软雅黑" pitchFamily="34" charset="-122"/>
              </a:rPr>
              <a:pPr/>
              <a:t>65</a:t>
            </a:fld>
            <a:endParaRPr lang="en-US" altLang="zh-CN" sz="1600">
              <a:solidFill>
                <a:srgbClr val="000066"/>
              </a:solidFill>
              <a:latin typeface="微软雅黑" pitchFamily="34" charset="-122"/>
              <a:ea typeface="微软雅黑" pitchFamily="34" charset="-122"/>
            </a:endParaRPr>
          </a:p>
        </p:txBody>
      </p:sp>
      <p:sp>
        <p:nvSpPr>
          <p:cNvPr id="131076" name="内容占位符 4"/>
          <p:cNvSpPr>
            <a:spLocks noGrp="1" noChangeArrowheads="1"/>
          </p:cNvSpPr>
          <p:nvPr>
            <p:ph idx="1"/>
          </p:nvPr>
        </p:nvSpPr>
        <p:spPr>
          <a:xfrm>
            <a:off x="457200" y="1143000"/>
            <a:ext cx="8258175" cy="5286375"/>
          </a:xfrm>
        </p:spPr>
        <p:txBody>
          <a:bodyPr/>
          <a:lstStyle/>
          <a:p>
            <a:pPr>
              <a:lnSpc>
                <a:spcPct val="100000"/>
              </a:lnSpc>
              <a:spcBef>
                <a:spcPct val="0"/>
              </a:spcBef>
              <a:buFont typeface="Wingdings" pitchFamily="2" charset="2"/>
              <a:buNone/>
            </a:pPr>
            <a:r>
              <a:rPr lang="en-US" altLang="zh-CN" sz="2400" b="0" i="1" smtClean="0">
                <a:solidFill>
                  <a:srgbClr val="000000"/>
                </a:solidFill>
                <a:latin typeface="Calibri" pitchFamily="34" charset="0"/>
                <a:ea typeface="楷体_GB2312"/>
                <a:cs typeface="楷体_GB2312"/>
              </a:rPr>
              <a:t>public class </a:t>
            </a:r>
            <a:r>
              <a:rPr lang="en-US" altLang="zh-CN" sz="2400" b="0" smtClean="0">
                <a:solidFill>
                  <a:srgbClr val="000000"/>
                </a:solidFill>
                <a:latin typeface="Calibri" pitchFamily="34" charset="0"/>
                <a:ea typeface="楷体_GB2312"/>
                <a:cs typeface="楷体_GB2312"/>
              </a:rPr>
              <a:t>XxxEventSource {</a:t>
            </a:r>
          </a:p>
          <a:p>
            <a:pPr>
              <a:lnSpc>
                <a:spcPct val="10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a:t>
            </a:r>
            <a:r>
              <a:rPr lang="en-US" altLang="zh-CN" sz="2400" b="0" i="1" smtClean="0">
                <a:solidFill>
                  <a:srgbClr val="000000"/>
                </a:solidFill>
                <a:latin typeface="Calibri" pitchFamily="34" charset="0"/>
                <a:ea typeface="楷体_GB2312"/>
                <a:cs typeface="楷体_GB2312"/>
              </a:rPr>
              <a:t>private</a:t>
            </a:r>
            <a:r>
              <a:rPr lang="en-US" altLang="zh-CN" sz="2400" b="0" smtClean="0">
                <a:solidFill>
                  <a:srgbClr val="000000"/>
                </a:solidFill>
                <a:latin typeface="Calibri" pitchFamily="34" charset="0"/>
                <a:ea typeface="楷体_GB2312"/>
                <a:cs typeface="楷体_GB2312"/>
              </a:rPr>
              <a:t> List&lt;XxxEventListener&gt;  m_listListeners = null; </a:t>
            </a:r>
          </a:p>
          <a:p>
            <a:pPr>
              <a:lnSpc>
                <a:spcPct val="10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a:t>
            </a:r>
            <a:r>
              <a:rPr lang="en-US" altLang="zh-CN" sz="2400" b="0" i="1" smtClean="0">
                <a:solidFill>
                  <a:srgbClr val="000000"/>
                </a:solidFill>
                <a:latin typeface="Calibri" pitchFamily="34" charset="0"/>
                <a:ea typeface="楷体_GB2312"/>
                <a:cs typeface="楷体_GB2312"/>
              </a:rPr>
              <a:t>public </a:t>
            </a:r>
            <a:r>
              <a:rPr lang="en-US" altLang="zh-CN" sz="2400" b="0" smtClean="0">
                <a:solidFill>
                  <a:srgbClr val="000000"/>
                </a:solidFill>
                <a:latin typeface="Calibri" pitchFamily="34" charset="0"/>
                <a:ea typeface="楷体_GB2312"/>
                <a:cs typeface="楷体_GB2312"/>
              </a:rPr>
              <a:t>boolean addXxxEventListener(</a:t>
            </a:r>
          </a:p>
          <a:p>
            <a:pPr>
              <a:lnSpc>
                <a:spcPct val="10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XxxEventListener listener) {</a:t>
            </a:r>
          </a:p>
          <a:p>
            <a:pPr>
              <a:lnSpc>
                <a:spcPct val="10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boolean bAdded = false;</a:t>
            </a:r>
          </a:p>
          <a:p>
            <a:pPr>
              <a:lnSpc>
                <a:spcPct val="10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a:t>
            </a:r>
            <a:r>
              <a:rPr lang="en-US" altLang="zh-CN" sz="2400" b="0" i="1" smtClean="0">
                <a:solidFill>
                  <a:srgbClr val="000000"/>
                </a:solidFill>
                <a:latin typeface="Calibri" pitchFamily="34" charset="0"/>
                <a:ea typeface="楷体_GB2312"/>
                <a:cs typeface="楷体_GB2312"/>
              </a:rPr>
              <a:t>if</a:t>
            </a:r>
            <a:r>
              <a:rPr lang="en-US" altLang="zh-CN" sz="2400" b="0" smtClean="0">
                <a:solidFill>
                  <a:srgbClr val="000000"/>
                </a:solidFill>
                <a:latin typeface="Calibri" pitchFamily="34" charset="0"/>
                <a:ea typeface="楷体_GB2312"/>
                <a:cs typeface="楷体_GB2312"/>
              </a:rPr>
              <a:t> (listener != </a:t>
            </a:r>
            <a:r>
              <a:rPr lang="en-US" altLang="zh-CN" sz="2400" b="0" i="1" smtClean="0">
                <a:solidFill>
                  <a:srgbClr val="000000"/>
                </a:solidFill>
                <a:latin typeface="Calibri" pitchFamily="34" charset="0"/>
                <a:ea typeface="楷体_GB2312"/>
                <a:cs typeface="楷体_GB2312"/>
              </a:rPr>
              <a:t>null</a:t>
            </a:r>
            <a:r>
              <a:rPr lang="en-US" altLang="zh-CN" sz="2400" b="0" smtClean="0">
                <a:solidFill>
                  <a:srgbClr val="000000"/>
                </a:solidFill>
                <a:latin typeface="Calibri" pitchFamily="34" charset="0"/>
                <a:ea typeface="楷体_GB2312"/>
                <a:cs typeface="楷体_GB2312"/>
              </a:rPr>
              <a:t>) {</a:t>
            </a:r>
          </a:p>
          <a:p>
            <a:pPr>
              <a:lnSpc>
                <a:spcPct val="10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a:t>
            </a:r>
            <a:r>
              <a:rPr lang="en-US" altLang="zh-CN" sz="2400" b="0" i="1" smtClean="0">
                <a:solidFill>
                  <a:srgbClr val="000000"/>
                </a:solidFill>
                <a:latin typeface="Calibri" pitchFamily="34" charset="0"/>
                <a:ea typeface="楷体_GB2312"/>
                <a:cs typeface="楷体_GB2312"/>
              </a:rPr>
              <a:t>if</a:t>
            </a:r>
            <a:r>
              <a:rPr lang="en-US" altLang="zh-CN" sz="2400" b="0" smtClean="0">
                <a:solidFill>
                  <a:srgbClr val="000000"/>
                </a:solidFill>
                <a:latin typeface="Calibri" pitchFamily="34" charset="0"/>
                <a:ea typeface="楷体_GB2312"/>
                <a:cs typeface="楷体_GB2312"/>
              </a:rPr>
              <a:t> (m_listListeners == </a:t>
            </a:r>
            <a:r>
              <a:rPr lang="en-US" altLang="zh-CN" sz="2400" b="0" i="1" smtClean="0">
                <a:solidFill>
                  <a:srgbClr val="000000"/>
                </a:solidFill>
                <a:latin typeface="Calibri" pitchFamily="34" charset="0"/>
                <a:ea typeface="楷体_GB2312"/>
                <a:cs typeface="楷体_GB2312"/>
              </a:rPr>
              <a:t>null</a:t>
            </a:r>
            <a:r>
              <a:rPr lang="en-US" altLang="zh-CN" sz="2400" b="0" smtClean="0">
                <a:solidFill>
                  <a:srgbClr val="000000"/>
                </a:solidFill>
                <a:latin typeface="Calibri" pitchFamily="34" charset="0"/>
                <a:ea typeface="楷体_GB2312"/>
                <a:cs typeface="楷体_GB2312"/>
              </a:rPr>
              <a:t>)</a:t>
            </a:r>
          </a:p>
          <a:p>
            <a:pPr>
              <a:lnSpc>
                <a:spcPct val="10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m_listListeners = </a:t>
            </a:r>
            <a:r>
              <a:rPr lang="en-US" altLang="zh-CN" sz="2400" b="0" i="1" smtClean="0">
                <a:solidFill>
                  <a:srgbClr val="000000"/>
                </a:solidFill>
                <a:latin typeface="Calibri" pitchFamily="34" charset="0"/>
                <a:ea typeface="楷体_GB2312"/>
                <a:cs typeface="楷体_GB2312"/>
              </a:rPr>
              <a:t>new</a:t>
            </a:r>
            <a:r>
              <a:rPr lang="en-US" altLang="zh-CN" sz="2400" b="0" smtClean="0">
                <a:solidFill>
                  <a:srgbClr val="000000"/>
                </a:solidFill>
                <a:latin typeface="Calibri" pitchFamily="34" charset="0"/>
                <a:ea typeface="楷体_GB2312"/>
                <a:cs typeface="楷体_GB2312"/>
              </a:rPr>
              <a:t> ArrayList();</a:t>
            </a:r>
          </a:p>
          <a:p>
            <a:pPr>
              <a:lnSpc>
                <a:spcPct val="10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a:t>
            </a:r>
            <a:r>
              <a:rPr lang="en-US" altLang="zh-CN" sz="2400" b="0" i="1" smtClean="0">
                <a:solidFill>
                  <a:srgbClr val="000000"/>
                </a:solidFill>
                <a:latin typeface="Calibri" pitchFamily="34" charset="0"/>
                <a:ea typeface="楷体_GB2312"/>
                <a:cs typeface="楷体_GB2312"/>
              </a:rPr>
              <a:t>if</a:t>
            </a:r>
            <a:r>
              <a:rPr lang="en-US" altLang="zh-CN" sz="2400" b="0" smtClean="0">
                <a:solidFill>
                  <a:srgbClr val="000000"/>
                </a:solidFill>
                <a:latin typeface="Calibri" pitchFamily="34" charset="0"/>
                <a:ea typeface="楷体_GB2312"/>
                <a:cs typeface="楷体_GB2312"/>
              </a:rPr>
              <a:t> ( ! m_listListeners.contains(listener) ) {</a:t>
            </a:r>
          </a:p>
          <a:p>
            <a:pPr>
              <a:lnSpc>
                <a:spcPct val="10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m_listListeners.add(listener);</a:t>
            </a:r>
          </a:p>
          <a:p>
            <a:pPr>
              <a:lnSpc>
                <a:spcPct val="10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bAdded = true;</a:t>
            </a:r>
          </a:p>
          <a:p>
            <a:pPr>
              <a:lnSpc>
                <a:spcPct val="10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a:t>
            </a:r>
          </a:p>
          <a:p>
            <a:pPr>
              <a:lnSpc>
                <a:spcPct val="10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a:t>
            </a:r>
          </a:p>
          <a:p>
            <a:pPr>
              <a:lnSpc>
                <a:spcPct val="10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return bAdded;  }</a:t>
            </a:r>
          </a:p>
        </p:txBody>
      </p:sp>
      <p:sp>
        <p:nvSpPr>
          <p:cNvPr id="10" name="圆角矩形标注 9"/>
          <p:cNvSpPr/>
          <p:nvPr/>
        </p:nvSpPr>
        <p:spPr bwMode="auto">
          <a:xfrm>
            <a:off x="5003800" y="3036888"/>
            <a:ext cx="3889375" cy="2192337"/>
          </a:xfrm>
          <a:prstGeom prst="wedgeRoundRectCallout">
            <a:avLst>
              <a:gd name="adj1" fmla="val -64882"/>
              <a:gd name="adj2" fmla="val -61469"/>
              <a:gd name="adj3" fmla="val 16667"/>
            </a:avLst>
          </a:prstGeom>
          <a:solidFill>
            <a:schemeClr val="bg1"/>
          </a:solidFill>
          <a:ln w="25400" cap="flat" cmpd="sng" algn="ctr">
            <a:solidFill>
              <a:schemeClr val="tx2"/>
            </a:solidFill>
            <a:prstDash val="solid"/>
            <a:round/>
            <a:headEnd type="none" w="med" len="med"/>
            <a:tailEnd type="none" w="med" len="med"/>
          </a:ln>
          <a:effectLst/>
        </p:spPr>
        <p:txBody>
          <a:bodyPr/>
          <a:lstStyle/>
          <a:p>
            <a:pPr>
              <a:lnSpc>
                <a:spcPct val="150000"/>
              </a:lnSpc>
              <a:spcBef>
                <a:spcPts val="500"/>
              </a:spcBef>
              <a:buClr>
                <a:srgbClr val="3333CC"/>
              </a:buClr>
              <a:defRPr/>
            </a:pPr>
            <a:r>
              <a:rPr lang="zh-CN" altLang="en-US" sz="2800" b="1" dirty="0">
                <a:solidFill>
                  <a:srgbClr val="000000"/>
                </a:solidFill>
                <a:effectLst>
                  <a:outerShdw blurRad="38100" dist="38100" dir="2700000" algn="tl">
                    <a:srgbClr val="000000">
                      <a:alpha val="43137"/>
                    </a:srgbClr>
                  </a:outerShdw>
                </a:effectLst>
                <a:latin typeface="楷体" pitchFamily="49" charset="-122"/>
                <a:ea typeface="楷体" pitchFamily="49" charset="-122"/>
              </a:rPr>
              <a:t>事件源仅知道事件目标所属的接口，并不知道其具体实现类</a:t>
            </a:r>
            <a:endParaRPr lang="en-US" altLang="zh-CN" sz="2800" b="1" dirty="0">
              <a:solidFill>
                <a:srgbClr val="000000"/>
              </a:solidFill>
              <a:effectLst>
                <a:outerShdw blurRad="38100" dist="38100" dir="2700000" algn="tl">
                  <a:srgbClr val="000000">
                    <a:alpha val="43137"/>
                  </a:srgbClr>
                </a:outerShdw>
              </a:effectLst>
              <a:latin typeface="楷体" pitchFamily="49" charset="-122"/>
              <a:ea typeface="楷体" pitchFamily="49" charset="-122"/>
            </a:endParaRPr>
          </a:p>
        </p:txBody>
      </p:sp>
    </p:spTree>
    <p:custDataLst>
      <p:tags r:id="rId1"/>
    </p:custDataLst>
    <p:extLst>
      <p:ext uri="{BB962C8B-B14F-4D97-AF65-F5344CB8AC3E}">
        <p14:creationId xmlns:p14="http://schemas.microsoft.com/office/powerpoint/2010/main" val="575681462"/>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0"/>
                                  </p:stCondLst>
                                  <p:childTnLst>
                                    <p:set>
                                      <p:cBhvr>
                                        <p:cTn id="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0" grpId="0" animBg="1"/>
    </p:bldLst>
  </p:timing>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p:txBody>
          <a:bodyPr/>
          <a:lstStyle/>
          <a:p>
            <a:r>
              <a:rPr lang="en-US" altLang="zh-CN" sz="3200" b="0" smtClean="0">
                <a:latin typeface="微软雅黑" pitchFamily="34" charset="-122"/>
                <a:ea typeface="微软雅黑" pitchFamily="34" charset="-122"/>
              </a:rPr>
              <a:t>P1</a:t>
            </a:r>
            <a:r>
              <a:rPr lang="zh-CN" altLang="en-US" sz="3200" b="0" smtClean="0">
                <a:latin typeface="微软雅黑" pitchFamily="34" charset="-122"/>
                <a:ea typeface="微软雅黑" pitchFamily="34" charset="-122"/>
              </a:rPr>
              <a:t>解决方案的完整程序表示</a:t>
            </a:r>
            <a:r>
              <a:rPr lang="en-US" altLang="zh-CN" sz="3200" b="0" smtClean="0">
                <a:latin typeface="微软雅黑" pitchFamily="34" charset="-122"/>
                <a:ea typeface="微软雅黑" pitchFamily="34" charset="-122"/>
              </a:rPr>
              <a:t>(2/4)</a:t>
            </a:r>
            <a:endParaRPr lang="zh-CN" altLang="en-US" sz="3200" b="0" smtClean="0">
              <a:latin typeface="微软雅黑" pitchFamily="34" charset="-122"/>
              <a:ea typeface="微软雅黑" pitchFamily="34" charset="-122"/>
            </a:endParaRP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1EDCEB57-A29C-45FC-8DE3-22A5CF91DB4C}" type="slidenum">
              <a:rPr lang="zh-CN" altLang="en-US" sz="1600">
                <a:solidFill>
                  <a:srgbClr val="000066"/>
                </a:solidFill>
                <a:latin typeface="微软雅黑" pitchFamily="34" charset="-122"/>
                <a:ea typeface="微软雅黑" pitchFamily="34" charset="-122"/>
              </a:rPr>
              <a:pPr/>
              <a:t>66</a:t>
            </a:fld>
            <a:endParaRPr lang="en-US" altLang="zh-CN" sz="1600">
              <a:solidFill>
                <a:srgbClr val="000066"/>
              </a:solidFill>
              <a:latin typeface="微软雅黑" pitchFamily="34" charset="-122"/>
              <a:ea typeface="微软雅黑" pitchFamily="34" charset="-122"/>
            </a:endParaRPr>
          </a:p>
        </p:txBody>
      </p:sp>
      <p:sp>
        <p:nvSpPr>
          <p:cNvPr id="133124" name="内容占位符 4"/>
          <p:cNvSpPr>
            <a:spLocks noGrp="1" noChangeArrowheads="1"/>
          </p:cNvSpPr>
          <p:nvPr>
            <p:ph idx="1"/>
          </p:nvPr>
        </p:nvSpPr>
        <p:spPr>
          <a:xfrm>
            <a:off x="457200" y="1143000"/>
            <a:ext cx="8258175" cy="5286375"/>
          </a:xfrm>
        </p:spPr>
        <p:txBody>
          <a:bodyPr/>
          <a:lstStyle/>
          <a:p>
            <a:pPr>
              <a:lnSpc>
                <a:spcPct val="10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a:t>
            </a:r>
            <a:r>
              <a:rPr lang="en-US" altLang="zh-CN" sz="2400" b="0" i="1" smtClean="0">
                <a:solidFill>
                  <a:srgbClr val="000000"/>
                </a:solidFill>
                <a:latin typeface="Calibri" pitchFamily="34" charset="0"/>
                <a:ea typeface="楷体_GB2312"/>
                <a:cs typeface="楷体_GB2312"/>
              </a:rPr>
              <a:t>protected void</a:t>
            </a:r>
            <a:r>
              <a:rPr lang="en-US" altLang="zh-CN" sz="2400" b="0" smtClean="0">
                <a:solidFill>
                  <a:srgbClr val="000000"/>
                </a:solidFill>
                <a:latin typeface="Calibri" pitchFamily="34" charset="0"/>
                <a:ea typeface="楷体_GB2312"/>
                <a:cs typeface="楷体_GB2312"/>
              </a:rPr>
              <a:t> fireXxxEvent ( </a:t>
            </a:r>
          </a:p>
          <a:p>
            <a:pPr>
              <a:lnSpc>
                <a:spcPct val="10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 event parameters here */ )  {</a:t>
            </a:r>
          </a:p>
          <a:p>
            <a:pPr>
              <a:lnSpc>
                <a:spcPct val="10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a:t>
            </a:r>
            <a:r>
              <a:rPr lang="en-US" altLang="zh-CN" sz="2400" b="0" i="1" smtClean="0">
                <a:solidFill>
                  <a:srgbClr val="000000"/>
                </a:solidFill>
                <a:latin typeface="Calibri" pitchFamily="34" charset="0"/>
                <a:ea typeface="楷体_GB2312"/>
                <a:cs typeface="楷体_GB2312"/>
              </a:rPr>
              <a:t>if</a:t>
            </a:r>
            <a:r>
              <a:rPr lang="en-US" altLang="zh-CN" sz="2400" b="0" smtClean="0">
                <a:solidFill>
                  <a:srgbClr val="000000"/>
                </a:solidFill>
                <a:latin typeface="Calibri" pitchFamily="34" charset="0"/>
                <a:ea typeface="楷体_GB2312"/>
                <a:cs typeface="楷体_GB2312"/>
              </a:rPr>
              <a:t> (m_listListeners != </a:t>
            </a:r>
            <a:r>
              <a:rPr lang="en-US" altLang="zh-CN" sz="2400" b="0" i="1" smtClean="0">
                <a:solidFill>
                  <a:srgbClr val="000000"/>
                </a:solidFill>
                <a:latin typeface="Calibri" pitchFamily="34" charset="0"/>
                <a:ea typeface="楷体_GB2312"/>
                <a:cs typeface="楷体_GB2312"/>
              </a:rPr>
              <a:t>null</a:t>
            </a:r>
            <a:r>
              <a:rPr lang="en-US" altLang="zh-CN" sz="2400" b="0" smtClean="0">
                <a:solidFill>
                  <a:srgbClr val="000000"/>
                </a:solidFill>
                <a:latin typeface="Calibri" pitchFamily="34" charset="0"/>
                <a:ea typeface="楷体_GB2312"/>
                <a:cs typeface="楷体_GB2312"/>
              </a:rPr>
              <a:t>) {</a:t>
            </a:r>
          </a:p>
          <a:p>
            <a:pPr>
              <a:lnSpc>
                <a:spcPct val="10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XxxEvent xxxEvent = new XxxEvent( … );</a:t>
            </a:r>
          </a:p>
          <a:p>
            <a:pPr>
              <a:lnSpc>
                <a:spcPct val="10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a:t>
            </a:r>
            <a:r>
              <a:rPr lang="en-US" altLang="zh-CN" sz="2400" b="0" i="1" smtClean="0">
                <a:solidFill>
                  <a:srgbClr val="000000"/>
                </a:solidFill>
                <a:latin typeface="Calibri" pitchFamily="34" charset="0"/>
                <a:ea typeface="楷体_GB2312"/>
                <a:cs typeface="楷体_GB2312"/>
              </a:rPr>
              <a:t>for</a:t>
            </a:r>
            <a:r>
              <a:rPr lang="en-US" altLang="zh-CN" sz="2400" b="0" smtClean="0">
                <a:solidFill>
                  <a:srgbClr val="000000"/>
                </a:solidFill>
                <a:latin typeface="Calibri" pitchFamily="34" charset="0"/>
                <a:ea typeface="楷体_GB2312"/>
                <a:cs typeface="楷体_GB2312"/>
              </a:rPr>
              <a:t> (XxxEventListener listener in m_listListeners) {</a:t>
            </a:r>
          </a:p>
          <a:p>
            <a:pPr>
              <a:lnSpc>
                <a:spcPct val="10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listener.onXxxEvent(xxxEvent);</a:t>
            </a:r>
          </a:p>
          <a:p>
            <a:pPr>
              <a:lnSpc>
                <a:spcPct val="10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a:t>
            </a:r>
          </a:p>
          <a:p>
            <a:pPr>
              <a:lnSpc>
                <a:spcPct val="10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a:t>
            </a:r>
          </a:p>
          <a:p>
            <a:pPr>
              <a:lnSpc>
                <a:spcPct val="10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a:t>
            </a:r>
          </a:p>
          <a:p>
            <a:pPr>
              <a:lnSpc>
                <a:spcPct val="100000"/>
              </a:lnSpc>
              <a:spcBef>
                <a:spcPct val="0"/>
              </a:spcBef>
              <a:buFont typeface="Wingdings" pitchFamily="2" charset="2"/>
              <a:buNone/>
            </a:pPr>
            <a:endParaRPr lang="en-US" altLang="zh-CN" sz="2400" b="0" smtClean="0">
              <a:solidFill>
                <a:srgbClr val="000000"/>
              </a:solidFill>
              <a:latin typeface="Calibri" pitchFamily="34" charset="0"/>
              <a:ea typeface="楷体_GB2312"/>
              <a:cs typeface="楷体_GB2312"/>
            </a:endParaRPr>
          </a:p>
          <a:p>
            <a:pPr>
              <a:lnSpc>
                <a:spcPct val="10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 other codes …</a:t>
            </a:r>
          </a:p>
          <a:p>
            <a:pPr>
              <a:lnSpc>
                <a:spcPct val="100000"/>
              </a:lnSpc>
              <a:spcBef>
                <a:spcPct val="0"/>
              </a:spcBef>
              <a:buFont typeface="Wingdings" pitchFamily="2" charset="2"/>
              <a:buNone/>
            </a:pPr>
            <a:endParaRPr lang="en-US" altLang="zh-CN" sz="2400" b="0" smtClean="0">
              <a:solidFill>
                <a:srgbClr val="000000"/>
              </a:solidFill>
              <a:latin typeface="Calibri" pitchFamily="34" charset="0"/>
              <a:ea typeface="楷体_GB2312"/>
              <a:cs typeface="楷体_GB2312"/>
            </a:endParaRPr>
          </a:p>
          <a:p>
            <a:pPr>
              <a:lnSpc>
                <a:spcPct val="10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 end of the XxxEventSource class</a:t>
            </a:r>
          </a:p>
        </p:txBody>
      </p:sp>
      <p:sp>
        <p:nvSpPr>
          <p:cNvPr id="10" name="圆角矩形标注 9"/>
          <p:cNvSpPr/>
          <p:nvPr/>
        </p:nvSpPr>
        <p:spPr bwMode="auto">
          <a:xfrm>
            <a:off x="5003800" y="3716338"/>
            <a:ext cx="3889375" cy="2192337"/>
          </a:xfrm>
          <a:prstGeom prst="wedgeRoundRectCallout">
            <a:avLst>
              <a:gd name="adj1" fmla="val -68174"/>
              <a:gd name="adj2" fmla="val -53127"/>
              <a:gd name="adj3" fmla="val 16667"/>
            </a:avLst>
          </a:prstGeom>
          <a:solidFill>
            <a:schemeClr val="bg1"/>
          </a:solidFill>
          <a:ln w="25400" cap="flat" cmpd="sng" algn="ctr">
            <a:solidFill>
              <a:schemeClr val="tx2"/>
            </a:solidFill>
            <a:prstDash val="solid"/>
            <a:round/>
            <a:headEnd type="none" w="med" len="med"/>
            <a:tailEnd type="none" w="med" len="med"/>
          </a:ln>
          <a:effectLst/>
        </p:spPr>
        <p:txBody>
          <a:bodyPr/>
          <a:lstStyle/>
          <a:p>
            <a:pPr>
              <a:lnSpc>
                <a:spcPct val="150000"/>
              </a:lnSpc>
              <a:spcBef>
                <a:spcPts val="500"/>
              </a:spcBef>
              <a:buClr>
                <a:srgbClr val="3333CC"/>
              </a:buClr>
              <a:defRPr/>
            </a:pPr>
            <a:r>
              <a:rPr lang="zh-CN" altLang="en-US" sz="2800" b="1" dirty="0">
                <a:solidFill>
                  <a:srgbClr val="000000"/>
                </a:solidFill>
                <a:effectLst>
                  <a:outerShdw blurRad="38100" dist="38100" dir="2700000" algn="tl">
                    <a:srgbClr val="000000">
                      <a:alpha val="43137"/>
                    </a:srgbClr>
                  </a:outerShdw>
                </a:effectLst>
                <a:latin typeface="楷体" pitchFamily="49" charset="-122"/>
                <a:ea typeface="楷体" pitchFamily="49" charset="-122"/>
              </a:rPr>
              <a:t>事件源仅知道事件目标所属的接口，并不知道其具体实现类</a:t>
            </a:r>
            <a:endParaRPr lang="en-US" altLang="zh-CN" sz="2800" b="1" dirty="0">
              <a:solidFill>
                <a:srgbClr val="000000"/>
              </a:solidFill>
              <a:effectLst>
                <a:outerShdw blurRad="38100" dist="38100" dir="2700000" algn="tl">
                  <a:srgbClr val="000000">
                    <a:alpha val="43137"/>
                  </a:srgbClr>
                </a:outerShdw>
              </a:effectLst>
              <a:latin typeface="楷体" pitchFamily="49" charset="-122"/>
              <a:ea typeface="楷体" pitchFamily="49" charset="-122"/>
            </a:endParaRPr>
          </a:p>
        </p:txBody>
      </p:sp>
    </p:spTree>
    <p:custDataLst>
      <p:tags r:id="rId1"/>
    </p:custDataLst>
    <p:extLst>
      <p:ext uri="{BB962C8B-B14F-4D97-AF65-F5344CB8AC3E}">
        <p14:creationId xmlns:p14="http://schemas.microsoft.com/office/powerpoint/2010/main" val="248087519"/>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0"/>
                                  </p:stCondLst>
                                  <p:childTnLst>
                                    <p:set>
                                      <p:cBhvr>
                                        <p:cTn id="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0" grpId="0" animBg="1"/>
    </p:bldLst>
  </p:timing>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5170" name="Rectangle 2"/>
          <p:cNvSpPr>
            <a:spLocks noGrp="1" noChangeArrowheads="1"/>
          </p:cNvSpPr>
          <p:nvPr>
            <p:ph type="title"/>
          </p:nvPr>
        </p:nvSpPr>
        <p:spPr/>
        <p:txBody>
          <a:bodyPr/>
          <a:lstStyle/>
          <a:p>
            <a:r>
              <a:rPr lang="en-US" altLang="zh-CN" sz="3200" b="0" smtClean="0">
                <a:latin typeface="微软雅黑" pitchFamily="34" charset="-122"/>
                <a:ea typeface="微软雅黑" pitchFamily="34" charset="-122"/>
              </a:rPr>
              <a:t>P1</a:t>
            </a:r>
            <a:r>
              <a:rPr lang="zh-CN" altLang="en-US" sz="3200" b="0" smtClean="0">
                <a:latin typeface="微软雅黑" pitchFamily="34" charset="-122"/>
                <a:ea typeface="微软雅黑" pitchFamily="34" charset="-122"/>
              </a:rPr>
              <a:t>解决方案的完整程序表示</a:t>
            </a:r>
            <a:r>
              <a:rPr lang="en-US" altLang="zh-CN" sz="3200" b="0" smtClean="0">
                <a:latin typeface="微软雅黑" pitchFamily="34" charset="-122"/>
                <a:ea typeface="微软雅黑" pitchFamily="34" charset="-122"/>
              </a:rPr>
              <a:t>(3/4)</a:t>
            </a:r>
            <a:endParaRPr lang="zh-CN" altLang="en-US" sz="3200" b="0" smtClean="0">
              <a:latin typeface="微软雅黑" pitchFamily="34" charset="-122"/>
              <a:ea typeface="微软雅黑" pitchFamily="34" charset="-122"/>
            </a:endParaRP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D605DDF3-FA46-4AE7-839E-5D71E5A31F3A}" type="slidenum">
              <a:rPr lang="zh-CN" altLang="en-US" sz="1600">
                <a:solidFill>
                  <a:srgbClr val="000066"/>
                </a:solidFill>
                <a:latin typeface="微软雅黑" pitchFamily="34" charset="-122"/>
                <a:ea typeface="微软雅黑" pitchFamily="34" charset="-122"/>
              </a:rPr>
              <a:pPr/>
              <a:t>67</a:t>
            </a:fld>
            <a:endParaRPr lang="en-US" altLang="zh-CN" sz="1600">
              <a:solidFill>
                <a:srgbClr val="000066"/>
              </a:solidFill>
              <a:latin typeface="微软雅黑" pitchFamily="34" charset="-122"/>
              <a:ea typeface="微软雅黑" pitchFamily="34" charset="-122"/>
            </a:endParaRPr>
          </a:p>
        </p:txBody>
      </p:sp>
      <p:sp>
        <p:nvSpPr>
          <p:cNvPr id="135172" name="内容占位符 4"/>
          <p:cNvSpPr>
            <a:spLocks noGrp="1" noChangeArrowheads="1"/>
          </p:cNvSpPr>
          <p:nvPr>
            <p:ph idx="1"/>
          </p:nvPr>
        </p:nvSpPr>
        <p:spPr>
          <a:xfrm>
            <a:off x="457200" y="1143000"/>
            <a:ext cx="8258175" cy="5286375"/>
          </a:xfrm>
        </p:spPr>
        <p:txBody>
          <a:bodyPr/>
          <a:lstStyle/>
          <a:p>
            <a:pPr>
              <a:lnSpc>
                <a:spcPct val="100000"/>
              </a:lnSpc>
              <a:spcBef>
                <a:spcPct val="0"/>
              </a:spcBef>
              <a:buFont typeface="Wingdings" pitchFamily="2" charset="2"/>
              <a:buNone/>
            </a:pPr>
            <a:r>
              <a:rPr lang="en-US" altLang="zh-CN" sz="2400" b="0" i="1" smtClean="0">
                <a:solidFill>
                  <a:srgbClr val="000000"/>
                </a:solidFill>
                <a:latin typeface="Calibri" pitchFamily="34" charset="0"/>
                <a:ea typeface="楷体_GB2312"/>
                <a:cs typeface="楷体_GB2312"/>
              </a:rPr>
              <a:t>public class </a:t>
            </a:r>
            <a:r>
              <a:rPr lang="en-US" altLang="zh-CN" sz="2400" b="0" smtClean="0">
                <a:solidFill>
                  <a:srgbClr val="000000"/>
                </a:solidFill>
                <a:latin typeface="Calibri" pitchFamily="34" charset="0"/>
                <a:ea typeface="楷体_GB2312"/>
                <a:cs typeface="楷体_GB2312"/>
              </a:rPr>
              <a:t>AnyClassAsEventTarget </a:t>
            </a:r>
          </a:p>
          <a:p>
            <a:pPr>
              <a:lnSpc>
                <a:spcPct val="10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a:t>
            </a:r>
            <a:r>
              <a:rPr lang="en-US" altLang="zh-CN" sz="2400" b="0" i="1" smtClean="0">
                <a:solidFill>
                  <a:srgbClr val="000000"/>
                </a:solidFill>
                <a:latin typeface="Calibri" pitchFamily="34" charset="0"/>
                <a:ea typeface="楷体_GB2312"/>
                <a:cs typeface="楷体_GB2312"/>
              </a:rPr>
              <a:t>implements </a:t>
            </a:r>
            <a:r>
              <a:rPr lang="en-US" altLang="zh-CN" sz="2400" b="0" smtClean="0">
                <a:solidFill>
                  <a:srgbClr val="000000"/>
                </a:solidFill>
                <a:latin typeface="Calibri" pitchFamily="34" charset="0"/>
                <a:ea typeface="楷体_GB2312"/>
                <a:cs typeface="楷体_GB2312"/>
              </a:rPr>
              <a:t>XxxEventListener {</a:t>
            </a:r>
          </a:p>
          <a:p>
            <a:pPr>
              <a:lnSpc>
                <a:spcPct val="100000"/>
              </a:lnSpc>
              <a:spcBef>
                <a:spcPct val="0"/>
              </a:spcBef>
              <a:buFont typeface="Wingdings" pitchFamily="2" charset="2"/>
              <a:buNone/>
            </a:pPr>
            <a:endParaRPr lang="en-US" altLang="zh-CN" sz="2400" b="0" smtClean="0">
              <a:solidFill>
                <a:srgbClr val="000000"/>
              </a:solidFill>
              <a:latin typeface="Calibri" pitchFamily="34" charset="0"/>
              <a:ea typeface="楷体_GB2312"/>
              <a:cs typeface="楷体_GB2312"/>
            </a:endParaRPr>
          </a:p>
          <a:p>
            <a:pPr>
              <a:lnSpc>
                <a:spcPct val="10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a:t>
            </a:r>
            <a:r>
              <a:rPr lang="en-US" altLang="zh-CN" sz="2400" b="0" i="1" smtClean="0">
                <a:solidFill>
                  <a:srgbClr val="000000"/>
                </a:solidFill>
                <a:latin typeface="Calibri" pitchFamily="34" charset="0"/>
                <a:ea typeface="楷体_GB2312"/>
                <a:cs typeface="楷体_GB2312"/>
              </a:rPr>
              <a:t>public void</a:t>
            </a:r>
            <a:r>
              <a:rPr lang="en-US" altLang="zh-CN" sz="2400" b="0" smtClean="0">
                <a:solidFill>
                  <a:srgbClr val="000000"/>
                </a:solidFill>
                <a:latin typeface="Calibri" pitchFamily="34" charset="0"/>
                <a:ea typeface="楷体_GB2312"/>
                <a:cs typeface="楷体_GB2312"/>
              </a:rPr>
              <a:t> onXxxEvent (XxxEvent xxxEvent) {</a:t>
            </a:r>
          </a:p>
          <a:p>
            <a:pPr>
              <a:lnSpc>
                <a:spcPct val="10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 do something with xxxEvent …</a:t>
            </a:r>
          </a:p>
          <a:p>
            <a:pPr>
              <a:lnSpc>
                <a:spcPct val="10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a:t>
            </a:r>
          </a:p>
          <a:p>
            <a:pPr>
              <a:lnSpc>
                <a:spcPct val="100000"/>
              </a:lnSpc>
              <a:spcBef>
                <a:spcPct val="0"/>
              </a:spcBef>
              <a:buFont typeface="Wingdings" pitchFamily="2" charset="2"/>
              <a:buNone/>
            </a:pPr>
            <a:endParaRPr lang="en-US" altLang="zh-CN" sz="2400" b="0" smtClean="0">
              <a:solidFill>
                <a:srgbClr val="000000"/>
              </a:solidFill>
              <a:latin typeface="Calibri" pitchFamily="34" charset="0"/>
              <a:ea typeface="楷体_GB2312"/>
              <a:cs typeface="楷体_GB2312"/>
            </a:endParaRPr>
          </a:p>
          <a:p>
            <a:pPr>
              <a:lnSpc>
                <a:spcPct val="10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a:t>
            </a:r>
            <a:r>
              <a:rPr lang="en-US" altLang="zh-CN" sz="2400" b="0" i="1" smtClean="0">
                <a:solidFill>
                  <a:srgbClr val="000000"/>
                </a:solidFill>
                <a:latin typeface="Calibri" pitchFamily="34" charset="0"/>
                <a:ea typeface="楷体_GB2312"/>
                <a:cs typeface="楷体_GB2312"/>
              </a:rPr>
              <a:t>private void </a:t>
            </a:r>
            <a:r>
              <a:rPr lang="en-US" altLang="zh-CN" sz="2400" b="0" smtClean="0">
                <a:solidFill>
                  <a:srgbClr val="000000"/>
                </a:solidFill>
                <a:latin typeface="Calibri" pitchFamily="34" charset="0"/>
                <a:ea typeface="楷体_GB2312"/>
                <a:cs typeface="楷体_GB2312"/>
              </a:rPr>
              <a:t>register() {</a:t>
            </a:r>
          </a:p>
          <a:p>
            <a:pPr>
              <a:lnSpc>
                <a:spcPct val="10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XxxEventSource  source = getXxxEventSource(…);</a:t>
            </a:r>
          </a:p>
          <a:p>
            <a:pPr>
              <a:lnSpc>
                <a:spcPct val="10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source.addXxxEventListener(this);</a:t>
            </a:r>
          </a:p>
          <a:p>
            <a:pPr>
              <a:lnSpc>
                <a:spcPct val="10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a:t>
            </a:r>
          </a:p>
          <a:p>
            <a:pPr>
              <a:lnSpc>
                <a:spcPct val="100000"/>
              </a:lnSpc>
              <a:spcBef>
                <a:spcPct val="0"/>
              </a:spcBef>
              <a:buFont typeface="Wingdings" pitchFamily="2" charset="2"/>
              <a:buNone/>
            </a:pPr>
            <a:endParaRPr lang="en-US" altLang="zh-CN" sz="2400" b="0" smtClean="0">
              <a:solidFill>
                <a:srgbClr val="000000"/>
              </a:solidFill>
              <a:latin typeface="Calibri" pitchFamily="34" charset="0"/>
              <a:ea typeface="楷体_GB2312"/>
              <a:cs typeface="楷体_GB2312"/>
            </a:endParaRPr>
          </a:p>
          <a:p>
            <a:pPr>
              <a:lnSpc>
                <a:spcPct val="10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 end of the AnyClassAsEventTarget class</a:t>
            </a:r>
          </a:p>
        </p:txBody>
      </p:sp>
      <p:sp>
        <p:nvSpPr>
          <p:cNvPr id="7" name="Rectangle 4"/>
          <p:cNvSpPr>
            <a:spLocks noChangeArrowheads="1"/>
          </p:cNvSpPr>
          <p:nvPr/>
        </p:nvSpPr>
        <p:spPr bwMode="auto">
          <a:xfrm>
            <a:off x="539750" y="2276475"/>
            <a:ext cx="7632700" cy="1368425"/>
          </a:xfrm>
          <a:prstGeom prst="rect">
            <a:avLst/>
          </a:prstGeom>
          <a:noFill/>
          <a:ln w="508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spcBef>
                <a:spcPct val="20000"/>
              </a:spcBef>
              <a:buClr>
                <a:schemeClr val="accent2"/>
              </a:buClr>
              <a:buFontTx/>
              <a:buChar char="•"/>
            </a:pPr>
            <a:endParaRPr lang="zh-CN" altLang="en-US"/>
          </a:p>
        </p:txBody>
      </p:sp>
    </p:spTree>
    <p:custDataLst>
      <p:tags r:id="rId1"/>
    </p:custDataLst>
    <p:extLst>
      <p:ext uri="{BB962C8B-B14F-4D97-AF65-F5344CB8AC3E}">
        <p14:creationId xmlns:p14="http://schemas.microsoft.com/office/powerpoint/2010/main" val="3567142042"/>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childTnLst>
                                  <p:subTnLst>
                                    <p:animClr clrSpc="rgb" dir="cw">
                                      <p:cBhvr override="childStyle">
                                        <p:cTn dur="1" fill="hold" display="0" masterRel="nextClick" afterEffect="1"/>
                                        <p:tgtEl>
                                          <p:spTgt spid="7"/>
                                        </p:tgtEl>
                                        <p:attrNameLst>
                                          <p:attrName>ppt_c</p:attrName>
                                        </p:attrNameLst>
                                      </p:cBhvr>
                                      <p:to>
                                        <a:schemeClr val="tx2"/>
                                      </p:to>
                                    </p:animClr>
                                  </p:subTnLst>
                                </p:cTn>
                              </p:par>
                            </p:childTnLst>
                          </p:cTn>
                        </p:par>
                        <p:par>
                          <p:cTn id="7" fill="hold" nodeType="afterGroup">
                            <p:stCondLst>
                              <p:cond delay="0"/>
                            </p:stCondLst>
                            <p:childTnLst>
                              <p:par>
                                <p:cTn id="8" presetID="1" presetClass="entr" presetSubtype="0" fill="hold" grpId="0" nodeType="afterEffect">
                                  <p:stCondLst>
                                    <p:cond delay="0"/>
                                  </p:stCondLst>
                                  <p:childTnLst>
                                    <p:set>
                                      <p:cBhvr>
                                        <p:cTn id="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Lst>
  </p:timing>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p:txBody>
          <a:bodyPr/>
          <a:lstStyle/>
          <a:p>
            <a:r>
              <a:rPr lang="en-US" altLang="zh-CN" sz="3200" b="0" smtClean="0">
                <a:latin typeface="微软雅黑" pitchFamily="34" charset="-122"/>
                <a:ea typeface="微软雅黑" pitchFamily="34" charset="-122"/>
              </a:rPr>
              <a:t>P1</a:t>
            </a:r>
            <a:r>
              <a:rPr lang="zh-CN" altLang="en-US" sz="3200" b="0" smtClean="0">
                <a:latin typeface="微软雅黑" pitchFamily="34" charset="-122"/>
                <a:ea typeface="微软雅黑" pitchFamily="34" charset="-122"/>
              </a:rPr>
              <a:t>解决方案的完整程序表示</a:t>
            </a:r>
            <a:r>
              <a:rPr lang="en-US" altLang="zh-CN" sz="3200" b="0" smtClean="0">
                <a:latin typeface="微软雅黑" pitchFamily="34" charset="-122"/>
                <a:ea typeface="微软雅黑" pitchFamily="34" charset="-122"/>
              </a:rPr>
              <a:t>(4/4)</a:t>
            </a:r>
            <a:endParaRPr lang="zh-CN" altLang="en-US" sz="3200" b="0" smtClean="0">
              <a:latin typeface="微软雅黑" pitchFamily="34" charset="-122"/>
              <a:ea typeface="微软雅黑" pitchFamily="34" charset="-122"/>
            </a:endParaRP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29C82E69-9C27-45B7-9801-C12AF674F972}" type="slidenum">
              <a:rPr lang="zh-CN" altLang="en-US" sz="1600">
                <a:solidFill>
                  <a:srgbClr val="000066"/>
                </a:solidFill>
                <a:latin typeface="微软雅黑" pitchFamily="34" charset="-122"/>
                <a:ea typeface="微软雅黑" pitchFamily="34" charset="-122"/>
              </a:rPr>
              <a:pPr/>
              <a:t>68</a:t>
            </a:fld>
            <a:endParaRPr lang="en-US" altLang="zh-CN" sz="1600">
              <a:solidFill>
                <a:srgbClr val="000066"/>
              </a:solidFill>
              <a:latin typeface="微软雅黑" pitchFamily="34" charset="-122"/>
              <a:ea typeface="微软雅黑" pitchFamily="34" charset="-122"/>
            </a:endParaRPr>
          </a:p>
        </p:txBody>
      </p:sp>
      <p:sp>
        <p:nvSpPr>
          <p:cNvPr id="137220" name="内容占位符 4"/>
          <p:cNvSpPr>
            <a:spLocks noGrp="1" noChangeArrowheads="1"/>
          </p:cNvSpPr>
          <p:nvPr>
            <p:ph idx="1"/>
          </p:nvPr>
        </p:nvSpPr>
        <p:spPr>
          <a:xfrm>
            <a:off x="457200" y="1143000"/>
            <a:ext cx="8258175" cy="5286375"/>
          </a:xfrm>
        </p:spPr>
        <p:txBody>
          <a:bodyPr/>
          <a:lstStyle/>
          <a:p>
            <a:pPr>
              <a:lnSpc>
                <a:spcPct val="100000"/>
              </a:lnSpc>
              <a:spcBef>
                <a:spcPct val="0"/>
              </a:spcBef>
              <a:buFont typeface="Wingdings" pitchFamily="2" charset="2"/>
              <a:buNone/>
            </a:pPr>
            <a:r>
              <a:rPr lang="en-US" altLang="zh-CN" sz="2400" b="0" i="1" smtClean="0">
                <a:solidFill>
                  <a:srgbClr val="000000"/>
                </a:solidFill>
                <a:latin typeface="Calibri" pitchFamily="34" charset="0"/>
                <a:ea typeface="楷体_GB2312"/>
                <a:cs typeface="楷体_GB2312"/>
              </a:rPr>
              <a:t>public class </a:t>
            </a:r>
            <a:r>
              <a:rPr lang="en-US" altLang="zh-CN" sz="2400" b="0" smtClean="0">
                <a:solidFill>
                  <a:srgbClr val="000000"/>
                </a:solidFill>
                <a:latin typeface="Calibri" pitchFamily="34" charset="0"/>
                <a:ea typeface="楷体_GB2312"/>
                <a:cs typeface="楷体_GB2312"/>
              </a:rPr>
              <a:t>Gluer {</a:t>
            </a:r>
          </a:p>
          <a:p>
            <a:pPr>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a:t>
            </a:r>
            <a:r>
              <a:rPr lang="en-US" altLang="zh-CN" sz="2400" b="0" i="1" smtClean="0">
                <a:solidFill>
                  <a:srgbClr val="000000"/>
                </a:solidFill>
                <a:latin typeface="Calibri" pitchFamily="34" charset="0"/>
                <a:ea typeface="楷体_GB2312"/>
                <a:cs typeface="楷体_GB2312"/>
              </a:rPr>
              <a:t>public void </a:t>
            </a:r>
            <a:r>
              <a:rPr lang="en-US" altLang="zh-CN" sz="2400" b="0" smtClean="0">
                <a:solidFill>
                  <a:srgbClr val="000000"/>
                </a:solidFill>
                <a:latin typeface="Calibri" pitchFamily="34" charset="0"/>
                <a:ea typeface="楷体_GB2312"/>
                <a:cs typeface="楷体_GB2312"/>
              </a:rPr>
              <a:t>someMethodInGlue( … ) {</a:t>
            </a:r>
          </a:p>
          <a:p>
            <a:pPr>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XxxEventSource  source = getXxxEventSource(…);</a:t>
            </a:r>
          </a:p>
          <a:p>
            <a:pPr>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AnyClassAsEventTarget  target =</a:t>
            </a:r>
          </a:p>
          <a:p>
            <a:pPr>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getXxxEventTarget(…);</a:t>
            </a:r>
          </a:p>
          <a:p>
            <a:pPr>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source.addXxxEventListener(target);</a:t>
            </a:r>
          </a:p>
          <a:p>
            <a:pPr>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 other codes …</a:t>
            </a:r>
          </a:p>
          <a:p>
            <a:pPr>
              <a:lnSpc>
                <a:spcPct val="10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a:t>
            </a:r>
          </a:p>
          <a:p>
            <a:pPr>
              <a:lnSpc>
                <a:spcPct val="100000"/>
              </a:lnSpc>
              <a:spcBef>
                <a:spcPct val="0"/>
              </a:spcBef>
              <a:buFont typeface="Wingdings" pitchFamily="2" charset="2"/>
              <a:buNone/>
            </a:pPr>
            <a:endParaRPr lang="en-US" altLang="zh-CN" sz="2400" b="0" smtClean="0">
              <a:solidFill>
                <a:srgbClr val="000000"/>
              </a:solidFill>
              <a:latin typeface="Calibri" pitchFamily="34" charset="0"/>
              <a:ea typeface="楷体_GB2312"/>
              <a:cs typeface="楷体_GB2312"/>
            </a:endParaRPr>
          </a:p>
          <a:p>
            <a:pPr>
              <a:lnSpc>
                <a:spcPct val="10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 other codes …</a:t>
            </a:r>
          </a:p>
          <a:p>
            <a:pPr>
              <a:lnSpc>
                <a:spcPct val="100000"/>
              </a:lnSpc>
              <a:spcBef>
                <a:spcPct val="0"/>
              </a:spcBef>
              <a:buFont typeface="Wingdings" pitchFamily="2" charset="2"/>
              <a:buNone/>
            </a:pPr>
            <a:endParaRPr lang="en-US" altLang="zh-CN" sz="2400" b="0" smtClean="0">
              <a:solidFill>
                <a:srgbClr val="000000"/>
              </a:solidFill>
              <a:latin typeface="Calibri" pitchFamily="34" charset="0"/>
              <a:ea typeface="楷体_GB2312"/>
              <a:cs typeface="楷体_GB2312"/>
            </a:endParaRPr>
          </a:p>
          <a:p>
            <a:pPr>
              <a:lnSpc>
                <a:spcPct val="100000"/>
              </a:lnSpc>
              <a:spcBef>
                <a:spcPct val="0"/>
              </a:spcBef>
              <a:buFont typeface="Wingdings" pitchFamily="2" charset="2"/>
              <a:buNone/>
            </a:pPr>
            <a:r>
              <a:rPr lang="en-US" altLang="zh-CN" sz="2400" b="0" smtClean="0">
                <a:solidFill>
                  <a:srgbClr val="000000"/>
                </a:solidFill>
                <a:latin typeface="Calibri" pitchFamily="34" charset="0"/>
                <a:ea typeface="楷体_GB2312"/>
                <a:cs typeface="楷体_GB2312"/>
              </a:rPr>
              <a:t>}   // end of the Glue class</a:t>
            </a:r>
          </a:p>
        </p:txBody>
      </p:sp>
      <p:sp>
        <p:nvSpPr>
          <p:cNvPr id="7" name="Rectangle 4"/>
          <p:cNvSpPr>
            <a:spLocks noChangeArrowheads="1"/>
          </p:cNvSpPr>
          <p:nvPr/>
        </p:nvSpPr>
        <p:spPr bwMode="auto">
          <a:xfrm>
            <a:off x="468313" y="3500438"/>
            <a:ext cx="7632700" cy="433387"/>
          </a:xfrm>
          <a:prstGeom prst="rect">
            <a:avLst/>
          </a:prstGeom>
          <a:noFill/>
          <a:ln w="508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spcBef>
                <a:spcPct val="20000"/>
              </a:spcBef>
              <a:buClr>
                <a:schemeClr val="accent2"/>
              </a:buClr>
              <a:buFontTx/>
              <a:buChar char="•"/>
            </a:pPr>
            <a:endParaRPr lang="zh-CN" altLang="en-US"/>
          </a:p>
        </p:txBody>
      </p:sp>
    </p:spTree>
    <p:custDataLst>
      <p:tags r:id="rId1"/>
    </p:custDataLst>
    <p:extLst>
      <p:ext uri="{BB962C8B-B14F-4D97-AF65-F5344CB8AC3E}">
        <p14:creationId xmlns:p14="http://schemas.microsoft.com/office/powerpoint/2010/main" val="3773505676"/>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childTnLst>
                                  <p:subTnLst>
                                    <p:animClr clrSpc="rgb" dir="cw">
                                      <p:cBhvr override="childStyle">
                                        <p:cTn dur="1" fill="hold" display="0" masterRel="nextClick" afterEffect="1"/>
                                        <p:tgtEl>
                                          <p:spTgt spid="7"/>
                                        </p:tgtEl>
                                        <p:attrNameLst>
                                          <p:attrName>ppt_c</p:attrName>
                                        </p:attrNameLst>
                                      </p:cBhvr>
                                      <p:to>
                                        <a:schemeClr val="tx2"/>
                                      </p:to>
                                    </p:animClr>
                                  </p:subTnLst>
                                </p:cTn>
                              </p:par>
                            </p:childTnLst>
                          </p:cTn>
                        </p:par>
                        <p:par>
                          <p:cTn id="7" fill="hold" nodeType="afterGroup">
                            <p:stCondLst>
                              <p:cond delay="0"/>
                            </p:stCondLst>
                            <p:childTnLst>
                              <p:par>
                                <p:cTn id="8" presetID="1" presetClass="entr" presetSubtype="0" fill="hold" grpId="0" nodeType="afterEffect">
                                  <p:stCondLst>
                                    <p:cond delay="0"/>
                                  </p:stCondLst>
                                  <p:childTnLst>
                                    <p:set>
                                      <p:cBhvr>
                                        <p:cTn id="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Lst>
  </p:timing>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a:lstStyle/>
          <a:p>
            <a:r>
              <a:rPr lang="zh-CN" altLang="en-US" sz="3200" b="0" smtClean="0">
                <a:latin typeface="微软雅黑" pitchFamily="34" charset="-122"/>
                <a:ea typeface="微软雅黑" pitchFamily="34" charset="-122"/>
              </a:rPr>
              <a:t>为什么我们的解决方案是低耦合的？</a:t>
            </a: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959D3F50-FFE5-4013-85D3-1482D3F888CD}" type="slidenum">
              <a:rPr lang="zh-CN" altLang="en-US" sz="1600">
                <a:solidFill>
                  <a:srgbClr val="000066"/>
                </a:solidFill>
                <a:latin typeface="微软雅黑" pitchFamily="34" charset="-122"/>
                <a:ea typeface="微软雅黑" pitchFamily="34" charset="-122"/>
              </a:rPr>
              <a:pPr/>
              <a:t>69</a:t>
            </a:fld>
            <a:endParaRPr lang="en-US" altLang="zh-CN" sz="1600">
              <a:solidFill>
                <a:srgbClr val="000066"/>
              </a:solidFill>
              <a:latin typeface="微软雅黑" pitchFamily="34" charset="-122"/>
              <a:ea typeface="微软雅黑" pitchFamily="34" charset="-122"/>
            </a:endParaRPr>
          </a:p>
        </p:txBody>
      </p:sp>
      <p:sp>
        <p:nvSpPr>
          <p:cNvPr id="9" name="Rectangle 3"/>
          <p:cNvSpPr txBox="1">
            <a:spLocks noChangeArrowheads="1"/>
          </p:cNvSpPr>
          <p:nvPr/>
        </p:nvSpPr>
        <p:spPr bwMode="auto">
          <a:xfrm>
            <a:off x="323850" y="4437063"/>
            <a:ext cx="8569325" cy="1944687"/>
          </a:xfrm>
          <a:prstGeom prst="rect">
            <a:avLst/>
          </a:prstGeom>
          <a:noFill/>
          <a:ln w="9525">
            <a:noFill/>
            <a:miter lim="800000"/>
            <a:headEnd/>
            <a:tailEnd/>
          </a:ln>
          <a:effectLst/>
        </p:spPr>
        <p:txBody>
          <a:bodyPr/>
          <a:lstStyle>
            <a:lvl1pPr marL="457200" indent="-457200" algn="l" rtl="0" eaLnBrk="0" fontAlgn="base" hangingPunct="0">
              <a:lnSpc>
                <a:spcPct val="120000"/>
              </a:lnSpc>
              <a:spcBef>
                <a:spcPct val="20000"/>
              </a:spcBef>
              <a:spcAft>
                <a:spcPct val="0"/>
              </a:spcAft>
              <a:buClr>
                <a:schemeClr val="accent2"/>
              </a:buClr>
              <a:buFont typeface="Wingdings" pitchFamily="2" charset="2"/>
              <a:buChar char="p"/>
              <a:defRPr kumimoji="1" sz="3200" b="1">
                <a:solidFill>
                  <a:schemeClr val="tx1"/>
                </a:solidFill>
                <a:latin typeface="+mn-lt"/>
                <a:ea typeface="+mn-ea"/>
                <a:cs typeface="+mn-cs"/>
              </a:defRPr>
            </a:lvl1pPr>
            <a:lvl2pPr marL="990600" indent="-354013" algn="l" rtl="0" eaLnBrk="0" fontAlgn="base" hangingPunct="0">
              <a:lnSpc>
                <a:spcPct val="120000"/>
              </a:lnSpc>
              <a:spcBef>
                <a:spcPct val="20000"/>
              </a:spcBef>
              <a:spcAft>
                <a:spcPct val="0"/>
              </a:spcAft>
              <a:buClr>
                <a:schemeClr val="folHlink"/>
              </a:buClr>
              <a:buFont typeface="Wingdings" pitchFamily="2" charset="2"/>
              <a:buBlip>
                <a:blip r:embed="rId4"/>
              </a:buBlip>
              <a:defRPr kumimoji="1" sz="2800" b="1">
                <a:solidFill>
                  <a:schemeClr val="tx1"/>
                </a:solidFill>
                <a:latin typeface="楷体_GB2312" pitchFamily="49" charset="-122"/>
                <a:ea typeface="楷体_GB2312" pitchFamily="49" charset="-122"/>
              </a:defRPr>
            </a:lvl2pPr>
            <a:lvl3pPr marL="1619250" indent="-354013" algn="l" rtl="0" eaLnBrk="0" fontAlgn="base" hangingPunct="0">
              <a:lnSpc>
                <a:spcPct val="120000"/>
              </a:lnSpc>
              <a:spcBef>
                <a:spcPct val="20000"/>
              </a:spcBef>
              <a:spcAft>
                <a:spcPct val="0"/>
              </a:spcAft>
              <a:buClr>
                <a:schemeClr val="accent2"/>
              </a:buClr>
              <a:buBlip>
                <a:blip r:embed="rId5"/>
              </a:buBlip>
              <a:defRPr kumimoji="1" sz="2400" b="1">
                <a:solidFill>
                  <a:schemeClr val="tx1"/>
                </a:solidFill>
                <a:latin typeface="+mn-lt"/>
                <a:ea typeface="+mn-ea"/>
              </a:defRPr>
            </a:lvl3pPr>
            <a:lvl4pPr marL="2152650" indent="-315913" algn="l" rtl="0" eaLnBrk="0" fontAlgn="base" hangingPunct="0">
              <a:lnSpc>
                <a:spcPct val="120000"/>
              </a:lnSpc>
              <a:spcBef>
                <a:spcPct val="20000"/>
              </a:spcBef>
              <a:spcAft>
                <a:spcPct val="0"/>
              </a:spcAft>
              <a:buClr>
                <a:schemeClr val="accent2"/>
              </a:buClr>
              <a:buBlip>
                <a:blip r:embed="rId6"/>
              </a:buBlip>
              <a:defRPr kumimoji="1" sz="2000" b="1">
                <a:solidFill>
                  <a:schemeClr val="tx1"/>
                </a:solidFill>
                <a:latin typeface="+mn-lt"/>
                <a:ea typeface="+mn-ea"/>
              </a:defRPr>
            </a:lvl4pPr>
            <a:lvl5pPr marL="26098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5pPr>
            <a:lvl6pPr marL="30670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6pPr>
            <a:lvl7pPr marL="35242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7pPr>
            <a:lvl8pPr marL="39814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8pPr>
            <a:lvl9pPr marL="44386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9pPr>
          </a:lstStyle>
          <a:p>
            <a:pPr eaLnBrk="1" hangingPunct="1">
              <a:spcBef>
                <a:spcPct val="50000"/>
              </a:spcBef>
              <a:buClr>
                <a:srgbClr val="9933FF"/>
              </a:buClr>
              <a:defRPr/>
            </a:pPr>
            <a:r>
              <a:rPr lang="zh-CN" altLang="en-US" sz="260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事件源对于事件目标仅知道其接口</a:t>
            </a:r>
            <a:r>
              <a:rPr lang="zh-CN" altLang="en-US" sz="2600" kern="0" dirty="0">
                <a:solidFill>
                  <a:srgbClr val="000000"/>
                </a:solidFill>
                <a:effectLst>
                  <a:outerShdw blurRad="38100" dist="38100" dir="2700000" algn="tl">
                    <a:srgbClr val="000000">
                      <a:alpha val="43137"/>
                    </a:srgbClr>
                  </a:outerShdw>
                </a:effectLst>
                <a:latin typeface="楷体" pitchFamily="49" charset="-122"/>
                <a:ea typeface="楷体" pitchFamily="49" charset="-122"/>
              </a:rPr>
              <a:t>，</a:t>
            </a:r>
            <a:r>
              <a:rPr lang="zh-CN" altLang="en-US" sz="260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除此之外一无所知</a:t>
            </a:r>
            <a:endParaRPr lang="en-US" altLang="zh-CN" sz="260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endParaRPr>
          </a:p>
          <a:p>
            <a:pPr eaLnBrk="1" hangingPunct="1">
              <a:spcBef>
                <a:spcPct val="50000"/>
              </a:spcBef>
              <a:buClr>
                <a:srgbClr val="9933FF"/>
              </a:buClr>
              <a:defRPr/>
            </a:pPr>
            <a:r>
              <a:rPr lang="zh-CN" altLang="en-US" sz="260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事件源不会打扰事件目标</a:t>
            </a:r>
            <a:r>
              <a:rPr lang="zh-CN" altLang="en-US" sz="2600" kern="0" dirty="0">
                <a:solidFill>
                  <a:srgbClr val="000000"/>
                </a:solidFill>
                <a:effectLst>
                  <a:outerShdw blurRad="38100" dist="38100" dir="2700000" algn="tl">
                    <a:srgbClr val="000000">
                      <a:alpha val="43137"/>
                    </a:srgbClr>
                  </a:outerShdw>
                </a:effectLst>
                <a:latin typeface="楷体" pitchFamily="49" charset="-122"/>
                <a:ea typeface="楷体" pitchFamily="49" charset="-122"/>
              </a:rPr>
              <a:t>，</a:t>
            </a:r>
            <a:r>
              <a:rPr lang="zh-CN" altLang="en-US" sz="260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除非其感兴趣的事件发生</a:t>
            </a:r>
            <a:endParaRPr lang="en-US" altLang="zh-CN" sz="260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endParaRPr>
          </a:p>
          <a:p>
            <a:pPr eaLnBrk="1" hangingPunct="1">
              <a:spcBef>
                <a:spcPct val="50000"/>
              </a:spcBef>
              <a:buClr>
                <a:srgbClr val="9933FF"/>
              </a:buClr>
              <a:defRPr/>
            </a:pPr>
            <a:r>
              <a:rPr lang="zh-CN" altLang="en-US" sz="260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接口已经简单到极致：只包含一个事件响应方法的标记</a:t>
            </a:r>
            <a:endParaRPr lang="en-US" altLang="zh-CN" sz="260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endParaRPr>
          </a:p>
        </p:txBody>
      </p:sp>
      <p:pic>
        <p:nvPicPr>
          <p:cNvPr id="139269"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0825" y="1268413"/>
            <a:ext cx="8642350" cy="316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3757945881"/>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p:txBody>
          <a:bodyPr/>
          <a:lstStyle/>
          <a:p>
            <a:r>
              <a:rPr lang="zh-CN" altLang="en-US" sz="3200" b="0" smtClean="0">
                <a:latin typeface="微软雅黑" pitchFamily="34" charset="-122"/>
                <a:ea typeface="微软雅黑" pitchFamily="34" charset="-122"/>
              </a:rPr>
              <a:t>回顾前述的三个问题</a:t>
            </a:r>
            <a:r>
              <a:rPr lang="en-US" altLang="zh-CN" sz="3200" b="0" smtClean="0">
                <a:latin typeface="微软雅黑" pitchFamily="34" charset="-122"/>
                <a:ea typeface="微软雅黑" pitchFamily="34" charset="-122"/>
              </a:rPr>
              <a:t>(P1~P3)</a:t>
            </a:r>
            <a:endParaRPr lang="zh-CN" altLang="en-US" sz="3200" b="0" smtClean="0">
              <a:latin typeface="微软雅黑" pitchFamily="34" charset="-122"/>
              <a:ea typeface="微软雅黑" pitchFamily="34" charset="-122"/>
            </a:endParaRP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1BE4C5C9-3512-49B0-BB0F-EC581E7D7149}" type="slidenum">
              <a:rPr lang="zh-CN" altLang="en-US" sz="1600">
                <a:solidFill>
                  <a:srgbClr val="000066"/>
                </a:solidFill>
                <a:latin typeface="微软雅黑" pitchFamily="34" charset="-122"/>
                <a:ea typeface="微软雅黑" pitchFamily="34" charset="-122"/>
              </a:rPr>
              <a:pPr/>
              <a:t>70</a:t>
            </a:fld>
            <a:endParaRPr lang="en-US" altLang="zh-CN" sz="1600">
              <a:solidFill>
                <a:srgbClr val="000066"/>
              </a:solidFill>
              <a:latin typeface="微软雅黑" pitchFamily="34" charset="-122"/>
              <a:ea typeface="微软雅黑" pitchFamily="34" charset="-122"/>
            </a:endParaRPr>
          </a:p>
        </p:txBody>
      </p:sp>
      <p:sp>
        <p:nvSpPr>
          <p:cNvPr id="9" name="Rectangle 3"/>
          <p:cNvSpPr txBox="1">
            <a:spLocks noChangeArrowheads="1"/>
          </p:cNvSpPr>
          <p:nvPr/>
        </p:nvSpPr>
        <p:spPr bwMode="auto">
          <a:xfrm>
            <a:off x="323850" y="1341438"/>
            <a:ext cx="8569325" cy="5040312"/>
          </a:xfrm>
          <a:prstGeom prst="rect">
            <a:avLst/>
          </a:prstGeom>
          <a:noFill/>
          <a:ln w="9525">
            <a:noFill/>
            <a:miter lim="800000"/>
            <a:headEnd/>
            <a:tailEnd/>
          </a:ln>
          <a:effectLst/>
        </p:spPr>
        <p:txBody>
          <a:bodyPr/>
          <a:lstStyle>
            <a:lvl1pPr marL="457200" indent="-457200" algn="l" rtl="0" eaLnBrk="0" fontAlgn="base" hangingPunct="0">
              <a:lnSpc>
                <a:spcPct val="120000"/>
              </a:lnSpc>
              <a:spcBef>
                <a:spcPct val="20000"/>
              </a:spcBef>
              <a:spcAft>
                <a:spcPct val="0"/>
              </a:spcAft>
              <a:buClr>
                <a:schemeClr val="accent2"/>
              </a:buClr>
              <a:buFont typeface="Wingdings" pitchFamily="2" charset="2"/>
              <a:buChar char="p"/>
              <a:defRPr kumimoji="1" sz="3200" b="1">
                <a:solidFill>
                  <a:schemeClr val="tx1"/>
                </a:solidFill>
                <a:latin typeface="+mn-lt"/>
                <a:ea typeface="+mn-ea"/>
                <a:cs typeface="+mn-cs"/>
              </a:defRPr>
            </a:lvl1pPr>
            <a:lvl2pPr marL="990600" indent="-354013" algn="l" rtl="0" eaLnBrk="0" fontAlgn="base" hangingPunct="0">
              <a:lnSpc>
                <a:spcPct val="120000"/>
              </a:lnSpc>
              <a:spcBef>
                <a:spcPct val="20000"/>
              </a:spcBef>
              <a:spcAft>
                <a:spcPct val="0"/>
              </a:spcAft>
              <a:buClr>
                <a:schemeClr val="folHlink"/>
              </a:buClr>
              <a:buFont typeface="Wingdings" pitchFamily="2" charset="2"/>
              <a:buBlip>
                <a:blip r:embed="rId4"/>
              </a:buBlip>
              <a:defRPr kumimoji="1" sz="2800" b="1">
                <a:solidFill>
                  <a:schemeClr val="tx1"/>
                </a:solidFill>
                <a:latin typeface="楷体_GB2312" pitchFamily="49" charset="-122"/>
                <a:ea typeface="楷体_GB2312" pitchFamily="49" charset="-122"/>
              </a:defRPr>
            </a:lvl2pPr>
            <a:lvl3pPr marL="1619250" indent="-354013" algn="l" rtl="0" eaLnBrk="0" fontAlgn="base" hangingPunct="0">
              <a:lnSpc>
                <a:spcPct val="120000"/>
              </a:lnSpc>
              <a:spcBef>
                <a:spcPct val="20000"/>
              </a:spcBef>
              <a:spcAft>
                <a:spcPct val="0"/>
              </a:spcAft>
              <a:buClr>
                <a:schemeClr val="accent2"/>
              </a:buClr>
              <a:buBlip>
                <a:blip r:embed="rId5"/>
              </a:buBlip>
              <a:defRPr kumimoji="1" sz="2400" b="1">
                <a:solidFill>
                  <a:schemeClr val="tx1"/>
                </a:solidFill>
                <a:latin typeface="+mn-lt"/>
                <a:ea typeface="+mn-ea"/>
              </a:defRPr>
            </a:lvl3pPr>
            <a:lvl4pPr marL="2152650" indent="-315913" algn="l" rtl="0" eaLnBrk="0" fontAlgn="base" hangingPunct="0">
              <a:lnSpc>
                <a:spcPct val="120000"/>
              </a:lnSpc>
              <a:spcBef>
                <a:spcPct val="20000"/>
              </a:spcBef>
              <a:spcAft>
                <a:spcPct val="0"/>
              </a:spcAft>
              <a:buClr>
                <a:schemeClr val="accent2"/>
              </a:buClr>
              <a:buBlip>
                <a:blip r:embed="rId6"/>
              </a:buBlip>
              <a:defRPr kumimoji="1" sz="2000" b="1">
                <a:solidFill>
                  <a:schemeClr val="tx1"/>
                </a:solidFill>
                <a:latin typeface="+mn-lt"/>
                <a:ea typeface="+mn-ea"/>
              </a:defRPr>
            </a:lvl4pPr>
            <a:lvl5pPr marL="26098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5pPr>
            <a:lvl6pPr marL="30670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6pPr>
            <a:lvl7pPr marL="35242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7pPr>
            <a:lvl8pPr marL="39814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8pPr>
            <a:lvl9pPr marL="4438650" indent="-269875" algn="l" rtl="0" eaLnBrk="0" fontAlgn="base" hangingPunct="0">
              <a:lnSpc>
                <a:spcPct val="120000"/>
              </a:lnSpc>
              <a:spcBef>
                <a:spcPct val="20000"/>
              </a:spcBef>
              <a:spcAft>
                <a:spcPct val="0"/>
              </a:spcAft>
              <a:buClr>
                <a:schemeClr val="accent2"/>
              </a:buClr>
              <a:buBlip>
                <a:blip r:embed="rId7"/>
              </a:buBlip>
              <a:defRPr kumimoji="1" b="1">
                <a:solidFill>
                  <a:schemeClr val="tx1"/>
                </a:solidFill>
                <a:latin typeface="+mn-lt"/>
                <a:ea typeface="+mn-ea"/>
              </a:defRPr>
            </a:lvl9pPr>
          </a:lstStyle>
          <a:p>
            <a:pPr eaLnBrk="1" hangingPunct="1">
              <a:lnSpc>
                <a:spcPct val="130000"/>
              </a:lnSpc>
              <a:spcBef>
                <a:spcPts val="500"/>
              </a:spcBef>
              <a:buClr>
                <a:srgbClr val="9933FF"/>
              </a:buClr>
              <a:defRPr/>
            </a:pPr>
            <a:r>
              <a:rPr lang="en-US" altLang="zh-CN" sz="2800" kern="0" dirty="0">
                <a:solidFill>
                  <a:srgbClr val="000000"/>
                </a:solidFill>
                <a:effectLst>
                  <a:outerShdw blurRad="38100" dist="38100" dir="2700000" algn="tl">
                    <a:srgbClr val="000000">
                      <a:alpha val="43137"/>
                    </a:srgbClr>
                  </a:outerShdw>
                </a:effectLst>
                <a:latin typeface="楷体" pitchFamily="49" charset="-122"/>
                <a:ea typeface="楷体" pitchFamily="49" charset="-122"/>
              </a:rPr>
              <a:t>P1</a:t>
            </a:r>
            <a:r>
              <a:rPr lang="zh-CN" altLang="en-US" sz="2800" kern="0" dirty="0">
                <a:solidFill>
                  <a:srgbClr val="000000"/>
                </a:solidFill>
                <a:effectLst>
                  <a:outerShdw blurRad="38100" dist="38100" dir="2700000" algn="tl">
                    <a:srgbClr val="000000">
                      <a:alpha val="43137"/>
                    </a:srgbClr>
                  </a:outerShdw>
                </a:effectLst>
                <a:latin typeface="楷体" pitchFamily="49" charset="-122"/>
                <a:ea typeface="楷体" pitchFamily="49" charset="-122"/>
              </a:rPr>
              <a:t>：性能已经得到最大限度的优化，因为绝不会出现无价值的事件传递的情况</a:t>
            </a:r>
          </a:p>
          <a:p>
            <a:pPr eaLnBrk="1" hangingPunct="1">
              <a:lnSpc>
                <a:spcPct val="130000"/>
              </a:lnSpc>
              <a:spcBef>
                <a:spcPts val="500"/>
              </a:spcBef>
              <a:buClr>
                <a:srgbClr val="9933FF"/>
              </a:buClr>
              <a:defRPr/>
            </a:pPr>
            <a:r>
              <a:rPr lang="en-US" altLang="zh-CN" sz="2800" kern="0" dirty="0">
                <a:solidFill>
                  <a:srgbClr val="000000"/>
                </a:solidFill>
                <a:effectLst>
                  <a:outerShdw blurRad="38100" dist="38100" dir="2700000" algn="tl">
                    <a:srgbClr val="000000">
                      <a:alpha val="43137"/>
                    </a:srgbClr>
                  </a:outerShdw>
                </a:effectLst>
                <a:latin typeface="楷体" pitchFamily="49" charset="-122"/>
                <a:ea typeface="楷体" pitchFamily="49" charset="-122"/>
              </a:rPr>
              <a:t>P2</a:t>
            </a:r>
            <a:r>
              <a:rPr lang="zh-CN" altLang="en-US" sz="2800" kern="0" dirty="0">
                <a:solidFill>
                  <a:srgbClr val="000000"/>
                </a:solidFill>
                <a:effectLst>
                  <a:outerShdw blurRad="38100" dist="38100" dir="2700000" algn="tl">
                    <a:srgbClr val="000000">
                      <a:alpha val="43137"/>
                    </a:srgbClr>
                  </a:outerShdw>
                </a:effectLst>
                <a:latin typeface="楷体" pitchFamily="49" charset="-122"/>
                <a:ea typeface="楷体" pitchFamily="49" charset="-122"/>
              </a:rPr>
              <a:t>：</a:t>
            </a:r>
            <a:r>
              <a:rPr lang="zh-CN" altLang="en-US" sz="280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对于作为事件源的界面元素类和界面容器类而言</a:t>
            </a:r>
            <a:r>
              <a:rPr lang="zh-CN" altLang="en-US" sz="2800" kern="0" dirty="0">
                <a:solidFill>
                  <a:srgbClr val="000000"/>
                </a:solidFill>
                <a:effectLst>
                  <a:outerShdw blurRad="38100" dist="38100" dir="2700000" algn="tl">
                    <a:srgbClr val="000000">
                      <a:alpha val="43137"/>
                    </a:srgbClr>
                  </a:outerShdw>
                </a:effectLst>
                <a:latin typeface="楷体" pitchFamily="49" charset="-122"/>
                <a:ea typeface="楷体" pitchFamily="49" charset="-122"/>
              </a:rPr>
              <a:t>，</a:t>
            </a:r>
            <a:r>
              <a:rPr lang="zh-CN" altLang="en-US" sz="280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不再需要针对它们提供子类</a:t>
            </a:r>
          </a:p>
          <a:p>
            <a:pPr eaLnBrk="1" hangingPunct="1">
              <a:lnSpc>
                <a:spcPct val="130000"/>
              </a:lnSpc>
              <a:spcBef>
                <a:spcPts val="500"/>
              </a:spcBef>
              <a:buClr>
                <a:srgbClr val="9933FF"/>
              </a:buClr>
              <a:defRPr/>
            </a:pPr>
            <a:r>
              <a:rPr lang="en-US" altLang="zh-CN" sz="2800" kern="0" dirty="0">
                <a:solidFill>
                  <a:srgbClr val="000000"/>
                </a:solidFill>
                <a:effectLst>
                  <a:outerShdw blurRad="38100" dist="38100" dir="2700000" algn="tl">
                    <a:srgbClr val="000000">
                      <a:alpha val="43137"/>
                    </a:srgbClr>
                  </a:outerShdw>
                </a:effectLst>
                <a:latin typeface="楷体" pitchFamily="49" charset="-122"/>
                <a:ea typeface="楷体" pitchFamily="49" charset="-122"/>
              </a:rPr>
              <a:t>P3</a:t>
            </a:r>
            <a:r>
              <a:rPr lang="zh-CN" altLang="en-US" sz="2800" kern="0" dirty="0">
                <a:solidFill>
                  <a:srgbClr val="000000"/>
                </a:solidFill>
                <a:effectLst>
                  <a:outerShdw blurRad="38100" dist="38100" dir="2700000" algn="tl">
                    <a:srgbClr val="000000">
                      <a:alpha val="43137"/>
                    </a:srgbClr>
                  </a:outerShdw>
                </a:effectLst>
                <a:latin typeface="楷体" pitchFamily="49" charset="-122"/>
                <a:ea typeface="楷体" pitchFamily="49" charset="-122"/>
              </a:rPr>
              <a:t>：在新的技术方案之下，只要利用边界类作为胶水类，将界面元素与业务逻辑对象绑定即可，业务逻辑处理的类可以与界面相互隔离</a:t>
            </a:r>
            <a:endParaRPr lang="en-US" altLang="zh-CN" sz="2800" kern="0" dirty="0">
              <a:solidFill>
                <a:srgbClr val="000000"/>
              </a:solidFill>
              <a:effectLst>
                <a:outerShdw blurRad="38100" dist="38100" dir="2700000" algn="tl">
                  <a:srgbClr val="000000">
                    <a:alpha val="43137"/>
                  </a:srgbClr>
                </a:outerShdw>
              </a:effectLst>
              <a:latin typeface="楷体" pitchFamily="49" charset="-122"/>
              <a:ea typeface="楷体" pitchFamily="49" charset="-122"/>
            </a:endParaRPr>
          </a:p>
        </p:txBody>
      </p:sp>
      <p:graphicFrame>
        <p:nvGraphicFramePr>
          <p:cNvPr id="6" name="图示 5"/>
          <p:cNvGraphicFramePr/>
          <p:nvPr/>
        </p:nvGraphicFramePr>
        <p:xfrm>
          <a:off x="762016" y="4643446"/>
          <a:ext cx="7667636" cy="281781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custDataLst>
      <p:tags r:id="rId1"/>
    </p:custDataLst>
    <p:extLst>
      <p:ext uri="{BB962C8B-B14F-4D97-AF65-F5344CB8AC3E}">
        <p14:creationId xmlns:p14="http://schemas.microsoft.com/office/powerpoint/2010/main" val="17165668"/>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par>
                          <p:cTn id="15" fill="hold" nodeType="afterGroup">
                            <p:stCondLst>
                              <p:cond delay="0"/>
                            </p:stCondLst>
                            <p:childTnLst>
                              <p:par>
                                <p:cTn id="16" presetID="1"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childTnLst>
                                </p:cTn>
                              </p:par>
                            </p:childTnLst>
                          </p:cTn>
                        </p:par>
                        <p:par>
                          <p:cTn id="18" fill="hold" nodeType="afterGroup">
                            <p:stCondLst>
                              <p:cond delay="0"/>
                            </p:stCondLst>
                            <p:childTnLst>
                              <p:par>
                                <p:cTn id="19" presetID="1" presetClass="entr" presetSubtype="0" fill="hold" grpId="0" nodeType="after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build="p"/>
      <p:bldGraphic spid="6" grpId="0">
        <p:bldAsOne/>
      </p:bldGraphic>
    </p:bldLst>
  </p:timing>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p:txBody>
          <a:bodyPr/>
          <a:lstStyle/>
          <a:p>
            <a:r>
              <a:rPr lang="zh-CN" altLang="en-US" sz="3200" b="0" smtClean="0">
                <a:latin typeface="微软雅黑" pitchFamily="34" charset="-122"/>
                <a:ea typeface="微软雅黑" pitchFamily="34" charset="-122"/>
              </a:rPr>
              <a:t>内容提要</a:t>
            </a: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A5CAEDC4-3D1A-464E-B64F-40DB8C51FCA4}" type="slidenum">
              <a:rPr lang="zh-CN" altLang="en-US" sz="1600">
                <a:solidFill>
                  <a:srgbClr val="000066"/>
                </a:solidFill>
                <a:latin typeface="微软雅黑" pitchFamily="34" charset="-122"/>
                <a:ea typeface="微软雅黑" pitchFamily="34" charset="-122"/>
              </a:rPr>
              <a:pPr/>
              <a:t>71</a:t>
            </a:fld>
            <a:endParaRPr lang="en-US" altLang="zh-CN" sz="1600">
              <a:solidFill>
                <a:srgbClr val="000066"/>
              </a:solidFill>
              <a:latin typeface="微软雅黑" pitchFamily="34" charset="-122"/>
              <a:ea typeface="微软雅黑" pitchFamily="34" charset="-122"/>
            </a:endParaRPr>
          </a:p>
        </p:txBody>
      </p:sp>
      <p:graphicFrame>
        <p:nvGraphicFramePr>
          <p:cNvPr id="5" name="图示 4"/>
          <p:cNvGraphicFramePr/>
          <p:nvPr/>
        </p:nvGraphicFramePr>
        <p:xfrm>
          <a:off x="571472" y="1571612"/>
          <a:ext cx="8072494" cy="464347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198903871"/>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p:txBody>
          <a:bodyPr/>
          <a:lstStyle/>
          <a:p>
            <a:r>
              <a:rPr lang="zh-CN" altLang="en-US" sz="3200" b="0" smtClean="0">
                <a:latin typeface="微软雅黑" pitchFamily="34" charset="-122"/>
                <a:ea typeface="微软雅黑" pitchFamily="34" charset="-122"/>
              </a:rPr>
              <a:t>任何构件都可作为事件源</a:t>
            </a:r>
            <a:r>
              <a:rPr lang="en-US" altLang="zh-CN" sz="3200" b="0" smtClean="0">
                <a:latin typeface="微软雅黑" pitchFamily="34" charset="-122"/>
                <a:ea typeface="微软雅黑" pitchFamily="34" charset="-122"/>
              </a:rPr>
              <a:t>/</a:t>
            </a:r>
            <a:r>
              <a:rPr lang="zh-CN" altLang="en-US" sz="3200" b="0" smtClean="0">
                <a:latin typeface="微软雅黑" pitchFamily="34" charset="-122"/>
                <a:ea typeface="微软雅黑" pitchFamily="34" charset="-122"/>
              </a:rPr>
              <a:t>目标！</a:t>
            </a: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E87A34F9-08AF-4362-B02E-DF68D6B04309}" type="slidenum">
              <a:rPr lang="zh-CN" altLang="en-US" sz="1600">
                <a:solidFill>
                  <a:srgbClr val="000066"/>
                </a:solidFill>
                <a:latin typeface="微软雅黑" pitchFamily="34" charset="-122"/>
                <a:ea typeface="微软雅黑" pitchFamily="34" charset="-122"/>
              </a:rPr>
              <a:pPr/>
              <a:t>72</a:t>
            </a:fld>
            <a:endParaRPr lang="en-US" altLang="zh-CN" sz="1600">
              <a:solidFill>
                <a:srgbClr val="000066"/>
              </a:solidFill>
              <a:latin typeface="微软雅黑" pitchFamily="34" charset="-122"/>
              <a:ea typeface="微软雅黑" pitchFamily="34" charset="-122"/>
            </a:endParaRPr>
          </a:p>
        </p:txBody>
      </p:sp>
      <p:pic>
        <p:nvPicPr>
          <p:cNvPr id="14541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750" y="1531938"/>
            <a:ext cx="8415338" cy="470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2849981141"/>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p:txBody>
          <a:bodyPr/>
          <a:lstStyle/>
          <a:p>
            <a:r>
              <a:rPr lang="zh-CN" altLang="en-US" sz="3200" b="0" smtClean="0">
                <a:latin typeface="微软雅黑" pitchFamily="34" charset="-122"/>
                <a:ea typeface="微软雅黑" pitchFamily="34" charset="-122"/>
              </a:rPr>
              <a:t>扩充前述解决方案以实现构件交互</a:t>
            </a:r>
          </a:p>
        </p:txBody>
      </p:sp>
      <p:sp>
        <p:nvSpPr>
          <p:cNvPr id="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b="1">
                <a:solidFill>
                  <a:schemeClr val="tx1"/>
                </a:solidFill>
                <a:latin typeface="幼圆" pitchFamily="49" charset="-122"/>
                <a:ea typeface="幼圆" pitchFamily="49" charset="-122"/>
                <a:cs typeface="楷体_GB2312"/>
              </a:defRPr>
            </a:lvl5pPr>
            <a:lvl6pPr marL="2514600" indent="-228600">
              <a:defRPr kumimoji="1" b="1">
                <a:solidFill>
                  <a:schemeClr val="tx1"/>
                </a:solidFill>
                <a:latin typeface="幼圆" pitchFamily="49" charset="-122"/>
                <a:ea typeface="幼圆" pitchFamily="49" charset="-122"/>
                <a:cs typeface="楷体_GB2312"/>
              </a:defRPr>
            </a:lvl6pPr>
            <a:lvl7pPr marL="2971800" indent="-228600">
              <a:defRPr kumimoji="1" b="1">
                <a:solidFill>
                  <a:schemeClr val="tx1"/>
                </a:solidFill>
                <a:latin typeface="幼圆" pitchFamily="49" charset="-122"/>
                <a:ea typeface="幼圆" pitchFamily="49" charset="-122"/>
                <a:cs typeface="楷体_GB2312"/>
              </a:defRPr>
            </a:lvl7pPr>
            <a:lvl8pPr marL="3429000" indent="-228600">
              <a:defRPr kumimoji="1" b="1">
                <a:solidFill>
                  <a:schemeClr val="tx1"/>
                </a:solidFill>
                <a:latin typeface="幼圆" pitchFamily="49" charset="-122"/>
                <a:ea typeface="幼圆" pitchFamily="49" charset="-122"/>
                <a:cs typeface="楷体_GB2312"/>
              </a:defRPr>
            </a:lvl8pPr>
            <a:lvl9pPr marL="3886200" indent="-228600">
              <a:defRPr kumimoji="1" b="1">
                <a:solidFill>
                  <a:schemeClr val="tx1"/>
                </a:solidFill>
                <a:latin typeface="幼圆" pitchFamily="49" charset="-122"/>
                <a:ea typeface="幼圆" pitchFamily="49" charset="-122"/>
                <a:cs typeface="楷体_GB2312"/>
              </a:defRPr>
            </a:lvl9pPr>
          </a:lstStyle>
          <a:p>
            <a:fld id="{798A0122-BB9C-4729-8695-9FF12A194792}" type="slidenum">
              <a:rPr lang="zh-CN" altLang="en-US" sz="1600">
                <a:solidFill>
                  <a:srgbClr val="000066"/>
                </a:solidFill>
                <a:latin typeface="微软雅黑" pitchFamily="34" charset="-122"/>
                <a:ea typeface="微软雅黑" pitchFamily="34" charset="-122"/>
              </a:rPr>
              <a:pPr/>
              <a:t>73</a:t>
            </a:fld>
            <a:endParaRPr lang="en-US" altLang="zh-CN" sz="1600">
              <a:solidFill>
                <a:srgbClr val="000066"/>
              </a:solidFill>
              <a:latin typeface="微软雅黑" pitchFamily="34" charset="-122"/>
              <a:ea typeface="微软雅黑" pitchFamily="34" charset="-122"/>
            </a:endParaRPr>
          </a:p>
        </p:txBody>
      </p:sp>
      <p:graphicFrame>
        <p:nvGraphicFramePr>
          <p:cNvPr id="5" name="图示 4"/>
          <p:cNvGraphicFramePr/>
          <p:nvPr/>
        </p:nvGraphicFramePr>
        <p:xfrm>
          <a:off x="398579" y="1412776"/>
          <a:ext cx="8565909" cy="482453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2043488140"/>
      </p:ext>
    </p:extLst>
  </p:cSld>
  <p:clrMapOvr>
    <a:masterClrMapping/>
  </p:clrMapOvr>
  <p:transition advClick="0" advTm="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sz="2000" b="1">
                <a:solidFill>
                  <a:schemeClr val="tx1"/>
                </a:solidFill>
                <a:latin typeface="幼圆" pitchFamily="49" charset="-122"/>
                <a:ea typeface="幼圆" pitchFamily="49" charset="-122"/>
                <a:cs typeface="楷体_GB2312"/>
              </a:defRPr>
            </a:lvl5pPr>
            <a:lvl6pPr marL="2514600" indent="-228600">
              <a:defRPr kumimoji="1" sz="2000" b="1">
                <a:solidFill>
                  <a:schemeClr val="tx1"/>
                </a:solidFill>
                <a:latin typeface="幼圆" pitchFamily="49" charset="-122"/>
                <a:ea typeface="幼圆" pitchFamily="49" charset="-122"/>
                <a:cs typeface="楷体_GB2312"/>
              </a:defRPr>
            </a:lvl6pPr>
            <a:lvl7pPr marL="2971800" indent="-228600">
              <a:defRPr kumimoji="1" sz="2000" b="1">
                <a:solidFill>
                  <a:schemeClr val="tx1"/>
                </a:solidFill>
                <a:latin typeface="幼圆" pitchFamily="49" charset="-122"/>
                <a:ea typeface="幼圆" pitchFamily="49" charset="-122"/>
                <a:cs typeface="楷体_GB2312"/>
              </a:defRPr>
            </a:lvl7pPr>
            <a:lvl8pPr marL="3429000" indent="-228600">
              <a:defRPr kumimoji="1" sz="2000" b="1">
                <a:solidFill>
                  <a:schemeClr val="tx1"/>
                </a:solidFill>
                <a:latin typeface="幼圆" pitchFamily="49" charset="-122"/>
                <a:ea typeface="幼圆" pitchFamily="49" charset="-122"/>
                <a:cs typeface="楷体_GB2312"/>
              </a:defRPr>
            </a:lvl8pPr>
            <a:lvl9pPr marL="3886200" indent="-228600">
              <a:defRPr kumimoji="1" sz="2000" b="1">
                <a:solidFill>
                  <a:schemeClr val="tx1"/>
                </a:solidFill>
                <a:latin typeface="幼圆" pitchFamily="49" charset="-122"/>
                <a:ea typeface="幼圆" pitchFamily="49" charset="-122"/>
                <a:cs typeface="楷体_GB2312"/>
              </a:defRPr>
            </a:lvl9pPr>
          </a:lstStyle>
          <a:p>
            <a:fld id="{F68900F4-A6D9-4071-AA36-B406E6477BD5}" type="slidenum">
              <a:rPr kumimoji="0" lang="zh-CN" altLang="en-US" sz="1400" b="0">
                <a:solidFill>
                  <a:srgbClr val="000066"/>
                </a:solidFill>
                <a:latin typeface="Times New Roman" pitchFamily="18" charset="0"/>
                <a:ea typeface="宋体" pitchFamily="2" charset="-122"/>
              </a:rPr>
              <a:pPr/>
              <a:t>74</a:t>
            </a:fld>
            <a:endParaRPr kumimoji="0" lang="en-US" altLang="zh-CN" sz="1400" b="0">
              <a:solidFill>
                <a:srgbClr val="000066"/>
              </a:solidFill>
              <a:latin typeface="Times New Roman" pitchFamily="18" charset="0"/>
              <a:ea typeface="宋体" pitchFamily="2" charset="-122"/>
            </a:endParaRPr>
          </a:p>
        </p:txBody>
      </p:sp>
      <p:sp>
        <p:nvSpPr>
          <p:cNvPr id="434178" name="Rectangle 2"/>
          <p:cNvSpPr>
            <a:spLocks noGrp="1" noChangeArrowheads="1"/>
          </p:cNvSpPr>
          <p:nvPr>
            <p:ph type="title"/>
          </p:nvPr>
        </p:nvSpPr>
        <p:spPr>
          <a:xfrm>
            <a:off x="214313" y="366713"/>
            <a:ext cx="8715375" cy="685800"/>
          </a:xfrm>
        </p:spPr>
        <p:txBody>
          <a:bodyPr/>
          <a:lstStyle/>
          <a:p>
            <a:pPr>
              <a:defRPr/>
            </a:pPr>
            <a:r>
              <a:rPr lang="zh-CN" altLang="en-US" sz="3600" b="0" dirty="0">
                <a:solidFill>
                  <a:srgbClr val="FFFFFF"/>
                </a:solidFill>
                <a:effectLst>
                  <a:outerShdw blurRad="38100" dist="38100" dir="2700000" algn="tl">
                    <a:srgbClr val="000000"/>
                  </a:outerShdw>
                </a:effectLst>
                <a:latin typeface="微软雅黑" pitchFamily="34" charset="-122"/>
                <a:ea typeface="微软雅黑" pitchFamily="34" charset="-122"/>
              </a:rPr>
              <a:t>第</a:t>
            </a:r>
            <a:r>
              <a:rPr lang="en-US" altLang="zh-CN" sz="3600" b="0" dirty="0">
                <a:solidFill>
                  <a:srgbClr val="FFFFFF"/>
                </a:solidFill>
                <a:effectLst>
                  <a:outerShdw blurRad="38100" dist="38100" dir="2700000" algn="tl">
                    <a:srgbClr val="000000"/>
                  </a:outerShdw>
                </a:effectLst>
                <a:latin typeface="微软雅黑" pitchFamily="34" charset="-122"/>
                <a:ea typeface="微软雅黑" pitchFamily="34" charset="-122"/>
              </a:rPr>
              <a:t>1</a:t>
            </a:r>
            <a:r>
              <a:rPr lang="zh-CN" altLang="en-US" sz="3600" b="0" dirty="0">
                <a:solidFill>
                  <a:srgbClr val="FFFFFF"/>
                </a:solidFill>
                <a:effectLst>
                  <a:outerShdw blurRad="38100" dist="38100" dir="2700000" algn="tl">
                    <a:srgbClr val="000000"/>
                  </a:outerShdw>
                </a:effectLst>
                <a:latin typeface="微软雅黑" pitchFamily="34" charset="-122"/>
                <a:ea typeface="微软雅黑" pitchFamily="34" charset="-122"/>
              </a:rPr>
              <a:t>步：定义事件类</a:t>
            </a:r>
            <a:endParaRPr lang="zh-CN" altLang="en-GB" sz="3600" b="0" dirty="0">
              <a:solidFill>
                <a:srgbClr val="FF0000"/>
              </a:solidFill>
              <a:effectLst>
                <a:outerShdw blurRad="38100" dist="38100" dir="2700000" algn="tl">
                  <a:srgbClr val="000000"/>
                </a:outerShdw>
              </a:effectLst>
              <a:latin typeface="微软雅黑" pitchFamily="34" charset="-122"/>
              <a:ea typeface="微软雅黑" pitchFamily="34" charset="-122"/>
            </a:endParaRPr>
          </a:p>
        </p:txBody>
      </p:sp>
      <p:sp>
        <p:nvSpPr>
          <p:cNvPr id="149508" name="内容占位符 4"/>
          <p:cNvSpPr>
            <a:spLocks noGrp="1" noChangeArrowheads="1"/>
          </p:cNvSpPr>
          <p:nvPr>
            <p:ph idx="1"/>
          </p:nvPr>
        </p:nvSpPr>
        <p:spPr>
          <a:xfrm>
            <a:off x="457200" y="1071563"/>
            <a:ext cx="8686800" cy="5715000"/>
          </a:xfrm>
        </p:spPr>
        <p:txBody>
          <a:bodyPr/>
          <a:lstStyle/>
          <a:p>
            <a:pPr>
              <a:lnSpc>
                <a:spcPct val="100000"/>
              </a:lnSpc>
              <a:spcBef>
                <a:spcPct val="0"/>
              </a:spcBef>
              <a:buFont typeface="Wingdings" pitchFamily="2" charset="2"/>
              <a:buNone/>
            </a:pPr>
            <a:r>
              <a:rPr lang="en-US" altLang="zh-CN" sz="2000" b="0" i="1" smtClean="0">
                <a:solidFill>
                  <a:srgbClr val="000000"/>
                </a:solidFill>
                <a:latin typeface="Calibri" pitchFamily="34" charset="0"/>
                <a:ea typeface="楷体_GB2312"/>
                <a:cs typeface="楷体_GB2312"/>
              </a:rPr>
              <a:t>public class </a:t>
            </a:r>
            <a:r>
              <a:rPr lang="en-US" altLang="zh-CN" sz="2000" b="0" smtClean="0">
                <a:solidFill>
                  <a:srgbClr val="000000"/>
                </a:solidFill>
                <a:latin typeface="Calibri" pitchFamily="34" charset="0"/>
                <a:ea typeface="楷体_GB2312"/>
                <a:cs typeface="楷体_GB2312"/>
              </a:rPr>
              <a:t>PropertyChangeEvent {</a:t>
            </a:r>
          </a:p>
          <a:p>
            <a:pPr>
              <a:lnSpc>
                <a:spcPct val="100000"/>
              </a:lnSpc>
              <a:spcBef>
                <a:spcPct val="0"/>
              </a:spcBef>
              <a:buFont typeface="Wingdings" pitchFamily="2" charset="2"/>
              <a:buNone/>
            </a:pPr>
            <a:r>
              <a:rPr lang="en-US" altLang="zh-CN" sz="2000" b="0" smtClean="0">
                <a:solidFill>
                  <a:srgbClr val="000000"/>
                </a:solidFill>
                <a:latin typeface="Calibri" pitchFamily="34" charset="0"/>
                <a:ea typeface="楷体_GB2312"/>
                <a:cs typeface="楷体_GB2312"/>
              </a:rPr>
              <a:t>    </a:t>
            </a:r>
            <a:r>
              <a:rPr lang="en-US" altLang="zh-CN" sz="2000" b="0" i="1" smtClean="0">
                <a:solidFill>
                  <a:srgbClr val="000000"/>
                </a:solidFill>
                <a:latin typeface="Calibri" pitchFamily="34" charset="0"/>
                <a:ea typeface="楷体_GB2312"/>
                <a:cs typeface="楷体_GB2312"/>
              </a:rPr>
              <a:t>private</a:t>
            </a:r>
            <a:r>
              <a:rPr lang="en-US" altLang="zh-CN" sz="2000" b="0" smtClean="0">
                <a:solidFill>
                  <a:srgbClr val="000000"/>
                </a:solidFill>
                <a:latin typeface="Calibri" pitchFamily="34" charset="0"/>
                <a:ea typeface="楷体_GB2312"/>
                <a:cs typeface="楷体_GB2312"/>
              </a:rPr>
              <a:t> Object   m_objHost; </a:t>
            </a:r>
          </a:p>
          <a:p>
            <a:pPr>
              <a:lnSpc>
                <a:spcPct val="100000"/>
              </a:lnSpc>
              <a:spcBef>
                <a:spcPct val="0"/>
              </a:spcBef>
              <a:buFont typeface="Wingdings" pitchFamily="2" charset="2"/>
              <a:buNone/>
            </a:pPr>
            <a:r>
              <a:rPr lang="en-US" altLang="zh-CN" sz="2000" b="0" smtClean="0">
                <a:solidFill>
                  <a:srgbClr val="000000"/>
                </a:solidFill>
                <a:latin typeface="Calibri" pitchFamily="34" charset="0"/>
                <a:ea typeface="楷体_GB2312"/>
                <a:cs typeface="楷体_GB2312"/>
              </a:rPr>
              <a:t>    </a:t>
            </a:r>
            <a:r>
              <a:rPr lang="en-US" altLang="zh-CN" sz="2000" b="0" i="1" smtClean="0">
                <a:solidFill>
                  <a:srgbClr val="000000"/>
                </a:solidFill>
                <a:latin typeface="Calibri" pitchFamily="34" charset="0"/>
                <a:ea typeface="楷体_GB2312"/>
                <a:cs typeface="楷体_GB2312"/>
              </a:rPr>
              <a:t>private</a:t>
            </a:r>
            <a:r>
              <a:rPr lang="en-US" altLang="zh-CN" sz="2000" b="0" smtClean="0">
                <a:solidFill>
                  <a:srgbClr val="000000"/>
                </a:solidFill>
                <a:latin typeface="Calibri" pitchFamily="34" charset="0"/>
                <a:ea typeface="楷体_GB2312"/>
                <a:cs typeface="楷体_GB2312"/>
              </a:rPr>
              <a:t> String    m_strPropertyName;</a:t>
            </a:r>
          </a:p>
          <a:p>
            <a:pPr>
              <a:lnSpc>
                <a:spcPct val="100000"/>
              </a:lnSpc>
              <a:spcBef>
                <a:spcPct val="0"/>
              </a:spcBef>
              <a:buFont typeface="Wingdings" pitchFamily="2" charset="2"/>
              <a:buNone/>
            </a:pPr>
            <a:r>
              <a:rPr lang="en-US" altLang="zh-CN" sz="2000" b="0" smtClean="0">
                <a:solidFill>
                  <a:srgbClr val="000000"/>
                </a:solidFill>
                <a:latin typeface="Calibri" pitchFamily="34" charset="0"/>
                <a:ea typeface="楷体_GB2312"/>
                <a:cs typeface="楷体_GB2312"/>
              </a:rPr>
              <a:t>    </a:t>
            </a:r>
            <a:r>
              <a:rPr lang="en-US" altLang="zh-CN" sz="2000" b="0" i="1" smtClean="0">
                <a:solidFill>
                  <a:srgbClr val="000000"/>
                </a:solidFill>
                <a:latin typeface="Calibri" pitchFamily="34" charset="0"/>
                <a:ea typeface="楷体_GB2312"/>
                <a:cs typeface="楷体_GB2312"/>
              </a:rPr>
              <a:t>private</a:t>
            </a:r>
            <a:r>
              <a:rPr lang="en-US" altLang="zh-CN" sz="2000" b="0" smtClean="0">
                <a:solidFill>
                  <a:srgbClr val="000000"/>
                </a:solidFill>
                <a:latin typeface="Calibri" pitchFamily="34" charset="0"/>
                <a:ea typeface="楷体_GB2312"/>
                <a:cs typeface="楷体_GB2312"/>
              </a:rPr>
              <a:t> Object   m_objOldValue, m_objNewValue;</a:t>
            </a:r>
          </a:p>
          <a:p>
            <a:pPr>
              <a:lnSpc>
                <a:spcPct val="100000"/>
              </a:lnSpc>
              <a:spcBef>
                <a:spcPct val="0"/>
              </a:spcBef>
              <a:buFont typeface="Wingdings" pitchFamily="2" charset="2"/>
              <a:buNone/>
            </a:pPr>
            <a:r>
              <a:rPr lang="en-US" altLang="zh-CN" sz="2000" b="0" smtClean="0">
                <a:solidFill>
                  <a:srgbClr val="000000"/>
                </a:solidFill>
                <a:latin typeface="Calibri" pitchFamily="34" charset="0"/>
                <a:ea typeface="楷体_GB2312"/>
                <a:cs typeface="楷体_GB2312"/>
              </a:rPr>
              <a:t> </a:t>
            </a:r>
          </a:p>
          <a:p>
            <a:pPr>
              <a:lnSpc>
                <a:spcPct val="100000"/>
              </a:lnSpc>
              <a:spcBef>
                <a:spcPct val="0"/>
              </a:spcBef>
              <a:buFont typeface="Wingdings" pitchFamily="2" charset="2"/>
              <a:buNone/>
            </a:pPr>
            <a:r>
              <a:rPr lang="en-US" altLang="zh-CN" sz="2000" b="0" smtClean="0">
                <a:solidFill>
                  <a:srgbClr val="000000"/>
                </a:solidFill>
                <a:latin typeface="Calibri" pitchFamily="34" charset="0"/>
                <a:ea typeface="楷体_GB2312"/>
                <a:cs typeface="楷体_GB2312"/>
              </a:rPr>
              <a:t>    </a:t>
            </a:r>
            <a:r>
              <a:rPr lang="en-US" altLang="zh-CN" sz="2000" b="0" i="1" smtClean="0">
                <a:solidFill>
                  <a:srgbClr val="000000"/>
                </a:solidFill>
                <a:latin typeface="Calibri" pitchFamily="34" charset="0"/>
                <a:ea typeface="楷体_GB2312"/>
                <a:cs typeface="楷体_GB2312"/>
              </a:rPr>
              <a:t>public </a:t>
            </a:r>
            <a:r>
              <a:rPr lang="en-US" altLang="zh-CN" sz="2000" b="0" smtClean="0">
                <a:solidFill>
                  <a:srgbClr val="000000"/>
                </a:solidFill>
                <a:latin typeface="Calibri" pitchFamily="34" charset="0"/>
                <a:ea typeface="楷体_GB2312"/>
                <a:cs typeface="楷体_GB2312"/>
              </a:rPr>
              <a:t>PropertyChangeEvent(Object  objHost, String</a:t>
            </a:r>
          </a:p>
          <a:p>
            <a:pPr>
              <a:lnSpc>
                <a:spcPct val="100000"/>
              </a:lnSpc>
              <a:spcBef>
                <a:spcPct val="0"/>
              </a:spcBef>
              <a:buFont typeface="Wingdings" pitchFamily="2" charset="2"/>
              <a:buNone/>
            </a:pPr>
            <a:r>
              <a:rPr lang="en-US" altLang="zh-CN" sz="2000" b="0" smtClean="0">
                <a:solidFill>
                  <a:srgbClr val="000000"/>
                </a:solidFill>
                <a:latin typeface="Calibri" pitchFamily="34" charset="0"/>
                <a:ea typeface="楷体_GB2312"/>
                <a:cs typeface="楷体_GB2312"/>
              </a:rPr>
              <a:t>        strPropertyName, Object objOldValue, Object objNewValue) { </a:t>
            </a:r>
          </a:p>
          <a:p>
            <a:pPr>
              <a:lnSpc>
                <a:spcPct val="100000"/>
              </a:lnSpc>
              <a:spcBef>
                <a:spcPct val="0"/>
              </a:spcBef>
              <a:buFont typeface="Wingdings" pitchFamily="2" charset="2"/>
              <a:buNone/>
            </a:pPr>
            <a:r>
              <a:rPr lang="en-US" altLang="zh-CN" sz="2000" b="0" smtClean="0">
                <a:solidFill>
                  <a:srgbClr val="000000"/>
                </a:solidFill>
                <a:latin typeface="Calibri" pitchFamily="34" charset="0"/>
                <a:ea typeface="楷体_GB2312"/>
                <a:cs typeface="楷体_GB2312"/>
              </a:rPr>
              <a:t>        m_objHost = objHost;</a:t>
            </a:r>
          </a:p>
          <a:p>
            <a:pPr>
              <a:lnSpc>
                <a:spcPct val="100000"/>
              </a:lnSpc>
              <a:spcBef>
                <a:spcPct val="0"/>
              </a:spcBef>
              <a:buFont typeface="Wingdings" pitchFamily="2" charset="2"/>
              <a:buNone/>
            </a:pPr>
            <a:r>
              <a:rPr lang="en-US" altLang="zh-CN" sz="2000" b="0" smtClean="0">
                <a:solidFill>
                  <a:srgbClr val="000000"/>
                </a:solidFill>
                <a:latin typeface="Calibri" pitchFamily="34" charset="0"/>
                <a:ea typeface="楷体_GB2312"/>
                <a:cs typeface="楷体_GB2312"/>
              </a:rPr>
              <a:t>        m_strPropertyName = strPropertyName;</a:t>
            </a:r>
          </a:p>
          <a:p>
            <a:pPr>
              <a:lnSpc>
                <a:spcPct val="100000"/>
              </a:lnSpc>
              <a:spcBef>
                <a:spcPct val="0"/>
              </a:spcBef>
              <a:buFont typeface="Wingdings" pitchFamily="2" charset="2"/>
              <a:buNone/>
            </a:pPr>
            <a:r>
              <a:rPr lang="en-US" altLang="zh-CN" sz="2000" b="0" smtClean="0">
                <a:solidFill>
                  <a:srgbClr val="000000"/>
                </a:solidFill>
                <a:latin typeface="Calibri" pitchFamily="34" charset="0"/>
                <a:ea typeface="楷体_GB2312"/>
                <a:cs typeface="楷体_GB2312"/>
              </a:rPr>
              <a:t>        m_objOldValue = objOldValue;</a:t>
            </a:r>
          </a:p>
          <a:p>
            <a:pPr>
              <a:lnSpc>
                <a:spcPct val="100000"/>
              </a:lnSpc>
              <a:spcBef>
                <a:spcPct val="0"/>
              </a:spcBef>
              <a:buFont typeface="Wingdings" pitchFamily="2" charset="2"/>
              <a:buNone/>
            </a:pPr>
            <a:r>
              <a:rPr lang="en-US" altLang="zh-CN" sz="2000" b="0" smtClean="0">
                <a:solidFill>
                  <a:srgbClr val="000000"/>
                </a:solidFill>
                <a:latin typeface="Calibri" pitchFamily="34" charset="0"/>
                <a:ea typeface="楷体_GB2312"/>
                <a:cs typeface="楷体_GB2312"/>
              </a:rPr>
              <a:t>        m_objNewValue = objNewValue;</a:t>
            </a:r>
          </a:p>
          <a:p>
            <a:pPr>
              <a:lnSpc>
                <a:spcPct val="100000"/>
              </a:lnSpc>
              <a:spcBef>
                <a:spcPct val="0"/>
              </a:spcBef>
              <a:buFont typeface="Wingdings" pitchFamily="2" charset="2"/>
              <a:buNone/>
            </a:pPr>
            <a:r>
              <a:rPr lang="en-US" altLang="zh-CN" sz="2000" b="0" smtClean="0">
                <a:solidFill>
                  <a:srgbClr val="000000"/>
                </a:solidFill>
                <a:latin typeface="Calibri" pitchFamily="34" charset="0"/>
                <a:ea typeface="楷体_GB2312"/>
                <a:cs typeface="楷体_GB2312"/>
              </a:rPr>
              <a:t>    }</a:t>
            </a:r>
          </a:p>
          <a:p>
            <a:pPr>
              <a:lnSpc>
                <a:spcPct val="100000"/>
              </a:lnSpc>
              <a:spcBef>
                <a:spcPct val="0"/>
              </a:spcBef>
              <a:buFont typeface="Wingdings" pitchFamily="2" charset="2"/>
              <a:buNone/>
            </a:pPr>
            <a:endParaRPr lang="en-US" altLang="zh-CN" sz="2000" b="0" smtClean="0">
              <a:solidFill>
                <a:srgbClr val="000000"/>
              </a:solidFill>
              <a:latin typeface="Calibri" pitchFamily="34" charset="0"/>
              <a:ea typeface="楷体_GB2312"/>
              <a:cs typeface="楷体_GB2312"/>
            </a:endParaRPr>
          </a:p>
          <a:p>
            <a:pPr>
              <a:lnSpc>
                <a:spcPct val="100000"/>
              </a:lnSpc>
              <a:spcBef>
                <a:spcPct val="0"/>
              </a:spcBef>
              <a:buFont typeface="Wingdings" pitchFamily="2" charset="2"/>
              <a:buNone/>
            </a:pPr>
            <a:r>
              <a:rPr lang="en-US" altLang="zh-CN" sz="2000" b="0" smtClean="0">
                <a:solidFill>
                  <a:srgbClr val="000000"/>
                </a:solidFill>
                <a:latin typeface="Calibri" pitchFamily="34" charset="0"/>
                <a:ea typeface="楷体_GB2312"/>
                <a:cs typeface="楷体_GB2312"/>
              </a:rPr>
              <a:t>    // 4 get methods </a:t>
            </a:r>
            <a:r>
              <a:rPr lang="zh-CN" altLang="en-US" sz="2000" b="0" smtClean="0">
                <a:solidFill>
                  <a:srgbClr val="000000"/>
                </a:solidFill>
                <a:latin typeface="Calibri" pitchFamily="34" charset="0"/>
                <a:ea typeface="楷体_GB2312"/>
                <a:cs typeface="楷体_GB2312"/>
              </a:rPr>
              <a:t> </a:t>
            </a:r>
            <a:r>
              <a:rPr lang="en-US" altLang="zh-CN" sz="2000" b="0" smtClean="0">
                <a:solidFill>
                  <a:srgbClr val="000000"/>
                </a:solidFill>
                <a:latin typeface="Calibri" pitchFamily="34" charset="0"/>
                <a:ea typeface="楷体_GB2312"/>
                <a:cs typeface="楷体_GB2312"/>
              </a:rPr>
              <a:t>…</a:t>
            </a:r>
          </a:p>
          <a:p>
            <a:pPr>
              <a:lnSpc>
                <a:spcPct val="100000"/>
              </a:lnSpc>
              <a:spcBef>
                <a:spcPct val="0"/>
              </a:spcBef>
              <a:buFont typeface="Wingdings" pitchFamily="2" charset="2"/>
              <a:buNone/>
            </a:pPr>
            <a:r>
              <a:rPr lang="en-US" altLang="zh-CN" sz="2000" b="0" smtClean="0">
                <a:solidFill>
                  <a:srgbClr val="000000"/>
                </a:solidFill>
                <a:latin typeface="Calibri" pitchFamily="34" charset="0"/>
                <a:ea typeface="楷体_GB2312"/>
                <a:cs typeface="楷体_GB2312"/>
              </a:rPr>
              <a:t>}</a:t>
            </a:r>
          </a:p>
        </p:txBody>
      </p:sp>
    </p:spTree>
    <p:extLst>
      <p:ext uri="{BB962C8B-B14F-4D97-AF65-F5344CB8AC3E}">
        <p14:creationId xmlns:p14="http://schemas.microsoft.com/office/powerpoint/2010/main" val="10673681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6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animBg="1"/>
    </p:bldLst>
  </p:timing>
</p:sld>
</file>

<file path=ppt/slides/slide7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sz="2000" b="1">
                <a:solidFill>
                  <a:schemeClr val="tx1"/>
                </a:solidFill>
                <a:latin typeface="幼圆" pitchFamily="49" charset="-122"/>
                <a:ea typeface="幼圆" pitchFamily="49" charset="-122"/>
                <a:cs typeface="楷体_GB2312"/>
              </a:defRPr>
            </a:lvl5pPr>
            <a:lvl6pPr marL="2514600" indent="-228600">
              <a:defRPr kumimoji="1" sz="2000" b="1">
                <a:solidFill>
                  <a:schemeClr val="tx1"/>
                </a:solidFill>
                <a:latin typeface="幼圆" pitchFamily="49" charset="-122"/>
                <a:ea typeface="幼圆" pitchFamily="49" charset="-122"/>
                <a:cs typeface="楷体_GB2312"/>
              </a:defRPr>
            </a:lvl6pPr>
            <a:lvl7pPr marL="2971800" indent="-228600">
              <a:defRPr kumimoji="1" sz="2000" b="1">
                <a:solidFill>
                  <a:schemeClr val="tx1"/>
                </a:solidFill>
                <a:latin typeface="幼圆" pitchFamily="49" charset="-122"/>
                <a:ea typeface="幼圆" pitchFamily="49" charset="-122"/>
                <a:cs typeface="楷体_GB2312"/>
              </a:defRPr>
            </a:lvl7pPr>
            <a:lvl8pPr marL="3429000" indent="-228600">
              <a:defRPr kumimoji="1" sz="2000" b="1">
                <a:solidFill>
                  <a:schemeClr val="tx1"/>
                </a:solidFill>
                <a:latin typeface="幼圆" pitchFamily="49" charset="-122"/>
                <a:ea typeface="幼圆" pitchFamily="49" charset="-122"/>
                <a:cs typeface="楷体_GB2312"/>
              </a:defRPr>
            </a:lvl8pPr>
            <a:lvl9pPr marL="3886200" indent="-228600">
              <a:defRPr kumimoji="1" sz="2000" b="1">
                <a:solidFill>
                  <a:schemeClr val="tx1"/>
                </a:solidFill>
                <a:latin typeface="幼圆" pitchFamily="49" charset="-122"/>
                <a:ea typeface="幼圆" pitchFamily="49" charset="-122"/>
                <a:cs typeface="楷体_GB2312"/>
              </a:defRPr>
            </a:lvl9pPr>
          </a:lstStyle>
          <a:p>
            <a:fld id="{25C0EA1D-6BFF-401A-8C0C-CD296003529D}" type="slidenum">
              <a:rPr kumimoji="0" lang="zh-CN" altLang="en-US" sz="1400" b="0">
                <a:solidFill>
                  <a:srgbClr val="000066"/>
                </a:solidFill>
                <a:latin typeface="Times New Roman" pitchFamily="18" charset="0"/>
                <a:ea typeface="宋体" pitchFamily="2" charset="-122"/>
              </a:rPr>
              <a:pPr/>
              <a:t>75</a:t>
            </a:fld>
            <a:endParaRPr kumimoji="0" lang="en-US" altLang="zh-CN" sz="1400" b="0">
              <a:solidFill>
                <a:srgbClr val="000066"/>
              </a:solidFill>
              <a:latin typeface="Times New Roman" pitchFamily="18" charset="0"/>
              <a:ea typeface="宋体" pitchFamily="2" charset="-122"/>
            </a:endParaRPr>
          </a:p>
        </p:txBody>
      </p:sp>
      <p:sp>
        <p:nvSpPr>
          <p:cNvPr id="434178" name="Rectangle 2"/>
          <p:cNvSpPr>
            <a:spLocks noGrp="1" noChangeArrowheads="1"/>
          </p:cNvSpPr>
          <p:nvPr>
            <p:ph type="title"/>
          </p:nvPr>
        </p:nvSpPr>
        <p:spPr>
          <a:xfrm>
            <a:off x="214313" y="439738"/>
            <a:ext cx="8715375" cy="685800"/>
          </a:xfrm>
        </p:spPr>
        <p:txBody>
          <a:bodyPr/>
          <a:lstStyle/>
          <a:p>
            <a:pPr>
              <a:defRPr/>
            </a:pPr>
            <a:r>
              <a:rPr lang="zh-CN" altLang="en-US" sz="3600" b="0" dirty="0">
                <a:solidFill>
                  <a:srgbClr val="FFFFFF"/>
                </a:solidFill>
                <a:effectLst>
                  <a:outerShdw blurRad="38100" dist="38100" dir="2700000" algn="tl">
                    <a:srgbClr val="000000"/>
                  </a:outerShdw>
                </a:effectLst>
                <a:latin typeface="微软雅黑" pitchFamily="34" charset="-122"/>
                <a:ea typeface="微软雅黑" pitchFamily="34" charset="-122"/>
              </a:rPr>
              <a:t>第</a:t>
            </a:r>
            <a:r>
              <a:rPr lang="en-US" altLang="zh-CN" sz="3600" b="0" dirty="0">
                <a:solidFill>
                  <a:srgbClr val="FFFFFF"/>
                </a:solidFill>
                <a:effectLst>
                  <a:outerShdw blurRad="38100" dist="38100" dir="2700000" algn="tl">
                    <a:srgbClr val="000000"/>
                  </a:outerShdw>
                </a:effectLst>
                <a:latin typeface="微软雅黑" pitchFamily="34" charset="-122"/>
                <a:ea typeface="微软雅黑" pitchFamily="34" charset="-122"/>
              </a:rPr>
              <a:t>1</a:t>
            </a:r>
            <a:r>
              <a:rPr lang="zh-CN" altLang="en-US" sz="3600" b="0" dirty="0">
                <a:solidFill>
                  <a:srgbClr val="FFFFFF"/>
                </a:solidFill>
                <a:effectLst>
                  <a:outerShdw blurRad="38100" dist="38100" dir="2700000" algn="tl">
                    <a:srgbClr val="000000"/>
                  </a:outerShdw>
                </a:effectLst>
                <a:latin typeface="微软雅黑" pitchFamily="34" charset="-122"/>
                <a:ea typeface="微软雅黑" pitchFamily="34" charset="-122"/>
              </a:rPr>
              <a:t>步： 定义事件监听接口</a:t>
            </a:r>
            <a:endParaRPr lang="zh-CN" altLang="en-GB" sz="3600" b="0" dirty="0">
              <a:solidFill>
                <a:srgbClr val="FF0000"/>
              </a:solidFill>
              <a:effectLst>
                <a:outerShdw blurRad="38100" dist="38100" dir="2700000" algn="tl">
                  <a:srgbClr val="000000"/>
                </a:outerShdw>
              </a:effectLst>
              <a:latin typeface="微软雅黑" pitchFamily="34" charset="-122"/>
              <a:ea typeface="微软雅黑" pitchFamily="34" charset="-122"/>
            </a:endParaRPr>
          </a:p>
        </p:txBody>
      </p:sp>
      <p:sp>
        <p:nvSpPr>
          <p:cNvPr id="151556" name="内容占位符 4"/>
          <p:cNvSpPr>
            <a:spLocks noGrp="1" noChangeArrowheads="1"/>
          </p:cNvSpPr>
          <p:nvPr>
            <p:ph idx="1"/>
          </p:nvPr>
        </p:nvSpPr>
        <p:spPr>
          <a:xfrm>
            <a:off x="457200" y="1071563"/>
            <a:ext cx="8686800" cy="5715000"/>
          </a:xfrm>
        </p:spPr>
        <p:txBody>
          <a:bodyPr/>
          <a:lstStyle/>
          <a:p>
            <a:pPr>
              <a:lnSpc>
                <a:spcPct val="150000"/>
              </a:lnSpc>
              <a:spcBef>
                <a:spcPct val="0"/>
              </a:spcBef>
              <a:buFont typeface="Wingdings" pitchFamily="2" charset="2"/>
              <a:buNone/>
            </a:pPr>
            <a:r>
              <a:rPr lang="en-US" altLang="zh-CN" sz="2800" b="0" smtClean="0">
                <a:solidFill>
                  <a:schemeClr val="tx2"/>
                </a:solidFill>
                <a:latin typeface="Calibri" pitchFamily="34" charset="0"/>
                <a:ea typeface="楷体_GB2312"/>
                <a:cs typeface="楷体_GB2312"/>
              </a:rPr>
              <a:t>public</a:t>
            </a:r>
            <a:r>
              <a:rPr lang="en-US" altLang="zh-CN" sz="2800" b="0" smtClean="0">
                <a:latin typeface="Calibri" pitchFamily="34" charset="0"/>
                <a:ea typeface="楷体_GB2312"/>
                <a:cs typeface="楷体_GB2312"/>
              </a:rPr>
              <a:t> </a:t>
            </a:r>
            <a:r>
              <a:rPr lang="en-US" altLang="zh-CN" sz="2800" b="0" smtClean="0">
                <a:solidFill>
                  <a:schemeClr val="tx2"/>
                </a:solidFill>
                <a:latin typeface="Calibri" pitchFamily="34" charset="0"/>
                <a:ea typeface="楷体_GB2312"/>
                <a:cs typeface="楷体_GB2312"/>
              </a:rPr>
              <a:t>interface </a:t>
            </a:r>
            <a:r>
              <a:rPr lang="en-US" altLang="zh-CN" sz="2800" b="0" smtClean="0">
                <a:latin typeface="Calibri" pitchFamily="34" charset="0"/>
                <a:ea typeface="楷体_GB2312"/>
                <a:cs typeface="楷体_GB2312"/>
              </a:rPr>
              <a:t> PropertyChangeListener {</a:t>
            </a:r>
          </a:p>
          <a:p>
            <a:pPr>
              <a:lnSpc>
                <a:spcPct val="150000"/>
              </a:lnSpc>
              <a:spcBef>
                <a:spcPct val="0"/>
              </a:spcBef>
              <a:buFont typeface="Wingdings" pitchFamily="2" charset="2"/>
              <a:buNone/>
            </a:pPr>
            <a:r>
              <a:rPr lang="en-US" altLang="zh-CN" sz="2800" b="0" smtClean="0">
                <a:latin typeface="Calibri" pitchFamily="34" charset="0"/>
                <a:ea typeface="楷体_GB2312"/>
                <a:cs typeface="楷体_GB2312"/>
              </a:rPr>
              <a:t>    </a:t>
            </a:r>
            <a:r>
              <a:rPr lang="en-US" altLang="zh-CN" sz="2800" b="0" smtClean="0">
                <a:solidFill>
                  <a:schemeClr val="tx2"/>
                </a:solidFill>
                <a:latin typeface="Calibri" pitchFamily="34" charset="0"/>
                <a:ea typeface="楷体_GB2312"/>
                <a:cs typeface="楷体_GB2312"/>
              </a:rPr>
              <a:t>public</a:t>
            </a:r>
            <a:r>
              <a:rPr lang="en-US" altLang="zh-CN" sz="2800" b="0" smtClean="0">
                <a:latin typeface="Calibri" pitchFamily="34" charset="0"/>
                <a:ea typeface="楷体_GB2312"/>
                <a:cs typeface="楷体_GB2312"/>
              </a:rPr>
              <a:t> void onPropertyChanged </a:t>
            </a:r>
          </a:p>
          <a:p>
            <a:pPr>
              <a:lnSpc>
                <a:spcPct val="150000"/>
              </a:lnSpc>
              <a:spcBef>
                <a:spcPct val="0"/>
              </a:spcBef>
              <a:buFont typeface="Wingdings" pitchFamily="2" charset="2"/>
              <a:buNone/>
            </a:pPr>
            <a:r>
              <a:rPr lang="en-US" altLang="zh-CN" sz="2800" b="0" smtClean="0">
                <a:latin typeface="Calibri" pitchFamily="34" charset="0"/>
                <a:ea typeface="楷体_GB2312"/>
                <a:cs typeface="楷体_GB2312"/>
              </a:rPr>
              <a:t>        (PropertyChangeEvent event);</a:t>
            </a:r>
          </a:p>
          <a:p>
            <a:pPr>
              <a:lnSpc>
                <a:spcPct val="150000"/>
              </a:lnSpc>
              <a:spcBef>
                <a:spcPct val="0"/>
              </a:spcBef>
              <a:buFont typeface="Wingdings" pitchFamily="2" charset="2"/>
              <a:buNone/>
            </a:pPr>
            <a:r>
              <a:rPr lang="en-US" altLang="zh-CN" sz="2800" b="0" smtClean="0">
                <a:latin typeface="Calibri" pitchFamily="34" charset="0"/>
                <a:ea typeface="楷体_GB2312"/>
                <a:cs typeface="楷体_GB2312"/>
              </a:rPr>
              <a:t>}</a:t>
            </a:r>
          </a:p>
        </p:txBody>
      </p:sp>
    </p:spTree>
    <p:extLst>
      <p:ext uri="{BB962C8B-B14F-4D97-AF65-F5344CB8AC3E}">
        <p14:creationId xmlns:p14="http://schemas.microsoft.com/office/powerpoint/2010/main" val="19234717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6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animBg="1"/>
    </p:bldLst>
  </p:timing>
</p:sld>
</file>

<file path=ppt/slides/slide7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sz="2000" b="1">
                <a:solidFill>
                  <a:schemeClr val="tx1"/>
                </a:solidFill>
                <a:latin typeface="幼圆" pitchFamily="49" charset="-122"/>
                <a:ea typeface="幼圆" pitchFamily="49" charset="-122"/>
                <a:cs typeface="楷体_GB2312"/>
              </a:defRPr>
            </a:lvl5pPr>
            <a:lvl6pPr marL="2514600" indent="-228600">
              <a:defRPr kumimoji="1" sz="2000" b="1">
                <a:solidFill>
                  <a:schemeClr val="tx1"/>
                </a:solidFill>
                <a:latin typeface="幼圆" pitchFamily="49" charset="-122"/>
                <a:ea typeface="幼圆" pitchFamily="49" charset="-122"/>
                <a:cs typeface="楷体_GB2312"/>
              </a:defRPr>
            </a:lvl6pPr>
            <a:lvl7pPr marL="2971800" indent="-228600">
              <a:defRPr kumimoji="1" sz="2000" b="1">
                <a:solidFill>
                  <a:schemeClr val="tx1"/>
                </a:solidFill>
                <a:latin typeface="幼圆" pitchFamily="49" charset="-122"/>
                <a:ea typeface="幼圆" pitchFamily="49" charset="-122"/>
                <a:cs typeface="楷体_GB2312"/>
              </a:defRPr>
            </a:lvl7pPr>
            <a:lvl8pPr marL="3429000" indent="-228600">
              <a:defRPr kumimoji="1" sz="2000" b="1">
                <a:solidFill>
                  <a:schemeClr val="tx1"/>
                </a:solidFill>
                <a:latin typeface="幼圆" pitchFamily="49" charset="-122"/>
                <a:ea typeface="幼圆" pitchFamily="49" charset="-122"/>
                <a:cs typeface="楷体_GB2312"/>
              </a:defRPr>
            </a:lvl8pPr>
            <a:lvl9pPr marL="3886200" indent="-228600">
              <a:defRPr kumimoji="1" sz="2000" b="1">
                <a:solidFill>
                  <a:schemeClr val="tx1"/>
                </a:solidFill>
                <a:latin typeface="幼圆" pitchFamily="49" charset="-122"/>
                <a:ea typeface="幼圆" pitchFamily="49" charset="-122"/>
                <a:cs typeface="楷体_GB2312"/>
              </a:defRPr>
            </a:lvl9pPr>
          </a:lstStyle>
          <a:p>
            <a:fld id="{3D7C044B-37B5-4321-AED9-FCBB7BB30F4D}" type="slidenum">
              <a:rPr kumimoji="0" lang="zh-CN" altLang="en-US" sz="1400" b="0">
                <a:solidFill>
                  <a:srgbClr val="000066"/>
                </a:solidFill>
                <a:latin typeface="Times New Roman" pitchFamily="18" charset="0"/>
                <a:ea typeface="宋体" pitchFamily="2" charset="-122"/>
              </a:rPr>
              <a:pPr/>
              <a:t>76</a:t>
            </a:fld>
            <a:endParaRPr kumimoji="0" lang="en-US" altLang="zh-CN" sz="1400" b="0">
              <a:solidFill>
                <a:srgbClr val="000066"/>
              </a:solidFill>
              <a:latin typeface="Times New Roman" pitchFamily="18" charset="0"/>
              <a:ea typeface="宋体" pitchFamily="2" charset="-122"/>
            </a:endParaRPr>
          </a:p>
        </p:txBody>
      </p:sp>
      <p:sp>
        <p:nvSpPr>
          <p:cNvPr id="434178" name="Rectangle 2"/>
          <p:cNvSpPr>
            <a:spLocks noGrp="1" noChangeArrowheads="1"/>
          </p:cNvSpPr>
          <p:nvPr>
            <p:ph type="title"/>
          </p:nvPr>
        </p:nvSpPr>
        <p:spPr>
          <a:xfrm>
            <a:off x="214313" y="404813"/>
            <a:ext cx="8715375" cy="685800"/>
          </a:xfrm>
        </p:spPr>
        <p:txBody>
          <a:bodyPr/>
          <a:lstStyle/>
          <a:p>
            <a:pPr>
              <a:defRPr/>
            </a:pPr>
            <a:r>
              <a:rPr lang="zh-CN" altLang="en-US" sz="3600" b="0" dirty="0">
                <a:solidFill>
                  <a:srgbClr val="FFFFFF"/>
                </a:solidFill>
                <a:effectLst>
                  <a:outerShdw blurRad="38100" dist="38100" dir="2700000" algn="tl">
                    <a:srgbClr val="000000"/>
                  </a:outerShdw>
                </a:effectLst>
                <a:latin typeface="微软雅黑" pitchFamily="34" charset="-122"/>
                <a:ea typeface="微软雅黑" pitchFamily="34" charset="-122"/>
              </a:rPr>
              <a:t>第</a:t>
            </a:r>
            <a:r>
              <a:rPr lang="en-US" altLang="zh-CN" sz="3600" b="0" dirty="0">
                <a:solidFill>
                  <a:srgbClr val="FFFFFF"/>
                </a:solidFill>
                <a:effectLst>
                  <a:outerShdw blurRad="38100" dist="38100" dir="2700000" algn="tl">
                    <a:srgbClr val="000000"/>
                  </a:outerShdw>
                </a:effectLst>
                <a:latin typeface="微软雅黑" pitchFamily="34" charset="-122"/>
                <a:ea typeface="微软雅黑" pitchFamily="34" charset="-122"/>
              </a:rPr>
              <a:t>2</a:t>
            </a:r>
            <a:r>
              <a:rPr lang="zh-CN" altLang="en-US" sz="3600" b="0" dirty="0">
                <a:solidFill>
                  <a:srgbClr val="FFFFFF"/>
                </a:solidFill>
                <a:effectLst>
                  <a:outerShdw blurRad="38100" dist="38100" dir="2700000" algn="tl">
                    <a:srgbClr val="000000"/>
                  </a:outerShdw>
                </a:effectLst>
                <a:latin typeface="微软雅黑" pitchFamily="34" charset="-122"/>
                <a:ea typeface="微软雅黑" pitchFamily="34" charset="-122"/>
              </a:rPr>
              <a:t>步：将</a:t>
            </a:r>
            <a:r>
              <a:rPr lang="en-US" altLang="zh-CN" sz="3600" b="0" dirty="0">
                <a:solidFill>
                  <a:srgbClr val="FFFFFF"/>
                </a:solidFill>
                <a:effectLst>
                  <a:outerShdw blurRad="38100" dist="38100" dir="2700000" algn="tl">
                    <a:srgbClr val="000000"/>
                  </a:outerShdw>
                </a:effectLst>
                <a:latin typeface="微软雅黑" pitchFamily="34" charset="-122"/>
                <a:ea typeface="微软雅黑" pitchFamily="34" charset="-122"/>
              </a:rPr>
              <a:t>Bean</a:t>
            </a:r>
            <a:r>
              <a:rPr lang="zh-CN" altLang="en-US" sz="3600" b="0" dirty="0">
                <a:solidFill>
                  <a:srgbClr val="FFFFFF"/>
                </a:solidFill>
                <a:effectLst>
                  <a:outerShdw blurRad="38100" dist="38100" dir="2700000" algn="tl">
                    <a:srgbClr val="000000"/>
                  </a:outerShdw>
                </a:effectLst>
                <a:latin typeface="微软雅黑" pitchFamily="34" charset="-122"/>
                <a:ea typeface="微软雅黑" pitchFamily="34" charset="-122"/>
              </a:rPr>
              <a:t>定义为事件源</a:t>
            </a:r>
            <a:r>
              <a:rPr lang="en-US" altLang="zh-CN" b="0" dirty="0">
                <a:solidFill>
                  <a:srgbClr val="FFFFFF"/>
                </a:solidFill>
                <a:effectLst>
                  <a:outerShdw blurRad="38100" dist="38100" dir="2700000" algn="tl">
                    <a:srgbClr val="000000"/>
                  </a:outerShdw>
                </a:effectLst>
                <a:latin typeface="Lucida Fax" pitchFamily="18" charset="0"/>
              </a:rPr>
              <a:t> </a:t>
            </a:r>
            <a:r>
              <a:rPr lang="en-US" altLang="zh-CN" sz="1800" b="0" dirty="0">
                <a:solidFill>
                  <a:srgbClr val="FFFFFF"/>
                </a:solidFill>
                <a:effectLst>
                  <a:outerShdw blurRad="38100" dist="38100" dir="2700000" algn="tl">
                    <a:srgbClr val="000000"/>
                  </a:outerShdw>
                </a:effectLst>
                <a:latin typeface="Lucida Fax" pitchFamily="18" charset="0"/>
              </a:rPr>
              <a:t>(1/4)</a:t>
            </a:r>
            <a:endParaRPr lang="zh-CN" altLang="en-GB" sz="1800" b="0" dirty="0">
              <a:solidFill>
                <a:srgbClr val="FF0000"/>
              </a:solidFill>
              <a:effectLst>
                <a:outerShdw blurRad="38100" dist="38100" dir="2700000" algn="tl">
                  <a:srgbClr val="000000"/>
                </a:outerShdw>
              </a:effectLst>
              <a:latin typeface="Lucida Fax" pitchFamily="18" charset="0"/>
            </a:endParaRPr>
          </a:p>
        </p:txBody>
      </p:sp>
      <p:sp>
        <p:nvSpPr>
          <p:cNvPr id="153604" name="内容占位符 4"/>
          <p:cNvSpPr>
            <a:spLocks noGrp="1" noChangeArrowheads="1"/>
          </p:cNvSpPr>
          <p:nvPr>
            <p:ph idx="1"/>
          </p:nvPr>
        </p:nvSpPr>
        <p:spPr>
          <a:xfrm>
            <a:off x="457200" y="1071563"/>
            <a:ext cx="8686800" cy="5715000"/>
          </a:xfrm>
        </p:spPr>
        <p:txBody>
          <a:bodyPr/>
          <a:lstStyle/>
          <a:p>
            <a:pPr>
              <a:lnSpc>
                <a:spcPct val="100000"/>
              </a:lnSpc>
              <a:spcBef>
                <a:spcPct val="0"/>
              </a:spcBef>
              <a:buFont typeface="Wingdings" pitchFamily="2" charset="2"/>
              <a:buNone/>
            </a:pPr>
            <a:r>
              <a:rPr lang="en-US" altLang="zh-CN" sz="2000" b="0" smtClean="0">
                <a:solidFill>
                  <a:schemeClr val="tx2"/>
                </a:solidFill>
                <a:latin typeface="Calibri" pitchFamily="34" charset="0"/>
                <a:ea typeface="楷体_GB2312"/>
                <a:cs typeface="楷体_GB2312"/>
              </a:rPr>
              <a:t>public</a:t>
            </a:r>
            <a:r>
              <a:rPr lang="en-US" altLang="zh-CN" sz="2000" b="0" smtClean="0">
                <a:latin typeface="Calibri" pitchFamily="34" charset="0"/>
                <a:ea typeface="楷体_GB2312"/>
                <a:cs typeface="楷体_GB2312"/>
              </a:rPr>
              <a:t> </a:t>
            </a:r>
            <a:r>
              <a:rPr lang="en-US" altLang="zh-CN" sz="2000" b="0" smtClean="0">
                <a:solidFill>
                  <a:schemeClr val="tx2"/>
                </a:solidFill>
                <a:latin typeface="Calibri" pitchFamily="34" charset="0"/>
                <a:ea typeface="楷体_GB2312"/>
                <a:cs typeface="楷体_GB2312"/>
              </a:rPr>
              <a:t>class</a:t>
            </a:r>
            <a:r>
              <a:rPr lang="en-US" altLang="zh-CN" sz="2000" b="0" smtClean="0">
                <a:latin typeface="Calibri" pitchFamily="34" charset="0"/>
                <a:ea typeface="楷体_GB2312"/>
                <a:cs typeface="楷体_GB2312"/>
              </a:rPr>
              <a:t> BeanAsSource {</a:t>
            </a:r>
          </a:p>
          <a:p>
            <a:pPr>
              <a:lnSpc>
                <a:spcPct val="100000"/>
              </a:lnSpc>
              <a:spcBef>
                <a:spcPct val="0"/>
              </a:spcBef>
              <a:buFont typeface="Wingdings" pitchFamily="2" charset="2"/>
              <a:buNone/>
            </a:pPr>
            <a:r>
              <a:rPr lang="en-US" altLang="zh-CN" sz="2000" b="0" smtClean="0">
                <a:latin typeface="Calibri" pitchFamily="34" charset="0"/>
                <a:ea typeface="楷体_GB2312"/>
                <a:cs typeface="楷体_GB2312"/>
              </a:rPr>
              <a:t>    </a:t>
            </a:r>
            <a:r>
              <a:rPr lang="en-US" altLang="zh-CN" sz="2000" b="0" smtClean="0">
                <a:solidFill>
                  <a:schemeClr val="tx2"/>
                </a:solidFill>
                <a:latin typeface="Calibri" pitchFamily="34" charset="0"/>
                <a:ea typeface="楷体_GB2312"/>
                <a:cs typeface="楷体_GB2312"/>
              </a:rPr>
              <a:t>private</a:t>
            </a:r>
            <a:r>
              <a:rPr lang="en-US" altLang="zh-CN" sz="2000" b="0" smtClean="0">
                <a:latin typeface="Calibri" pitchFamily="34" charset="0"/>
                <a:ea typeface="楷体_GB2312"/>
                <a:cs typeface="楷体_GB2312"/>
              </a:rPr>
              <a:t> List&lt;PropertyChangeListener&gt;  m_listListeners = </a:t>
            </a:r>
            <a:r>
              <a:rPr lang="en-US" altLang="zh-CN" sz="2000" b="0" smtClean="0">
                <a:solidFill>
                  <a:schemeClr val="tx2"/>
                </a:solidFill>
                <a:latin typeface="Calibri" pitchFamily="34" charset="0"/>
                <a:ea typeface="楷体_GB2312"/>
                <a:cs typeface="楷体_GB2312"/>
              </a:rPr>
              <a:t>null</a:t>
            </a:r>
            <a:r>
              <a:rPr lang="en-US" altLang="zh-CN" sz="2000" b="0" smtClean="0">
                <a:latin typeface="Calibri" pitchFamily="34" charset="0"/>
                <a:ea typeface="楷体_GB2312"/>
                <a:cs typeface="楷体_GB2312"/>
              </a:rPr>
              <a:t>; </a:t>
            </a:r>
          </a:p>
          <a:p>
            <a:pPr>
              <a:lnSpc>
                <a:spcPct val="100000"/>
              </a:lnSpc>
              <a:spcBef>
                <a:spcPct val="0"/>
              </a:spcBef>
              <a:buFont typeface="Wingdings" pitchFamily="2" charset="2"/>
              <a:buNone/>
            </a:pPr>
            <a:endParaRPr lang="en-US" altLang="zh-CN" sz="2000" b="0" smtClean="0">
              <a:latin typeface="Calibri" pitchFamily="34" charset="0"/>
              <a:ea typeface="楷体_GB2312"/>
              <a:cs typeface="楷体_GB2312"/>
            </a:endParaRPr>
          </a:p>
          <a:p>
            <a:pPr>
              <a:lnSpc>
                <a:spcPct val="100000"/>
              </a:lnSpc>
              <a:spcBef>
                <a:spcPct val="0"/>
              </a:spcBef>
              <a:buFont typeface="Wingdings" pitchFamily="2" charset="2"/>
              <a:buNone/>
            </a:pPr>
            <a:r>
              <a:rPr lang="en-US" altLang="zh-CN" sz="2000" b="0" smtClean="0">
                <a:latin typeface="Calibri" pitchFamily="34" charset="0"/>
                <a:ea typeface="楷体_GB2312"/>
                <a:cs typeface="楷体_GB2312"/>
              </a:rPr>
              <a:t>    </a:t>
            </a:r>
            <a:r>
              <a:rPr lang="en-US" altLang="zh-CN" sz="2000" b="0" smtClean="0">
                <a:solidFill>
                  <a:schemeClr val="tx2"/>
                </a:solidFill>
                <a:latin typeface="Calibri" pitchFamily="34" charset="0"/>
                <a:ea typeface="楷体_GB2312"/>
                <a:cs typeface="楷体_GB2312"/>
              </a:rPr>
              <a:t>public</a:t>
            </a:r>
            <a:r>
              <a:rPr lang="en-US" altLang="zh-CN" sz="2000" b="0" smtClean="0">
                <a:latin typeface="Calibri" pitchFamily="34" charset="0"/>
                <a:ea typeface="楷体_GB2312"/>
                <a:cs typeface="楷体_GB2312"/>
              </a:rPr>
              <a:t> </a:t>
            </a:r>
            <a:r>
              <a:rPr lang="en-US" altLang="zh-CN" sz="2000" b="0" smtClean="0">
                <a:solidFill>
                  <a:schemeClr val="tx2"/>
                </a:solidFill>
                <a:latin typeface="Calibri" pitchFamily="34" charset="0"/>
                <a:ea typeface="楷体_GB2312"/>
                <a:cs typeface="楷体_GB2312"/>
              </a:rPr>
              <a:t>boolean</a:t>
            </a:r>
            <a:r>
              <a:rPr lang="en-US" altLang="zh-CN" sz="2000" b="0" smtClean="0">
                <a:latin typeface="Calibri" pitchFamily="34" charset="0"/>
                <a:ea typeface="楷体_GB2312"/>
                <a:cs typeface="楷体_GB2312"/>
              </a:rPr>
              <a:t> addPropertyChangeListener( </a:t>
            </a:r>
          </a:p>
          <a:p>
            <a:pPr>
              <a:lnSpc>
                <a:spcPct val="100000"/>
              </a:lnSpc>
              <a:spcBef>
                <a:spcPct val="0"/>
              </a:spcBef>
              <a:buFont typeface="Wingdings" pitchFamily="2" charset="2"/>
              <a:buNone/>
            </a:pPr>
            <a:r>
              <a:rPr lang="en-US" altLang="zh-CN" sz="2000" b="0" smtClean="0">
                <a:latin typeface="Calibri" pitchFamily="34" charset="0"/>
                <a:ea typeface="楷体_GB2312"/>
                <a:cs typeface="楷体_GB2312"/>
              </a:rPr>
              <a:t>                PropertyChangeListener listener) {</a:t>
            </a:r>
          </a:p>
          <a:p>
            <a:pPr>
              <a:lnSpc>
                <a:spcPct val="100000"/>
              </a:lnSpc>
              <a:spcBef>
                <a:spcPct val="0"/>
              </a:spcBef>
              <a:buFont typeface="Wingdings" pitchFamily="2" charset="2"/>
              <a:buNone/>
            </a:pPr>
            <a:r>
              <a:rPr lang="en-US" altLang="zh-CN" sz="2000" b="0" smtClean="0">
                <a:latin typeface="Calibri" pitchFamily="34" charset="0"/>
                <a:ea typeface="楷体_GB2312"/>
                <a:cs typeface="楷体_GB2312"/>
              </a:rPr>
              <a:t>        </a:t>
            </a:r>
            <a:r>
              <a:rPr lang="en-US" altLang="zh-CN" sz="2000" b="0" smtClean="0">
                <a:solidFill>
                  <a:schemeClr val="tx2"/>
                </a:solidFill>
                <a:latin typeface="Calibri" pitchFamily="34" charset="0"/>
                <a:ea typeface="楷体_GB2312"/>
                <a:cs typeface="楷体_GB2312"/>
              </a:rPr>
              <a:t>boolean</a:t>
            </a:r>
            <a:r>
              <a:rPr lang="en-US" altLang="zh-CN" sz="2000" b="0" smtClean="0">
                <a:latin typeface="Calibri" pitchFamily="34" charset="0"/>
                <a:ea typeface="楷体_GB2312"/>
                <a:cs typeface="楷体_GB2312"/>
              </a:rPr>
              <a:t> bAdded = </a:t>
            </a:r>
            <a:r>
              <a:rPr lang="en-US" altLang="zh-CN" sz="2000" b="0" smtClean="0">
                <a:solidFill>
                  <a:schemeClr val="tx2"/>
                </a:solidFill>
                <a:latin typeface="Calibri" pitchFamily="34" charset="0"/>
                <a:ea typeface="楷体_GB2312"/>
                <a:cs typeface="楷体_GB2312"/>
              </a:rPr>
              <a:t>false</a:t>
            </a:r>
            <a:r>
              <a:rPr lang="en-US" altLang="zh-CN" sz="2000" b="0" smtClean="0">
                <a:latin typeface="Calibri" pitchFamily="34" charset="0"/>
                <a:ea typeface="楷体_GB2312"/>
                <a:cs typeface="楷体_GB2312"/>
              </a:rPr>
              <a:t>;</a:t>
            </a:r>
          </a:p>
          <a:p>
            <a:pPr>
              <a:lnSpc>
                <a:spcPct val="100000"/>
              </a:lnSpc>
              <a:spcBef>
                <a:spcPct val="0"/>
              </a:spcBef>
              <a:buFont typeface="Wingdings" pitchFamily="2" charset="2"/>
              <a:buNone/>
            </a:pPr>
            <a:r>
              <a:rPr lang="en-US" altLang="zh-CN" sz="2000" b="0" smtClean="0">
                <a:latin typeface="Calibri" pitchFamily="34" charset="0"/>
                <a:ea typeface="楷体_GB2312"/>
                <a:cs typeface="楷体_GB2312"/>
              </a:rPr>
              <a:t>        </a:t>
            </a:r>
            <a:r>
              <a:rPr lang="en-US" altLang="zh-CN" sz="2000" b="0" smtClean="0">
                <a:solidFill>
                  <a:schemeClr val="tx2"/>
                </a:solidFill>
                <a:latin typeface="Calibri" pitchFamily="34" charset="0"/>
                <a:ea typeface="楷体_GB2312"/>
                <a:cs typeface="楷体_GB2312"/>
              </a:rPr>
              <a:t>if</a:t>
            </a:r>
            <a:r>
              <a:rPr lang="en-US" altLang="zh-CN" sz="2000" b="0" smtClean="0">
                <a:latin typeface="Calibri" pitchFamily="34" charset="0"/>
                <a:ea typeface="楷体_GB2312"/>
                <a:cs typeface="楷体_GB2312"/>
              </a:rPr>
              <a:t> (listener != </a:t>
            </a:r>
            <a:r>
              <a:rPr lang="en-US" altLang="zh-CN" sz="2000" b="0" smtClean="0">
                <a:solidFill>
                  <a:schemeClr val="tx2"/>
                </a:solidFill>
                <a:latin typeface="Calibri" pitchFamily="34" charset="0"/>
                <a:ea typeface="楷体_GB2312"/>
                <a:cs typeface="楷体_GB2312"/>
              </a:rPr>
              <a:t>null</a:t>
            </a:r>
            <a:r>
              <a:rPr lang="en-US" altLang="zh-CN" sz="2000" b="0" smtClean="0">
                <a:latin typeface="Calibri" pitchFamily="34" charset="0"/>
                <a:ea typeface="楷体_GB2312"/>
                <a:cs typeface="楷体_GB2312"/>
              </a:rPr>
              <a:t>) {</a:t>
            </a:r>
          </a:p>
          <a:p>
            <a:pPr>
              <a:lnSpc>
                <a:spcPct val="100000"/>
              </a:lnSpc>
              <a:spcBef>
                <a:spcPct val="0"/>
              </a:spcBef>
              <a:buFont typeface="Wingdings" pitchFamily="2" charset="2"/>
              <a:buNone/>
            </a:pPr>
            <a:r>
              <a:rPr lang="en-US" altLang="zh-CN" sz="2000" b="0" smtClean="0">
                <a:latin typeface="Calibri" pitchFamily="34" charset="0"/>
                <a:ea typeface="楷体_GB2312"/>
                <a:cs typeface="楷体_GB2312"/>
              </a:rPr>
              <a:t>            </a:t>
            </a:r>
            <a:r>
              <a:rPr lang="en-US" altLang="zh-CN" sz="2000" b="0" smtClean="0">
                <a:solidFill>
                  <a:schemeClr val="tx2"/>
                </a:solidFill>
                <a:latin typeface="Calibri" pitchFamily="34" charset="0"/>
                <a:ea typeface="楷体_GB2312"/>
                <a:cs typeface="楷体_GB2312"/>
              </a:rPr>
              <a:t>if </a:t>
            </a:r>
            <a:r>
              <a:rPr lang="en-US" altLang="zh-CN" sz="2000" b="0" smtClean="0">
                <a:latin typeface="Calibri" pitchFamily="34" charset="0"/>
                <a:ea typeface="楷体_GB2312"/>
                <a:cs typeface="楷体_GB2312"/>
              </a:rPr>
              <a:t>(m_listListeners == </a:t>
            </a:r>
            <a:r>
              <a:rPr lang="en-US" altLang="zh-CN" sz="2000" b="0" smtClean="0">
                <a:solidFill>
                  <a:schemeClr val="tx2"/>
                </a:solidFill>
                <a:latin typeface="Calibri" pitchFamily="34" charset="0"/>
                <a:ea typeface="楷体_GB2312"/>
                <a:cs typeface="楷体_GB2312"/>
              </a:rPr>
              <a:t>null</a:t>
            </a:r>
            <a:r>
              <a:rPr lang="en-US" altLang="zh-CN" sz="2000" b="0" smtClean="0">
                <a:latin typeface="Calibri" pitchFamily="34" charset="0"/>
                <a:ea typeface="楷体_GB2312"/>
                <a:cs typeface="楷体_GB2312"/>
              </a:rPr>
              <a:t>)</a:t>
            </a:r>
          </a:p>
          <a:p>
            <a:pPr>
              <a:lnSpc>
                <a:spcPct val="100000"/>
              </a:lnSpc>
              <a:spcBef>
                <a:spcPct val="0"/>
              </a:spcBef>
              <a:buFont typeface="Wingdings" pitchFamily="2" charset="2"/>
              <a:buNone/>
            </a:pPr>
            <a:r>
              <a:rPr lang="en-US" altLang="zh-CN" sz="2000" b="0" smtClean="0">
                <a:latin typeface="Calibri" pitchFamily="34" charset="0"/>
                <a:ea typeface="楷体_GB2312"/>
                <a:cs typeface="楷体_GB2312"/>
              </a:rPr>
              <a:t>                m_listListeners = </a:t>
            </a:r>
            <a:r>
              <a:rPr lang="en-US" altLang="zh-CN" sz="2000" b="0" smtClean="0">
                <a:solidFill>
                  <a:schemeClr val="tx2"/>
                </a:solidFill>
                <a:latin typeface="Calibri" pitchFamily="34" charset="0"/>
                <a:ea typeface="楷体_GB2312"/>
                <a:cs typeface="楷体_GB2312"/>
              </a:rPr>
              <a:t>new</a:t>
            </a:r>
            <a:r>
              <a:rPr lang="en-US" altLang="zh-CN" sz="2000" b="0" smtClean="0">
                <a:latin typeface="Calibri" pitchFamily="34" charset="0"/>
                <a:ea typeface="楷体_GB2312"/>
                <a:cs typeface="楷体_GB2312"/>
              </a:rPr>
              <a:t> ArrayList();</a:t>
            </a:r>
          </a:p>
          <a:p>
            <a:pPr>
              <a:lnSpc>
                <a:spcPct val="100000"/>
              </a:lnSpc>
              <a:spcBef>
                <a:spcPct val="0"/>
              </a:spcBef>
              <a:buFont typeface="Wingdings" pitchFamily="2" charset="2"/>
              <a:buNone/>
            </a:pPr>
            <a:r>
              <a:rPr lang="en-US" altLang="zh-CN" sz="2000" b="0" smtClean="0">
                <a:latin typeface="Calibri" pitchFamily="34" charset="0"/>
                <a:ea typeface="楷体_GB2312"/>
                <a:cs typeface="楷体_GB2312"/>
              </a:rPr>
              <a:t>            </a:t>
            </a:r>
            <a:r>
              <a:rPr lang="en-US" altLang="zh-CN" sz="2000" b="0" smtClean="0">
                <a:solidFill>
                  <a:schemeClr val="tx2"/>
                </a:solidFill>
                <a:latin typeface="Calibri" pitchFamily="34" charset="0"/>
                <a:ea typeface="楷体_GB2312"/>
                <a:cs typeface="楷体_GB2312"/>
              </a:rPr>
              <a:t>if</a:t>
            </a:r>
            <a:r>
              <a:rPr lang="en-US" altLang="zh-CN" sz="2000" b="0" smtClean="0">
                <a:solidFill>
                  <a:srgbClr val="00B050"/>
                </a:solidFill>
                <a:latin typeface="Calibri" pitchFamily="34" charset="0"/>
                <a:ea typeface="楷体_GB2312"/>
                <a:cs typeface="楷体_GB2312"/>
              </a:rPr>
              <a:t> </a:t>
            </a:r>
            <a:r>
              <a:rPr lang="en-US" altLang="zh-CN" sz="2000" b="0" smtClean="0">
                <a:latin typeface="Calibri" pitchFamily="34" charset="0"/>
                <a:ea typeface="楷体_GB2312"/>
                <a:cs typeface="楷体_GB2312"/>
              </a:rPr>
              <a:t>( ! m_listListeners.contains(listener) ) {</a:t>
            </a:r>
          </a:p>
          <a:p>
            <a:pPr>
              <a:lnSpc>
                <a:spcPct val="100000"/>
              </a:lnSpc>
              <a:spcBef>
                <a:spcPct val="0"/>
              </a:spcBef>
              <a:buFont typeface="Wingdings" pitchFamily="2" charset="2"/>
              <a:buNone/>
            </a:pPr>
            <a:r>
              <a:rPr lang="en-US" altLang="zh-CN" sz="2000" b="0" smtClean="0">
                <a:latin typeface="Calibri" pitchFamily="34" charset="0"/>
                <a:ea typeface="楷体_GB2312"/>
                <a:cs typeface="楷体_GB2312"/>
              </a:rPr>
              <a:t>                m_listListeners.add(listener);</a:t>
            </a:r>
          </a:p>
          <a:p>
            <a:pPr>
              <a:lnSpc>
                <a:spcPct val="100000"/>
              </a:lnSpc>
              <a:spcBef>
                <a:spcPct val="0"/>
              </a:spcBef>
              <a:buFont typeface="Wingdings" pitchFamily="2" charset="2"/>
              <a:buNone/>
            </a:pPr>
            <a:r>
              <a:rPr lang="en-US" altLang="zh-CN" sz="2000" b="0" smtClean="0">
                <a:latin typeface="Calibri" pitchFamily="34" charset="0"/>
                <a:ea typeface="楷体_GB2312"/>
                <a:cs typeface="楷体_GB2312"/>
              </a:rPr>
              <a:t>                bAdded = </a:t>
            </a:r>
            <a:r>
              <a:rPr lang="en-US" altLang="zh-CN" sz="2000" b="0" smtClean="0">
                <a:solidFill>
                  <a:schemeClr val="tx2"/>
                </a:solidFill>
                <a:latin typeface="Calibri" pitchFamily="34" charset="0"/>
                <a:ea typeface="楷体_GB2312"/>
                <a:cs typeface="楷体_GB2312"/>
              </a:rPr>
              <a:t>true</a:t>
            </a:r>
            <a:r>
              <a:rPr lang="en-US" altLang="zh-CN" sz="2000" b="0" smtClean="0">
                <a:latin typeface="Calibri" pitchFamily="34" charset="0"/>
                <a:ea typeface="楷体_GB2312"/>
                <a:cs typeface="楷体_GB2312"/>
              </a:rPr>
              <a:t>;</a:t>
            </a:r>
          </a:p>
          <a:p>
            <a:pPr>
              <a:lnSpc>
                <a:spcPct val="100000"/>
              </a:lnSpc>
              <a:spcBef>
                <a:spcPct val="0"/>
              </a:spcBef>
              <a:buFont typeface="Wingdings" pitchFamily="2" charset="2"/>
              <a:buNone/>
            </a:pPr>
            <a:r>
              <a:rPr lang="en-US" altLang="zh-CN" sz="2000" b="0" smtClean="0">
                <a:latin typeface="Calibri" pitchFamily="34" charset="0"/>
                <a:ea typeface="楷体_GB2312"/>
                <a:cs typeface="楷体_GB2312"/>
              </a:rPr>
              <a:t>            }</a:t>
            </a:r>
          </a:p>
          <a:p>
            <a:pPr>
              <a:lnSpc>
                <a:spcPct val="100000"/>
              </a:lnSpc>
              <a:spcBef>
                <a:spcPct val="0"/>
              </a:spcBef>
              <a:buFont typeface="Wingdings" pitchFamily="2" charset="2"/>
              <a:buNone/>
            </a:pPr>
            <a:r>
              <a:rPr lang="en-US" altLang="zh-CN" sz="2000" b="0" smtClean="0">
                <a:latin typeface="Calibri" pitchFamily="34" charset="0"/>
                <a:ea typeface="楷体_GB2312"/>
                <a:cs typeface="楷体_GB2312"/>
              </a:rPr>
              <a:t>        }</a:t>
            </a:r>
          </a:p>
          <a:p>
            <a:pPr>
              <a:lnSpc>
                <a:spcPct val="100000"/>
              </a:lnSpc>
              <a:spcBef>
                <a:spcPct val="0"/>
              </a:spcBef>
              <a:buFont typeface="Wingdings" pitchFamily="2" charset="2"/>
              <a:buNone/>
            </a:pPr>
            <a:r>
              <a:rPr lang="en-US" altLang="zh-CN" sz="2000" b="0" smtClean="0">
                <a:latin typeface="Calibri" pitchFamily="34" charset="0"/>
                <a:ea typeface="楷体_GB2312"/>
                <a:cs typeface="楷体_GB2312"/>
              </a:rPr>
              <a:t>        </a:t>
            </a:r>
            <a:r>
              <a:rPr lang="en-US" altLang="zh-CN" sz="2000" b="0" smtClean="0">
                <a:solidFill>
                  <a:schemeClr val="tx2"/>
                </a:solidFill>
                <a:latin typeface="Calibri" pitchFamily="34" charset="0"/>
                <a:ea typeface="楷体_GB2312"/>
                <a:cs typeface="楷体_GB2312"/>
              </a:rPr>
              <a:t>return</a:t>
            </a:r>
            <a:r>
              <a:rPr lang="en-US" altLang="zh-CN" sz="2000" b="0" smtClean="0">
                <a:latin typeface="Calibri" pitchFamily="34" charset="0"/>
                <a:ea typeface="楷体_GB2312"/>
                <a:cs typeface="楷体_GB2312"/>
              </a:rPr>
              <a:t> bAdded;</a:t>
            </a:r>
          </a:p>
          <a:p>
            <a:pPr>
              <a:lnSpc>
                <a:spcPct val="100000"/>
              </a:lnSpc>
              <a:spcBef>
                <a:spcPct val="0"/>
              </a:spcBef>
              <a:buFont typeface="Wingdings" pitchFamily="2" charset="2"/>
              <a:buNone/>
            </a:pPr>
            <a:r>
              <a:rPr lang="en-US" altLang="zh-CN" sz="2000" b="0" smtClean="0">
                <a:latin typeface="Calibri" pitchFamily="34" charset="0"/>
                <a:ea typeface="楷体_GB2312"/>
                <a:cs typeface="楷体_GB2312"/>
              </a:rPr>
              <a:t>    }</a:t>
            </a:r>
          </a:p>
        </p:txBody>
      </p:sp>
      <p:sp>
        <p:nvSpPr>
          <p:cNvPr id="6" name="Rectangle 4"/>
          <p:cNvSpPr>
            <a:spLocks noChangeArrowheads="1"/>
          </p:cNvSpPr>
          <p:nvPr/>
        </p:nvSpPr>
        <p:spPr bwMode="auto">
          <a:xfrm>
            <a:off x="285750" y="4786313"/>
            <a:ext cx="8605838" cy="428625"/>
          </a:xfrm>
          <a:prstGeom prst="rect">
            <a:avLst/>
          </a:prstGeom>
          <a:noFill/>
          <a:ln w="508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spcBef>
                <a:spcPct val="20000"/>
              </a:spcBef>
              <a:buClr>
                <a:srgbClr val="3333CC"/>
              </a:buClr>
              <a:buFontTx/>
              <a:buChar char="•"/>
            </a:pPr>
            <a:endParaRPr lang="zh-CN" altLang="en-US">
              <a:solidFill>
                <a:srgbClr val="000066"/>
              </a:solidFill>
              <a:latin typeface="Arial" pitchFamily="34" charset="0"/>
            </a:endParaRPr>
          </a:p>
        </p:txBody>
      </p:sp>
    </p:spTree>
    <p:extLst>
      <p:ext uri="{BB962C8B-B14F-4D97-AF65-F5344CB8AC3E}">
        <p14:creationId xmlns:p14="http://schemas.microsoft.com/office/powerpoint/2010/main" val="1503533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1" presetClass="entr" presetSubtype="0" fill="hold" grpId="0" nodeType="afterEffect">
                                  <p:stCondLst>
                                    <p:cond delay="0"/>
                                  </p:stCondLst>
                                  <p:childTnLst>
                                    <p:set>
                                      <p:cBhvr>
                                        <p:cTn id="11" dur="1" fill="hold">
                                          <p:stCondLst>
                                            <p:cond delay="0"/>
                                          </p:stCondLst>
                                        </p:cTn>
                                        <p:tgtEl>
                                          <p:spTgt spid="6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animBg="1"/>
      <p:bldP spid="6" grpId="0" animBg="1"/>
    </p:bldLst>
  </p:timing>
</p:sld>
</file>

<file path=ppt/slides/slide7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sz="2000" b="1">
                <a:solidFill>
                  <a:schemeClr val="tx1"/>
                </a:solidFill>
                <a:latin typeface="幼圆" pitchFamily="49" charset="-122"/>
                <a:ea typeface="幼圆" pitchFamily="49" charset="-122"/>
                <a:cs typeface="楷体_GB2312"/>
              </a:defRPr>
            </a:lvl5pPr>
            <a:lvl6pPr marL="2514600" indent="-228600">
              <a:defRPr kumimoji="1" sz="2000" b="1">
                <a:solidFill>
                  <a:schemeClr val="tx1"/>
                </a:solidFill>
                <a:latin typeface="幼圆" pitchFamily="49" charset="-122"/>
                <a:ea typeface="幼圆" pitchFamily="49" charset="-122"/>
                <a:cs typeface="楷体_GB2312"/>
              </a:defRPr>
            </a:lvl6pPr>
            <a:lvl7pPr marL="2971800" indent="-228600">
              <a:defRPr kumimoji="1" sz="2000" b="1">
                <a:solidFill>
                  <a:schemeClr val="tx1"/>
                </a:solidFill>
                <a:latin typeface="幼圆" pitchFamily="49" charset="-122"/>
                <a:ea typeface="幼圆" pitchFamily="49" charset="-122"/>
                <a:cs typeface="楷体_GB2312"/>
              </a:defRPr>
            </a:lvl7pPr>
            <a:lvl8pPr marL="3429000" indent="-228600">
              <a:defRPr kumimoji="1" sz="2000" b="1">
                <a:solidFill>
                  <a:schemeClr val="tx1"/>
                </a:solidFill>
                <a:latin typeface="幼圆" pitchFamily="49" charset="-122"/>
                <a:ea typeface="幼圆" pitchFamily="49" charset="-122"/>
                <a:cs typeface="楷体_GB2312"/>
              </a:defRPr>
            </a:lvl8pPr>
            <a:lvl9pPr marL="3886200" indent="-228600">
              <a:defRPr kumimoji="1" sz="2000" b="1">
                <a:solidFill>
                  <a:schemeClr val="tx1"/>
                </a:solidFill>
                <a:latin typeface="幼圆" pitchFamily="49" charset="-122"/>
                <a:ea typeface="幼圆" pitchFamily="49" charset="-122"/>
                <a:cs typeface="楷体_GB2312"/>
              </a:defRPr>
            </a:lvl9pPr>
          </a:lstStyle>
          <a:p>
            <a:fld id="{F9FF12A3-DB1A-4E67-B025-0FBD5564B128}" type="slidenum">
              <a:rPr kumimoji="0" lang="zh-CN" altLang="en-US" sz="1400" b="0">
                <a:solidFill>
                  <a:srgbClr val="000066"/>
                </a:solidFill>
                <a:latin typeface="Times New Roman" pitchFamily="18" charset="0"/>
                <a:ea typeface="宋体" pitchFamily="2" charset="-122"/>
              </a:rPr>
              <a:pPr/>
              <a:t>77</a:t>
            </a:fld>
            <a:endParaRPr kumimoji="0" lang="en-US" altLang="zh-CN" sz="1400" b="0">
              <a:solidFill>
                <a:srgbClr val="000066"/>
              </a:solidFill>
              <a:latin typeface="Times New Roman" pitchFamily="18" charset="0"/>
              <a:ea typeface="宋体" pitchFamily="2" charset="-122"/>
            </a:endParaRPr>
          </a:p>
        </p:txBody>
      </p:sp>
      <p:sp>
        <p:nvSpPr>
          <p:cNvPr id="434178" name="Rectangle 2"/>
          <p:cNvSpPr>
            <a:spLocks noGrp="1" noChangeArrowheads="1"/>
          </p:cNvSpPr>
          <p:nvPr>
            <p:ph type="title"/>
          </p:nvPr>
        </p:nvSpPr>
        <p:spPr>
          <a:xfrm>
            <a:off x="214313" y="439738"/>
            <a:ext cx="8715375" cy="685800"/>
          </a:xfrm>
        </p:spPr>
        <p:txBody>
          <a:bodyPr/>
          <a:lstStyle/>
          <a:p>
            <a:pPr>
              <a:defRPr/>
            </a:pPr>
            <a:r>
              <a:rPr lang="zh-CN" altLang="en-US" sz="3600" b="0" dirty="0">
                <a:solidFill>
                  <a:srgbClr val="FFFFFF"/>
                </a:solidFill>
                <a:effectLst>
                  <a:outerShdw blurRad="38100" dist="38100" dir="2700000" algn="tl">
                    <a:srgbClr val="000000"/>
                  </a:outerShdw>
                </a:effectLst>
                <a:latin typeface="微软雅黑" pitchFamily="34" charset="-122"/>
                <a:ea typeface="微软雅黑" pitchFamily="34" charset="-122"/>
              </a:rPr>
              <a:t>第</a:t>
            </a:r>
            <a:r>
              <a:rPr lang="en-US" altLang="zh-CN" sz="3600" b="0" dirty="0">
                <a:solidFill>
                  <a:srgbClr val="FFFFFF"/>
                </a:solidFill>
                <a:effectLst>
                  <a:outerShdw blurRad="38100" dist="38100" dir="2700000" algn="tl">
                    <a:srgbClr val="000000"/>
                  </a:outerShdw>
                </a:effectLst>
                <a:latin typeface="微软雅黑" pitchFamily="34" charset="-122"/>
                <a:ea typeface="微软雅黑" pitchFamily="34" charset="-122"/>
              </a:rPr>
              <a:t>2</a:t>
            </a:r>
            <a:r>
              <a:rPr lang="zh-CN" altLang="en-US" sz="3600" b="0" dirty="0">
                <a:solidFill>
                  <a:srgbClr val="FFFFFF"/>
                </a:solidFill>
                <a:effectLst>
                  <a:outerShdw blurRad="38100" dist="38100" dir="2700000" algn="tl">
                    <a:srgbClr val="000000"/>
                  </a:outerShdw>
                </a:effectLst>
                <a:latin typeface="微软雅黑" pitchFamily="34" charset="-122"/>
                <a:ea typeface="微软雅黑" pitchFamily="34" charset="-122"/>
              </a:rPr>
              <a:t>步：将</a:t>
            </a:r>
            <a:r>
              <a:rPr lang="en-US" altLang="zh-CN" sz="3600" b="0" dirty="0">
                <a:solidFill>
                  <a:srgbClr val="FFFFFF"/>
                </a:solidFill>
                <a:effectLst>
                  <a:outerShdw blurRad="38100" dist="38100" dir="2700000" algn="tl">
                    <a:srgbClr val="000000"/>
                  </a:outerShdw>
                </a:effectLst>
                <a:latin typeface="微软雅黑" pitchFamily="34" charset="-122"/>
                <a:ea typeface="微软雅黑" pitchFamily="34" charset="-122"/>
              </a:rPr>
              <a:t>Bean</a:t>
            </a:r>
            <a:r>
              <a:rPr lang="zh-CN" altLang="en-US" sz="3600" b="0" dirty="0">
                <a:solidFill>
                  <a:srgbClr val="FFFFFF"/>
                </a:solidFill>
                <a:effectLst>
                  <a:outerShdw blurRad="38100" dist="38100" dir="2700000" algn="tl">
                    <a:srgbClr val="000000"/>
                  </a:outerShdw>
                </a:effectLst>
                <a:latin typeface="微软雅黑" pitchFamily="34" charset="-122"/>
                <a:ea typeface="微软雅黑" pitchFamily="34" charset="-122"/>
              </a:rPr>
              <a:t>定义为事件源</a:t>
            </a:r>
            <a:r>
              <a:rPr lang="en-US" altLang="zh-CN" sz="1800" b="0" dirty="0">
                <a:solidFill>
                  <a:srgbClr val="FFFFFF"/>
                </a:solidFill>
                <a:effectLst>
                  <a:outerShdw blurRad="38100" dist="38100" dir="2700000" algn="tl">
                    <a:srgbClr val="000000"/>
                  </a:outerShdw>
                </a:effectLst>
                <a:latin typeface="Lucida Fax" pitchFamily="18" charset="0"/>
              </a:rPr>
              <a:t>(2/4)</a:t>
            </a:r>
            <a:endParaRPr lang="zh-CN" altLang="en-GB" sz="1800" b="0" dirty="0">
              <a:solidFill>
                <a:srgbClr val="FF0000"/>
              </a:solidFill>
              <a:effectLst>
                <a:outerShdw blurRad="38100" dist="38100" dir="2700000" algn="tl">
                  <a:srgbClr val="000000"/>
                </a:outerShdw>
              </a:effectLst>
              <a:latin typeface="Lucida Fax" pitchFamily="18" charset="0"/>
            </a:endParaRPr>
          </a:p>
        </p:txBody>
      </p:sp>
      <p:sp>
        <p:nvSpPr>
          <p:cNvPr id="155652" name="内容占位符 4"/>
          <p:cNvSpPr>
            <a:spLocks noGrp="1" noChangeArrowheads="1"/>
          </p:cNvSpPr>
          <p:nvPr>
            <p:ph idx="1"/>
          </p:nvPr>
        </p:nvSpPr>
        <p:spPr>
          <a:xfrm>
            <a:off x="457200" y="1071563"/>
            <a:ext cx="8686800" cy="5715000"/>
          </a:xfrm>
        </p:spPr>
        <p:txBody>
          <a:bodyPr/>
          <a:lstStyle/>
          <a:p>
            <a:pPr>
              <a:lnSpc>
                <a:spcPct val="150000"/>
              </a:lnSpc>
              <a:spcBef>
                <a:spcPct val="0"/>
              </a:spcBef>
              <a:buFont typeface="Wingdings" pitchFamily="2" charset="2"/>
              <a:buNone/>
            </a:pPr>
            <a:endParaRPr lang="en-US" altLang="zh-CN" sz="2400" b="0" smtClean="0">
              <a:solidFill>
                <a:schemeClr val="tx2"/>
              </a:solidFill>
              <a:latin typeface="Calibri" pitchFamily="34" charset="0"/>
              <a:ea typeface="楷体_GB2312"/>
              <a:cs typeface="楷体_GB2312"/>
            </a:endParaRPr>
          </a:p>
          <a:p>
            <a:pPr>
              <a:lnSpc>
                <a:spcPct val="150000"/>
              </a:lnSpc>
              <a:spcBef>
                <a:spcPct val="0"/>
              </a:spcBef>
              <a:buFont typeface="Wingdings" pitchFamily="2" charset="2"/>
              <a:buNone/>
            </a:pPr>
            <a:r>
              <a:rPr lang="en-US" altLang="zh-CN" sz="2400" b="0" smtClean="0">
                <a:solidFill>
                  <a:schemeClr val="tx2"/>
                </a:solidFill>
                <a:latin typeface="Calibri" pitchFamily="34" charset="0"/>
                <a:ea typeface="楷体_GB2312"/>
                <a:cs typeface="楷体_GB2312"/>
              </a:rPr>
              <a:t>    public</a:t>
            </a:r>
            <a:r>
              <a:rPr lang="en-US" altLang="zh-CN" sz="2400" b="0" smtClean="0">
                <a:latin typeface="Calibri" pitchFamily="34" charset="0"/>
                <a:ea typeface="楷体_GB2312"/>
                <a:cs typeface="楷体_GB2312"/>
              </a:rPr>
              <a:t> </a:t>
            </a:r>
            <a:r>
              <a:rPr lang="en-US" altLang="zh-CN" sz="2400" b="0" smtClean="0">
                <a:solidFill>
                  <a:schemeClr val="tx2"/>
                </a:solidFill>
                <a:latin typeface="Calibri" pitchFamily="34" charset="0"/>
                <a:ea typeface="楷体_GB2312"/>
                <a:cs typeface="楷体_GB2312"/>
              </a:rPr>
              <a:t>void</a:t>
            </a:r>
            <a:r>
              <a:rPr lang="en-US" altLang="zh-CN" sz="2400" b="0" smtClean="0">
                <a:latin typeface="Calibri" pitchFamily="34" charset="0"/>
                <a:ea typeface="楷体_GB2312"/>
                <a:cs typeface="楷体_GB2312"/>
              </a:rPr>
              <a:t> removePropertyChangeListener( </a:t>
            </a:r>
          </a:p>
          <a:p>
            <a:pPr>
              <a:lnSpc>
                <a:spcPct val="150000"/>
              </a:lnSpc>
              <a:spcBef>
                <a:spcPct val="0"/>
              </a:spcBef>
              <a:buFont typeface="Wingdings" pitchFamily="2" charset="2"/>
              <a:buNone/>
            </a:pPr>
            <a:r>
              <a:rPr lang="en-US" altLang="zh-CN" sz="2400" b="0" smtClean="0">
                <a:latin typeface="Calibri" pitchFamily="34" charset="0"/>
                <a:ea typeface="楷体_GB2312"/>
                <a:cs typeface="楷体_GB2312"/>
              </a:rPr>
              <a:t>                PropertyChangeListener listener) {</a:t>
            </a:r>
          </a:p>
          <a:p>
            <a:pPr>
              <a:lnSpc>
                <a:spcPct val="150000"/>
              </a:lnSpc>
              <a:spcBef>
                <a:spcPct val="0"/>
              </a:spcBef>
              <a:buFont typeface="Wingdings" pitchFamily="2" charset="2"/>
              <a:buNone/>
            </a:pPr>
            <a:r>
              <a:rPr lang="en-US" altLang="zh-CN" sz="2400" b="0" smtClean="0">
                <a:solidFill>
                  <a:schemeClr val="tx2"/>
                </a:solidFill>
                <a:latin typeface="Calibri" pitchFamily="34" charset="0"/>
                <a:ea typeface="楷体_GB2312"/>
                <a:cs typeface="楷体_GB2312"/>
              </a:rPr>
              <a:t>        if</a:t>
            </a:r>
            <a:r>
              <a:rPr lang="en-US" altLang="zh-CN" sz="2400" b="0" smtClean="0">
                <a:latin typeface="Calibri" pitchFamily="34" charset="0"/>
                <a:ea typeface="楷体_GB2312"/>
                <a:cs typeface="楷体_GB2312"/>
              </a:rPr>
              <a:t> (listener != </a:t>
            </a:r>
            <a:r>
              <a:rPr lang="en-US" altLang="zh-CN" sz="2400" b="0" smtClean="0">
                <a:solidFill>
                  <a:schemeClr val="tx2"/>
                </a:solidFill>
                <a:latin typeface="Calibri" pitchFamily="34" charset="0"/>
                <a:ea typeface="楷体_GB2312"/>
                <a:cs typeface="楷体_GB2312"/>
              </a:rPr>
              <a:t>null &amp;&amp; </a:t>
            </a:r>
            <a:r>
              <a:rPr lang="en-US" altLang="zh-CN" sz="2400" b="0" smtClean="0">
                <a:latin typeface="Calibri" pitchFamily="34" charset="0"/>
                <a:ea typeface="楷体_GB2312"/>
                <a:cs typeface="楷体_GB2312"/>
              </a:rPr>
              <a:t>m_listListeners != </a:t>
            </a:r>
            <a:r>
              <a:rPr lang="en-US" altLang="zh-CN" sz="2400" b="0" smtClean="0">
                <a:solidFill>
                  <a:schemeClr val="tx2"/>
                </a:solidFill>
                <a:latin typeface="Calibri" pitchFamily="34" charset="0"/>
                <a:ea typeface="楷体_GB2312"/>
                <a:cs typeface="楷体_GB2312"/>
              </a:rPr>
              <a:t>null</a:t>
            </a:r>
            <a:r>
              <a:rPr lang="en-US" altLang="zh-CN" sz="2400" b="0" smtClean="0">
                <a:latin typeface="Calibri" pitchFamily="34" charset="0"/>
                <a:ea typeface="楷体_GB2312"/>
                <a:cs typeface="楷体_GB2312"/>
              </a:rPr>
              <a:t>) {</a:t>
            </a:r>
          </a:p>
          <a:p>
            <a:pPr>
              <a:lnSpc>
                <a:spcPct val="150000"/>
              </a:lnSpc>
              <a:spcBef>
                <a:spcPct val="0"/>
              </a:spcBef>
              <a:buFont typeface="Wingdings" pitchFamily="2" charset="2"/>
              <a:buNone/>
            </a:pPr>
            <a:r>
              <a:rPr lang="en-US" altLang="zh-CN" sz="2400" b="0" smtClean="0">
                <a:latin typeface="Calibri" pitchFamily="34" charset="0"/>
                <a:ea typeface="楷体_GB2312"/>
                <a:cs typeface="楷体_GB2312"/>
              </a:rPr>
              <a:t>            m_listListeners.remove(listener);</a:t>
            </a:r>
          </a:p>
          <a:p>
            <a:pPr>
              <a:lnSpc>
                <a:spcPct val="150000"/>
              </a:lnSpc>
              <a:spcBef>
                <a:spcPct val="0"/>
              </a:spcBef>
              <a:buFont typeface="Wingdings" pitchFamily="2" charset="2"/>
              <a:buNone/>
            </a:pPr>
            <a:r>
              <a:rPr lang="en-US" altLang="zh-CN" sz="2400" b="0" smtClean="0">
                <a:latin typeface="Calibri" pitchFamily="34" charset="0"/>
                <a:ea typeface="楷体_GB2312"/>
                <a:cs typeface="楷体_GB2312"/>
              </a:rPr>
              <a:t>        }</a:t>
            </a:r>
          </a:p>
          <a:p>
            <a:pPr>
              <a:lnSpc>
                <a:spcPct val="150000"/>
              </a:lnSpc>
              <a:spcBef>
                <a:spcPct val="0"/>
              </a:spcBef>
              <a:buFont typeface="Wingdings" pitchFamily="2" charset="2"/>
              <a:buNone/>
            </a:pPr>
            <a:r>
              <a:rPr lang="en-US" altLang="zh-CN" sz="2400" b="0" smtClean="0">
                <a:latin typeface="Calibri" pitchFamily="34" charset="0"/>
                <a:ea typeface="楷体_GB2312"/>
                <a:cs typeface="楷体_GB2312"/>
              </a:rPr>
              <a:t>    }</a:t>
            </a:r>
          </a:p>
        </p:txBody>
      </p:sp>
      <p:sp>
        <p:nvSpPr>
          <p:cNvPr id="5" name="Rectangle 4"/>
          <p:cNvSpPr>
            <a:spLocks noChangeArrowheads="1"/>
          </p:cNvSpPr>
          <p:nvPr/>
        </p:nvSpPr>
        <p:spPr bwMode="auto">
          <a:xfrm>
            <a:off x="285750" y="3786188"/>
            <a:ext cx="8605838" cy="500062"/>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spcBef>
                <a:spcPct val="20000"/>
              </a:spcBef>
              <a:buClr>
                <a:srgbClr val="3333CC"/>
              </a:buClr>
              <a:buFontTx/>
              <a:buChar char="•"/>
            </a:pPr>
            <a:endParaRPr lang="zh-CN" altLang="en-US">
              <a:solidFill>
                <a:srgbClr val="000066"/>
              </a:solidFill>
              <a:latin typeface="Arial" pitchFamily="34" charset="0"/>
            </a:endParaRPr>
          </a:p>
        </p:txBody>
      </p:sp>
    </p:spTree>
    <p:extLst>
      <p:ext uri="{BB962C8B-B14F-4D97-AF65-F5344CB8AC3E}">
        <p14:creationId xmlns:p14="http://schemas.microsoft.com/office/powerpoint/2010/main" val="11164825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1" presetClass="entr" presetSubtype="0" fill="hold" grpId="0" nodeType="afterEffect">
                                  <p:stCondLst>
                                    <p:cond delay="0"/>
                                  </p:stCondLst>
                                  <p:childTnLst>
                                    <p:set>
                                      <p:cBhvr>
                                        <p:cTn id="11" dur="1" fill="hold">
                                          <p:stCondLst>
                                            <p:cond delay="0"/>
                                          </p:stCondLst>
                                        </p:cTn>
                                        <p:tgtEl>
                                          <p:spTgt spid="6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animBg="1"/>
      <p:bldP spid="5" grpId="0" animBg="1"/>
    </p:bldLst>
  </p:timing>
</p:sld>
</file>

<file path=ppt/slides/slide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sz="2000" b="1">
                <a:solidFill>
                  <a:schemeClr val="tx1"/>
                </a:solidFill>
                <a:latin typeface="幼圆" pitchFamily="49" charset="-122"/>
                <a:ea typeface="幼圆" pitchFamily="49" charset="-122"/>
                <a:cs typeface="楷体_GB2312"/>
              </a:defRPr>
            </a:lvl5pPr>
            <a:lvl6pPr marL="2514600" indent="-228600">
              <a:defRPr kumimoji="1" sz="2000" b="1">
                <a:solidFill>
                  <a:schemeClr val="tx1"/>
                </a:solidFill>
                <a:latin typeface="幼圆" pitchFamily="49" charset="-122"/>
                <a:ea typeface="幼圆" pitchFamily="49" charset="-122"/>
                <a:cs typeface="楷体_GB2312"/>
              </a:defRPr>
            </a:lvl6pPr>
            <a:lvl7pPr marL="2971800" indent="-228600">
              <a:defRPr kumimoji="1" sz="2000" b="1">
                <a:solidFill>
                  <a:schemeClr val="tx1"/>
                </a:solidFill>
                <a:latin typeface="幼圆" pitchFamily="49" charset="-122"/>
                <a:ea typeface="幼圆" pitchFamily="49" charset="-122"/>
                <a:cs typeface="楷体_GB2312"/>
              </a:defRPr>
            </a:lvl7pPr>
            <a:lvl8pPr marL="3429000" indent="-228600">
              <a:defRPr kumimoji="1" sz="2000" b="1">
                <a:solidFill>
                  <a:schemeClr val="tx1"/>
                </a:solidFill>
                <a:latin typeface="幼圆" pitchFamily="49" charset="-122"/>
                <a:ea typeface="幼圆" pitchFamily="49" charset="-122"/>
                <a:cs typeface="楷体_GB2312"/>
              </a:defRPr>
            </a:lvl8pPr>
            <a:lvl9pPr marL="3886200" indent="-228600">
              <a:defRPr kumimoji="1" sz="2000" b="1">
                <a:solidFill>
                  <a:schemeClr val="tx1"/>
                </a:solidFill>
                <a:latin typeface="幼圆" pitchFamily="49" charset="-122"/>
                <a:ea typeface="幼圆" pitchFamily="49" charset="-122"/>
                <a:cs typeface="楷体_GB2312"/>
              </a:defRPr>
            </a:lvl9pPr>
          </a:lstStyle>
          <a:p>
            <a:fld id="{CA692C66-83B4-4188-9FF6-DB9085368DB3}" type="slidenum">
              <a:rPr kumimoji="0" lang="zh-CN" altLang="en-US" sz="1400" b="0">
                <a:solidFill>
                  <a:srgbClr val="000066"/>
                </a:solidFill>
                <a:latin typeface="Times New Roman" pitchFamily="18" charset="0"/>
                <a:ea typeface="宋体" pitchFamily="2" charset="-122"/>
              </a:rPr>
              <a:pPr/>
              <a:t>78</a:t>
            </a:fld>
            <a:endParaRPr kumimoji="0" lang="en-US" altLang="zh-CN" sz="1400" b="0">
              <a:solidFill>
                <a:srgbClr val="000066"/>
              </a:solidFill>
              <a:latin typeface="Times New Roman" pitchFamily="18" charset="0"/>
              <a:ea typeface="宋体" pitchFamily="2" charset="-122"/>
            </a:endParaRPr>
          </a:p>
        </p:txBody>
      </p:sp>
      <p:sp>
        <p:nvSpPr>
          <p:cNvPr id="434178" name="Rectangle 2"/>
          <p:cNvSpPr>
            <a:spLocks noGrp="1" noChangeArrowheads="1"/>
          </p:cNvSpPr>
          <p:nvPr>
            <p:ph type="title"/>
          </p:nvPr>
        </p:nvSpPr>
        <p:spPr>
          <a:xfrm>
            <a:off x="214313" y="439738"/>
            <a:ext cx="8715375" cy="685800"/>
          </a:xfrm>
        </p:spPr>
        <p:txBody>
          <a:bodyPr/>
          <a:lstStyle/>
          <a:p>
            <a:pPr>
              <a:defRPr/>
            </a:pPr>
            <a:r>
              <a:rPr lang="zh-CN" altLang="en-US" sz="3600" b="0" dirty="0">
                <a:solidFill>
                  <a:srgbClr val="FFFFFF"/>
                </a:solidFill>
                <a:effectLst>
                  <a:outerShdw blurRad="38100" dist="38100" dir="2700000" algn="tl">
                    <a:srgbClr val="000000"/>
                  </a:outerShdw>
                </a:effectLst>
                <a:latin typeface="微软雅黑" pitchFamily="34" charset="-122"/>
                <a:ea typeface="微软雅黑" pitchFamily="34" charset="-122"/>
              </a:rPr>
              <a:t>第</a:t>
            </a:r>
            <a:r>
              <a:rPr lang="en-US" altLang="zh-CN" sz="3600" b="0" dirty="0">
                <a:solidFill>
                  <a:srgbClr val="FFFFFF"/>
                </a:solidFill>
                <a:effectLst>
                  <a:outerShdw blurRad="38100" dist="38100" dir="2700000" algn="tl">
                    <a:srgbClr val="000000"/>
                  </a:outerShdw>
                </a:effectLst>
                <a:latin typeface="微软雅黑" pitchFamily="34" charset="-122"/>
                <a:ea typeface="微软雅黑" pitchFamily="34" charset="-122"/>
              </a:rPr>
              <a:t>2</a:t>
            </a:r>
            <a:r>
              <a:rPr lang="zh-CN" altLang="en-US" sz="3600" b="0" dirty="0">
                <a:solidFill>
                  <a:srgbClr val="FFFFFF"/>
                </a:solidFill>
                <a:effectLst>
                  <a:outerShdw blurRad="38100" dist="38100" dir="2700000" algn="tl">
                    <a:srgbClr val="000000"/>
                  </a:outerShdw>
                </a:effectLst>
                <a:latin typeface="微软雅黑" pitchFamily="34" charset="-122"/>
                <a:ea typeface="微软雅黑" pitchFamily="34" charset="-122"/>
              </a:rPr>
              <a:t>步：将</a:t>
            </a:r>
            <a:r>
              <a:rPr lang="en-US" altLang="zh-CN" sz="3600" b="0" dirty="0">
                <a:solidFill>
                  <a:srgbClr val="FFFFFF"/>
                </a:solidFill>
                <a:effectLst>
                  <a:outerShdw blurRad="38100" dist="38100" dir="2700000" algn="tl">
                    <a:srgbClr val="000000"/>
                  </a:outerShdw>
                </a:effectLst>
                <a:latin typeface="微软雅黑" pitchFamily="34" charset="-122"/>
                <a:ea typeface="微软雅黑" pitchFamily="34" charset="-122"/>
              </a:rPr>
              <a:t>Bean</a:t>
            </a:r>
            <a:r>
              <a:rPr lang="zh-CN" altLang="en-US" sz="3600" b="0" dirty="0">
                <a:solidFill>
                  <a:srgbClr val="FFFFFF"/>
                </a:solidFill>
                <a:effectLst>
                  <a:outerShdw blurRad="38100" dist="38100" dir="2700000" algn="tl">
                    <a:srgbClr val="000000"/>
                  </a:outerShdw>
                </a:effectLst>
                <a:latin typeface="微软雅黑" pitchFamily="34" charset="-122"/>
                <a:ea typeface="微软雅黑" pitchFamily="34" charset="-122"/>
              </a:rPr>
              <a:t>定义为事件源 </a:t>
            </a:r>
            <a:r>
              <a:rPr lang="en-US" altLang="zh-CN" sz="1800" b="0" dirty="0">
                <a:solidFill>
                  <a:srgbClr val="FFFFFF"/>
                </a:solidFill>
                <a:effectLst>
                  <a:outerShdw blurRad="38100" dist="38100" dir="2700000" algn="tl">
                    <a:srgbClr val="000000"/>
                  </a:outerShdw>
                </a:effectLst>
                <a:latin typeface="Lucida Fax" pitchFamily="18" charset="0"/>
              </a:rPr>
              <a:t>(3/4)</a:t>
            </a:r>
            <a:endParaRPr lang="zh-CN" altLang="en-GB" sz="1800" b="0" dirty="0">
              <a:solidFill>
                <a:srgbClr val="FF0000"/>
              </a:solidFill>
              <a:effectLst>
                <a:outerShdw blurRad="38100" dist="38100" dir="2700000" algn="tl">
                  <a:srgbClr val="000000"/>
                </a:outerShdw>
              </a:effectLst>
              <a:latin typeface="Lucida Fax" pitchFamily="18" charset="0"/>
            </a:endParaRPr>
          </a:p>
        </p:txBody>
      </p:sp>
      <p:sp>
        <p:nvSpPr>
          <p:cNvPr id="157700" name="内容占位符 4"/>
          <p:cNvSpPr>
            <a:spLocks noGrp="1" noChangeArrowheads="1"/>
          </p:cNvSpPr>
          <p:nvPr>
            <p:ph idx="1"/>
          </p:nvPr>
        </p:nvSpPr>
        <p:spPr>
          <a:xfrm>
            <a:off x="457200" y="1285875"/>
            <a:ext cx="8472488" cy="5500688"/>
          </a:xfrm>
        </p:spPr>
        <p:txBody>
          <a:bodyPr/>
          <a:lstStyle/>
          <a:p>
            <a:pPr>
              <a:lnSpc>
                <a:spcPct val="150000"/>
              </a:lnSpc>
              <a:spcBef>
                <a:spcPct val="0"/>
              </a:spcBef>
              <a:buFont typeface="Wingdings" pitchFamily="2" charset="2"/>
              <a:buNone/>
            </a:pPr>
            <a:r>
              <a:rPr lang="en-US" altLang="zh-CN" sz="2400" b="0" smtClean="0">
                <a:solidFill>
                  <a:schemeClr val="tx2"/>
                </a:solidFill>
                <a:latin typeface="Calibri" pitchFamily="34" charset="0"/>
                <a:ea typeface="楷体_GB2312"/>
                <a:cs typeface="楷体_GB2312"/>
              </a:rPr>
              <a:t>    public</a:t>
            </a:r>
            <a:r>
              <a:rPr lang="en-US" altLang="zh-CN" sz="2400" b="0" smtClean="0">
                <a:latin typeface="Calibri" pitchFamily="34" charset="0"/>
                <a:ea typeface="楷体_GB2312"/>
                <a:cs typeface="楷体_GB2312"/>
              </a:rPr>
              <a:t> </a:t>
            </a:r>
            <a:r>
              <a:rPr lang="en-US" altLang="zh-CN" sz="2400" b="0" smtClean="0">
                <a:solidFill>
                  <a:schemeClr val="tx2"/>
                </a:solidFill>
                <a:latin typeface="Calibri" pitchFamily="34" charset="0"/>
                <a:ea typeface="楷体_GB2312"/>
                <a:cs typeface="楷体_GB2312"/>
              </a:rPr>
              <a:t>void</a:t>
            </a:r>
            <a:r>
              <a:rPr lang="en-US" altLang="zh-CN" sz="2400" b="0" smtClean="0">
                <a:latin typeface="Calibri" pitchFamily="34" charset="0"/>
                <a:ea typeface="楷体_GB2312"/>
                <a:cs typeface="楷体_GB2312"/>
              </a:rPr>
              <a:t> setXxx(Object objNewValue) {</a:t>
            </a:r>
          </a:p>
          <a:p>
            <a:pPr>
              <a:lnSpc>
                <a:spcPct val="150000"/>
              </a:lnSpc>
              <a:spcBef>
                <a:spcPct val="0"/>
              </a:spcBef>
              <a:buFont typeface="Wingdings" pitchFamily="2" charset="2"/>
              <a:buNone/>
            </a:pPr>
            <a:r>
              <a:rPr lang="en-US" altLang="zh-CN" sz="2400" b="0" smtClean="0">
                <a:solidFill>
                  <a:schemeClr val="tx2"/>
                </a:solidFill>
                <a:latin typeface="Calibri" pitchFamily="34" charset="0"/>
                <a:ea typeface="楷体_GB2312"/>
                <a:cs typeface="楷体_GB2312"/>
              </a:rPr>
              <a:t>        if</a:t>
            </a:r>
            <a:r>
              <a:rPr lang="en-US" altLang="zh-CN" sz="2400" b="0" smtClean="0">
                <a:latin typeface="Calibri" pitchFamily="34" charset="0"/>
                <a:ea typeface="楷体_GB2312"/>
                <a:cs typeface="楷体_GB2312"/>
              </a:rPr>
              <a:t> (objNewValue != m_xxx) {</a:t>
            </a:r>
          </a:p>
          <a:p>
            <a:pPr>
              <a:lnSpc>
                <a:spcPct val="150000"/>
              </a:lnSpc>
              <a:spcBef>
                <a:spcPct val="0"/>
              </a:spcBef>
              <a:buFont typeface="Wingdings" pitchFamily="2" charset="2"/>
              <a:buNone/>
            </a:pPr>
            <a:r>
              <a:rPr lang="en-US" altLang="zh-CN" sz="2400" b="0" smtClean="0">
                <a:latin typeface="Calibri" pitchFamily="34" charset="0"/>
                <a:ea typeface="楷体_GB2312"/>
                <a:cs typeface="楷体_GB2312"/>
              </a:rPr>
              <a:t>            Object objOldValue = m_xxx;</a:t>
            </a:r>
          </a:p>
          <a:p>
            <a:pPr>
              <a:lnSpc>
                <a:spcPct val="150000"/>
              </a:lnSpc>
              <a:spcBef>
                <a:spcPct val="0"/>
              </a:spcBef>
              <a:buFont typeface="Wingdings" pitchFamily="2" charset="2"/>
              <a:buNone/>
            </a:pPr>
            <a:r>
              <a:rPr lang="en-US" altLang="zh-CN" sz="2400" b="0" smtClean="0">
                <a:latin typeface="Calibri" pitchFamily="34" charset="0"/>
                <a:ea typeface="楷体_GB2312"/>
                <a:cs typeface="楷体_GB2312"/>
              </a:rPr>
              <a:t>            m_xxx = objNewValue;</a:t>
            </a:r>
          </a:p>
          <a:p>
            <a:pPr>
              <a:lnSpc>
                <a:spcPct val="150000"/>
              </a:lnSpc>
              <a:spcBef>
                <a:spcPct val="0"/>
              </a:spcBef>
              <a:buFont typeface="Wingdings" pitchFamily="2" charset="2"/>
              <a:buNone/>
            </a:pPr>
            <a:r>
              <a:rPr lang="en-US" altLang="zh-CN" sz="2400" b="0" smtClean="0">
                <a:latin typeface="Calibri" pitchFamily="34" charset="0"/>
                <a:ea typeface="楷体_GB2312"/>
                <a:cs typeface="楷体_GB2312"/>
              </a:rPr>
              <a:t>            firePropertyChangeEvent(“xxx”, objOldValue, </a:t>
            </a:r>
          </a:p>
          <a:p>
            <a:pPr>
              <a:lnSpc>
                <a:spcPct val="150000"/>
              </a:lnSpc>
              <a:spcBef>
                <a:spcPct val="0"/>
              </a:spcBef>
              <a:buFont typeface="Wingdings" pitchFamily="2" charset="2"/>
              <a:buNone/>
            </a:pPr>
            <a:r>
              <a:rPr lang="en-US" altLang="zh-CN" sz="2400" b="0" smtClean="0">
                <a:latin typeface="Calibri" pitchFamily="34" charset="0"/>
                <a:ea typeface="楷体_GB2312"/>
                <a:cs typeface="楷体_GB2312"/>
              </a:rPr>
              <a:t>                objNewValue);</a:t>
            </a:r>
          </a:p>
          <a:p>
            <a:pPr>
              <a:lnSpc>
                <a:spcPct val="150000"/>
              </a:lnSpc>
              <a:spcBef>
                <a:spcPct val="0"/>
              </a:spcBef>
              <a:buFont typeface="Wingdings" pitchFamily="2" charset="2"/>
              <a:buNone/>
            </a:pPr>
            <a:r>
              <a:rPr lang="en-US" altLang="zh-CN" sz="2400" b="0" smtClean="0">
                <a:latin typeface="Calibri" pitchFamily="34" charset="0"/>
                <a:ea typeface="楷体_GB2312"/>
                <a:cs typeface="楷体_GB2312"/>
              </a:rPr>
              <a:t>        }</a:t>
            </a:r>
          </a:p>
          <a:p>
            <a:pPr>
              <a:lnSpc>
                <a:spcPct val="150000"/>
              </a:lnSpc>
              <a:spcBef>
                <a:spcPct val="0"/>
              </a:spcBef>
              <a:buFont typeface="Wingdings" pitchFamily="2" charset="2"/>
              <a:buNone/>
            </a:pPr>
            <a:r>
              <a:rPr lang="en-US" altLang="zh-CN" sz="2400" b="0" smtClean="0">
                <a:latin typeface="Calibri" pitchFamily="34" charset="0"/>
                <a:ea typeface="楷体_GB2312"/>
                <a:cs typeface="楷体_GB2312"/>
              </a:rPr>
              <a:t>    }</a:t>
            </a:r>
          </a:p>
        </p:txBody>
      </p:sp>
      <p:sp>
        <p:nvSpPr>
          <p:cNvPr id="5" name="Rectangle 4"/>
          <p:cNvSpPr>
            <a:spLocks noChangeArrowheads="1"/>
          </p:cNvSpPr>
          <p:nvPr/>
        </p:nvSpPr>
        <p:spPr bwMode="auto">
          <a:xfrm>
            <a:off x="285750" y="4000500"/>
            <a:ext cx="8605838" cy="1214438"/>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spcBef>
                <a:spcPct val="20000"/>
              </a:spcBef>
              <a:buClr>
                <a:srgbClr val="3333CC"/>
              </a:buClr>
              <a:buFontTx/>
              <a:buChar char="•"/>
            </a:pPr>
            <a:endParaRPr lang="zh-CN" altLang="en-US">
              <a:solidFill>
                <a:srgbClr val="000066"/>
              </a:solidFill>
              <a:latin typeface="Arial" pitchFamily="34" charset="0"/>
            </a:endParaRPr>
          </a:p>
        </p:txBody>
      </p:sp>
    </p:spTree>
    <p:extLst>
      <p:ext uri="{BB962C8B-B14F-4D97-AF65-F5344CB8AC3E}">
        <p14:creationId xmlns:p14="http://schemas.microsoft.com/office/powerpoint/2010/main" val="21765802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1" presetClass="entr" presetSubtype="0" fill="hold" grpId="0" nodeType="afterEffect">
                                  <p:stCondLst>
                                    <p:cond delay="0"/>
                                  </p:stCondLst>
                                  <p:childTnLst>
                                    <p:set>
                                      <p:cBhvr>
                                        <p:cTn id="11" dur="1" fill="hold">
                                          <p:stCondLst>
                                            <p:cond delay="0"/>
                                          </p:stCondLst>
                                        </p:cTn>
                                        <p:tgtEl>
                                          <p:spTgt spid="6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animBg="1"/>
      <p:bldP spid="5" grpId="0" animBg="1"/>
    </p:bldLst>
  </p:timing>
</p:sld>
</file>

<file path=ppt/slides/slide7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sz="2000" b="1">
                <a:solidFill>
                  <a:schemeClr val="tx1"/>
                </a:solidFill>
                <a:latin typeface="幼圆" pitchFamily="49" charset="-122"/>
                <a:ea typeface="幼圆" pitchFamily="49" charset="-122"/>
                <a:cs typeface="楷体_GB2312"/>
              </a:defRPr>
            </a:lvl5pPr>
            <a:lvl6pPr marL="2514600" indent="-228600">
              <a:defRPr kumimoji="1" sz="2000" b="1">
                <a:solidFill>
                  <a:schemeClr val="tx1"/>
                </a:solidFill>
                <a:latin typeface="幼圆" pitchFamily="49" charset="-122"/>
                <a:ea typeface="幼圆" pitchFamily="49" charset="-122"/>
                <a:cs typeface="楷体_GB2312"/>
              </a:defRPr>
            </a:lvl6pPr>
            <a:lvl7pPr marL="2971800" indent="-228600">
              <a:defRPr kumimoji="1" sz="2000" b="1">
                <a:solidFill>
                  <a:schemeClr val="tx1"/>
                </a:solidFill>
                <a:latin typeface="幼圆" pitchFamily="49" charset="-122"/>
                <a:ea typeface="幼圆" pitchFamily="49" charset="-122"/>
                <a:cs typeface="楷体_GB2312"/>
              </a:defRPr>
            </a:lvl7pPr>
            <a:lvl8pPr marL="3429000" indent="-228600">
              <a:defRPr kumimoji="1" sz="2000" b="1">
                <a:solidFill>
                  <a:schemeClr val="tx1"/>
                </a:solidFill>
                <a:latin typeface="幼圆" pitchFamily="49" charset="-122"/>
                <a:ea typeface="幼圆" pitchFamily="49" charset="-122"/>
                <a:cs typeface="楷体_GB2312"/>
              </a:defRPr>
            </a:lvl8pPr>
            <a:lvl9pPr marL="3886200" indent="-228600">
              <a:defRPr kumimoji="1" sz="2000" b="1">
                <a:solidFill>
                  <a:schemeClr val="tx1"/>
                </a:solidFill>
                <a:latin typeface="幼圆" pitchFamily="49" charset="-122"/>
                <a:ea typeface="幼圆" pitchFamily="49" charset="-122"/>
                <a:cs typeface="楷体_GB2312"/>
              </a:defRPr>
            </a:lvl9pPr>
          </a:lstStyle>
          <a:p>
            <a:fld id="{451BA616-D1D1-44D8-9ED8-40628E8AC94C}" type="slidenum">
              <a:rPr kumimoji="0" lang="zh-CN" altLang="en-US" sz="1400" b="0">
                <a:solidFill>
                  <a:srgbClr val="000066"/>
                </a:solidFill>
                <a:latin typeface="Times New Roman" pitchFamily="18" charset="0"/>
                <a:ea typeface="宋体" pitchFamily="2" charset="-122"/>
              </a:rPr>
              <a:pPr/>
              <a:t>79</a:t>
            </a:fld>
            <a:endParaRPr kumimoji="0" lang="en-US" altLang="zh-CN" sz="1400" b="0">
              <a:solidFill>
                <a:srgbClr val="000066"/>
              </a:solidFill>
              <a:latin typeface="Times New Roman" pitchFamily="18" charset="0"/>
              <a:ea typeface="宋体" pitchFamily="2" charset="-122"/>
            </a:endParaRPr>
          </a:p>
        </p:txBody>
      </p:sp>
      <p:sp>
        <p:nvSpPr>
          <p:cNvPr id="434178" name="Rectangle 2"/>
          <p:cNvSpPr>
            <a:spLocks noGrp="1" noChangeArrowheads="1"/>
          </p:cNvSpPr>
          <p:nvPr>
            <p:ph type="title"/>
          </p:nvPr>
        </p:nvSpPr>
        <p:spPr>
          <a:xfrm>
            <a:off x="214313" y="439738"/>
            <a:ext cx="8715375" cy="685800"/>
          </a:xfrm>
        </p:spPr>
        <p:txBody>
          <a:bodyPr/>
          <a:lstStyle/>
          <a:p>
            <a:pPr>
              <a:defRPr/>
            </a:pPr>
            <a:r>
              <a:rPr lang="zh-CN" altLang="en-US" sz="3600" b="0" dirty="0">
                <a:solidFill>
                  <a:srgbClr val="FFFFFF"/>
                </a:solidFill>
                <a:effectLst>
                  <a:outerShdw blurRad="38100" dist="38100" dir="2700000" algn="tl">
                    <a:srgbClr val="000000"/>
                  </a:outerShdw>
                </a:effectLst>
                <a:latin typeface="微软雅黑" pitchFamily="34" charset="-122"/>
                <a:ea typeface="微软雅黑" pitchFamily="34" charset="-122"/>
              </a:rPr>
              <a:t>第</a:t>
            </a:r>
            <a:r>
              <a:rPr lang="en-US" altLang="zh-CN" sz="3600" b="0" dirty="0">
                <a:solidFill>
                  <a:srgbClr val="FFFFFF"/>
                </a:solidFill>
                <a:effectLst>
                  <a:outerShdw blurRad="38100" dist="38100" dir="2700000" algn="tl">
                    <a:srgbClr val="000000"/>
                  </a:outerShdw>
                </a:effectLst>
                <a:latin typeface="微软雅黑" pitchFamily="34" charset="-122"/>
                <a:ea typeface="微软雅黑" pitchFamily="34" charset="-122"/>
              </a:rPr>
              <a:t>2</a:t>
            </a:r>
            <a:r>
              <a:rPr lang="zh-CN" altLang="en-US" sz="3600" b="0" dirty="0">
                <a:solidFill>
                  <a:srgbClr val="FFFFFF"/>
                </a:solidFill>
                <a:effectLst>
                  <a:outerShdw blurRad="38100" dist="38100" dir="2700000" algn="tl">
                    <a:srgbClr val="000000"/>
                  </a:outerShdw>
                </a:effectLst>
                <a:latin typeface="微软雅黑" pitchFamily="34" charset="-122"/>
                <a:ea typeface="微软雅黑" pitchFamily="34" charset="-122"/>
              </a:rPr>
              <a:t>步：将</a:t>
            </a:r>
            <a:r>
              <a:rPr lang="en-US" altLang="zh-CN" sz="3600" b="0" dirty="0">
                <a:solidFill>
                  <a:srgbClr val="FFFFFF"/>
                </a:solidFill>
                <a:effectLst>
                  <a:outerShdw blurRad="38100" dist="38100" dir="2700000" algn="tl">
                    <a:srgbClr val="000000"/>
                  </a:outerShdw>
                </a:effectLst>
                <a:latin typeface="微软雅黑" pitchFamily="34" charset="-122"/>
                <a:ea typeface="微软雅黑" pitchFamily="34" charset="-122"/>
              </a:rPr>
              <a:t>Bean</a:t>
            </a:r>
            <a:r>
              <a:rPr lang="zh-CN" altLang="en-US" sz="3600" b="0" dirty="0">
                <a:solidFill>
                  <a:srgbClr val="FFFFFF"/>
                </a:solidFill>
                <a:effectLst>
                  <a:outerShdw blurRad="38100" dist="38100" dir="2700000" algn="tl">
                    <a:srgbClr val="000000"/>
                  </a:outerShdw>
                </a:effectLst>
                <a:latin typeface="微软雅黑" pitchFamily="34" charset="-122"/>
                <a:ea typeface="微软雅黑" pitchFamily="34" charset="-122"/>
              </a:rPr>
              <a:t>定义为事件源</a:t>
            </a:r>
            <a:r>
              <a:rPr lang="en-US" altLang="zh-CN" sz="1800" b="0" dirty="0">
                <a:solidFill>
                  <a:srgbClr val="FFFFFF"/>
                </a:solidFill>
                <a:effectLst>
                  <a:outerShdw blurRad="38100" dist="38100" dir="2700000" algn="tl">
                    <a:srgbClr val="000000"/>
                  </a:outerShdw>
                </a:effectLst>
                <a:latin typeface="Lucida Fax" pitchFamily="18" charset="0"/>
              </a:rPr>
              <a:t>(4/4)</a:t>
            </a:r>
            <a:endParaRPr lang="zh-CN" altLang="en-GB" sz="1800" b="0" dirty="0">
              <a:solidFill>
                <a:srgbClr val="FF0000"/>
              </a:solidFill>
              <a:effectLst>
                <a:outerShdw blurRad="38100" dist="38100" dir="2700000" algn="tl">
                  <a:srgbClr val="000000"/>
                </a:outerShdw>
              </a:effectLst>
              <a:latin typeface="Lucida Fax" pitchFamily="18" charset="0"/>
            </a:endParaRPr>
          </a:p>
        </p:txBody>
      </p:sp>
      <p:sp>
        <p:nvSpPr>
          <p:cNvPr id="159748" name="内容占位符 4"/>
          <p:cNvSpPr>
            <a:spLocks noGrp="1" noChangeArrowheads="1"/>
          </p:cNvSpPr>
          <p:nvPr>
            <p:ph idx="1"/>
          </p:nvPr>
        </p:nvSpPr>
        <p:spPr>
          <a:xfrm>
            <a:off x="457200" y="1143000"/>
            <a:ext cx="8686800" cy="5500688"/>
          </a:xfrm>
        </p:spPr>
        <p:txBody>
          <a:bodyPr/>
          <a:lstStyle/>
          <a:p>
            <a:pPr>
              <a:lnSpc>
                <a:spcPct val="150000"/>
              </a:lnSpc>
              <a:spcBef>
                <a:spcPct val="0"/>
              </a:spcBef>
              <a:buFont typeface="Wingdings" pitchFamily="2" charset="2"/>
              <a:buNone/>
            </a:pPr>
            <a:r>
              <a:rPr lang="en-US" altLang="zh-CN" sz="2400" b="0" smtClean="0">
                <a:solidFill>
                  <a:schemeClr val="tx2"/>
                </a:solidFill>
                <a:latin typeface="Calibri" pitchFamily="34" charset="0"/>
                <a:ea typeface="楷体_GB2312"/>
                <a:cs typeface="楷体_GB2312"/>
              </a:rPr>
              <a:t>    protected</a:t>
            </a:r>
            <a:r>
              <a:rPr lang="en-US" altLang="zh-CN" sz="2400" b="0" smtClean="0">
                <a:latin typeface="Calibri" pitchFamily="34" charset="0"/>
                <a:ea typeface="楷体_GB2312"/>
                <a:cs typeface="楷体_GB2312"/>
              </a:rPr>
              <a:t> </a:t>
            </a:r>
            <a:r>
              <a:rPr lang="en-US" altLang="zh-CN" sz="2400" b="0" smtClean="0">
                <a:solidFill>
                  <a:schemeClr val="tx2"/>
                </a:solidFill>
                <a:latin typeface="Calibri" pitchFamily="34" charset="0"/>
                <a:ea typeface="楷体_GB2312"/>
                <a:cs typeface="楷体_GB2312"/>
              </a:rPr>
              <a:t>void</a:t>
            </a:r>
            <a:r>
              <a:rPr lang="en-US" altLang="zh-CN" sz="2400" b="0" smtClean="0">
                <a:latin typeface="Calibri" pitchFamily="34" charset="0"/>
                <a:ea typeface="楷体_GB2312"/>
                <a:cs typeface="楷体_GB2312"/>
              </a:rPr>
              <a:t> firePropertyChangeEvent(</a:t>
            </a:r>
            <a:r>
              <a:rPr lang="en-US" altLang="zh-CN" sz="2000" b="0" smtClean="0">
                <a:latin typeface="Calibri" pitchFamily="34" charset="0"/>
                <a:ea typeface="楷体_GB2312"/>
                <a:cs typeface="楷体_GB2312"/>
              </a:rPr>
              <a:t>String </a:t>
            </a:r>
          </a:p>
          <a:p>
            <a:pPr>
              <a:lnSpc>
                <a:spcPct val="150000"/>
              </a:lnSpc>
              <a:spcBef>
                <a:spcPct val="0"/>
              </a:spcBef>
              <a:buFont typeface="Wingdings" pitchFamily="2" charset="2"/>
              <a:buNone/>
            </a:pPr>
            <a:r>
              <a:rPr lang="en-US" altLang="zh-CN" sz="2000" b="0" smtClean="0">
                <a:latin typeface="Calibri" pitchFamily="34" charset="0"/>
                <a:ea typeface="楷体_GB2312"/>
                <a:cs typeface="楷体_GB2312"/>
              </a:rPr>
              <a:t>        strPropertyName, Object objOldValue, Object objNewValue)</a:t>
            </a:r>
            <a:r>
              <a:rPr lang="en-US" altLang="zh-CN" sz="2400" b="0" smtClean="0">
                <a:latin typeface="Calibri" pitchFamily="34" charset="0"/>
                <a:ea typeface="楷体_GB2312"/>
                <a:cs typeface="楷体_GB2312"/>
              </a:rPr>
              <a:t> {</a:t>
            </a:r>
          </a:p>
          <a:p>
            <a:pPr>
              <a:lnSpc>
                <a:spcPct val="150000"/>
              </a:lnSpc>
              <a:spcBef>
                <a:spcPct val="0"/>
              </a:spcBef>
              <a:buFont typeface="Wingdings" pitchFamily="2" charset="2"/>
              <a:buNone/>
            </a:pPr>
            <a:r>
              <a:rPr lang="en-US" altLang="zh-CN" sz="2400" b="0" smtClean="0">
                <a:solidFill>
                  <a:schemeClr val="tx2"/>
                </a:solidFill>
                <a:latin typeface="Calibri" pitchFamily="34" charset="0"/>
                <a:ea typeface="楷体_GB2312"/>
                <a:cs typeface="楷体_GB2312"/>
              </a:rPr>
              <a:t>        </a:t>
            </a:r>
            <a:r>
              <a:rPr lang="en-US" altLang="zh-CN" sz="2400" b="0" smtClean="0">
                <a:latin typeface="Calibri" pitchFamily="34" charset="0"/>
                <a:ea typeface="楷体_GB2312"/>
                <a:cs typeface="楷体_GB2312"/>
              </a:rPr>
              <a:t>PropertyChangeEvent event = new </a:t>
            </a:r>
          </a:p>
          <a:p>
            <a:pPr>
              <a:lnSpc>
                <a:spcPct val="150000"/>
              </a:lnSpc>
              <a:spcBef>
                <a:spcPct val="0"/>
              </a:spcBef>
              <a:buFont typeface="Wingdings" pitchFamily="2" charset="2"/>
              <a:buNone/>
            </a:pPr>
            <a:r>
              <a:rPr lang="en-US" altLang="zh-CN" sz="2400" b="0" smtClean="0">
                <a:latin typeface="Calibri" pitchFamily="34" charset="0"/>
                <a:ea typeface="楷体_GB2312"/>
                <a:cs typeface="楷体_GB2312"/>
              </a:rPr>
              <a:t>            PropertyChangeEvent(this, strPropertyName, </a:t>
            </a:r>
          </a:p>
          <a:p>
            <a:pPr>
              <a:lnSpc>
                <a:spcPct val="150000"/>
              </a:lnSpc>
              <a:spcBef>
                <a:spcPct val="0"/>
              </a:spcBef>
              <a:buFont typeface="Wingdings" pitchFamily="2" charset="2"/>
              <a:buNone/>
            </a:pPr>
            <a:r>
              <a:rPr lang="en-US" altLang="zh-CN" sz="2400" b="0" smtClean="0">
                <a:latin typeface="Calibri" pitchFamily="34" charset="0"/>
                <a:ea typeface="楷体_GB2312"/>
                <a:cs typeface="楷体_GB2312"/>
              </a:rPr>
              <a:t>                objOldValue, objNewValue);</a:t>
            </a:r>
          </a:p>
          <a:p>
            <a:pPr>
              <a:lnSpc>
                <a:spcPct val="150000"/>
              </a:lnSpc>
              <a:spcBef>
                <a:spcPct val="0"/>
              </a:spcBef>
              <a:buFont typeface="Wingdings" pitchFamily="2" charset="2"/>
              <a:buNone/>
            </a:pPr>
            <a:r>
              <a:rPr lang="en-US" altLang="zh-CN" sz="2400" b="0" smtClean="0">
                <a:latin typeface="Calibri" pitchFamily="34" charset="0"/>
                <a:ea typeface="楷体_GB2312"/>
                <a:cs typeface="楷体_GB2312"/>
              </a:rPr>
              <a:t>        for (</a:t>
            </a:r>
            <a:r>
              <a:rPr lang="en-US" altLang="zh-CN" sz="2000" b="0" smtClean="0">
                <a:latin typeface="Calibri" pitchFamily="34" charset="0"/>
                <a:ea typeface="楷体_GB2312"/>
                <a:cs typeface="楷体_GB2312"/>
              </a:rPr>
              <a:t>PropertyChangeListener</a:t>
            </a:r>
            <a:r>
              <a:rPr lang="en-US" altLang="zh-CN" sz="2400" b="0" smtClean="0">
                <a:latin typeface="Calibri" pitchFamily="34" charset="0"/>
                <a:ea typeface="楷体_GB2312"/>
                <a:cs typeface="楷体_GB2312"/>
              </a:rPr>
              <a:t> listener: m_listListeners)</a:t>
            </a:r>
          </a:p>
          <a:p>
            <a:pPr>
              <a:lnSpc>
                <a:spcPct val="150000"/>
              </a:lnSpc>
              <a:spcBef>
                <a:spcPct val="0"/>
              </a:spcBef>
              <a:buFont typeface="Wingdings" pitchFamily="2" charset="2"/>
              <a:buNone/>
            </a:pPr>
            <a:r>
              <a:rPr lang="en-US" altLang="zh-CN" sz="2400" b="0" smtClean="0">
                <a:latin typeface="Calibri" pitchFamily="34" charset="0"/>
                <a:ea typeface="楷体_GB2312"/>
                <a:cs typeface="楷体_GB2312"/>
              </a:rPr>
              <a:t>            listener.onPropertyChanged(event);</a:t>
            </a:r>
          </a:p>
          <a:p>
            <a:pPr>
              <a:lnSpc>
                <a:spcPct val="150000"/>
              </a:lnSpc>
              <a:spcBef>
                <a:spcPct val="0"/>
              </a:spcBef>
              <a:buFont typeface="Wingdings" pitchFamily="2" charset="2"/>
              <a:buNone/>
            </a:pPr>
            <a:r>
              <a:rPr lang="en-US" altLang="zh-CN" sz="2400" b="0" smtClean="0">
                <a:latin typeface="Calibri" pitchFamily="34" charset="0"/>
                <a:ea typeface="楷体_GB2312"/>
                <a:cs typeface="楷体_GB2312"/>
              </a:rPr>
              <a:t>    }</a:t>
            </a:r>
          </a:p>
          <a:p>
            <a:pPr>
              <a:lnSpc>
                <a:spcPct val="150000"/>
              </a:lnSpc>
              <a:spcBef>
                <a:spcPct val="0"/>
              </a:spcBef>
              <a:buFont typeface="Wingdings" pitchFamily="2" charset="2"/>
              <a:buNone/>
            </a:pPr>
            <a:r>
              <a:rPr lang="en-US" altLang="zh-CN" sz="2400" b="0" smtClean="0">
                <a:latin typeface="Calibri" pitchFamily="34" charset="0"/>
                <a:ea typeface="楷体_GB2312"/>
                <a:cs typeface="楷体_GB2312"/>
              </a:rPr>
              <a:t>}</a:t>
            </a:r>
          </a:p>
        </p:txBody>
      </p:sp>
      <p:sp>
        <p:nvSpPr>
          <p:cNvPr id="5" name="Rectangle 4"/>
          <p:cNvSpPr>
            <a:spLocks noChangeArrowheads="1"/>
          </p:cNvSpPr>
          <p:nvPr/>
        </p:nvSpPr>
        <p:spPr bwMode="auto">
          <a:xfrm>
            <a:off x="285750" y="4500563"/>
            <a:ext cx="8605838" cy="1143000"/>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spcBef>
                <a:spcPct val="20000"/>
              </a:spcBef>
              <a:buClr>
                <a:srgbClr val="3333CC"/>
              </a:buClr>
              <a:buFontTx/>
              <a:buChar char="•"/>
            </a:pPr>
            <a:endParaRPr lang="zh-CN" altLang="en-US">
              <a:solidFill>
                <a:srgbClr val="000066"/>
              </a:solidFill>
              <a:latin typeface="Arial" pitchFamily="34" charset="0"/>
            </a:endParaRPr>
          </a:p>
        </p:txBody>
      </p:sp>
    </p:spTree>
    <p:extLst>
      <p:ext uri="{BB962C8B-B14F-4D97-AF65-F5344CB8AC3E}">
        <p14:creationId xmlns:p14="http://schemas.microsoft.com/office/powerpoint/2010/main" val="14438501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1" presetClass="entr" presetSubtype="0" fill="hold" grpId="0" nodeType="afterEffect">
                                  <p:stCondLst>
                                    <p:cond delay="0"/>
                                  </p:stCondLst>
                                  <p:childTnLst>
                                    <p:set>
                                      <p:cBhvr>
                                        <p:cTn id="11" dur="1" fill="hold">
                                          <p:stCondLst>
                                            <p:cond delay="0"/>
                                          </p:stCondLst>
                                        </p:cTn>
                                        <p:tgtEl>
                                          <p:spTgt spid="6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animBg="1"/>
      <p:bldP spid="5" grpId="0" animBg="1"/>
    </p:bldLst>
  </p:timing>
</p:sld>
</file>

<file path=ppt/slides/slide8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sz="2000" b="1">
                <a:solidFill>
                  <a:schemeClr val="tx1"/>
                </a:solidFill>
                <a:latin typeface="幼圆" pitchFamily="49" charset="-122"/>
                <a:ea typeface="幼圆" pitchFamily="49" charset="-122"/>
                <a:cs typeface="楷体_GB2312"/>
              </a:defRPr>
            </a:lvl5pPr>
            <a:lvl6pPr marL="2514600" indent="-228600">
              <a:defRPr kumimoji="1" sz="2000" b="1">
                <a:solidFill>
                  <a:schemeClr val="tx1"/>
                </a:solidFill>
                <a:latin typeface="幼圆" pitchFamily="49" charset="-122"/>
                <a:ea typeface="幼圆" pitchFamily="49" charset="-122"/>
                <a:cs typeface="楷体_GB2312"/>
              </a:defRPr>
            </a:lvl6pPr>
            <a:lvl7pPr marL="2971800" indent="-228600">
              <a:defRPr kumimoji="1" sz="2000" b="1">
                <a:solidFill>
                  <a:schemeClr val="tx1"/>
                </a:solidFill>
                <a:latin typeface="幼圆" pitchFamily="49" charset="-122"/>
                <a:ea typeface="幼圆" pitchFamily="49" charset="-122"/>
                <a:cs typeface="楷体_GB2312"/>
              </a:defRPr>
            </a:lvl7pPr>
            <a:lvl8pPr marL="3429000" indent="-228600">
              <a:defRPr kumimoji="1" sz="2000" b="1">
                <a:solidFill>
                  <a:schemeClr val="tx1"/>
                </a:solidFill>
                <a:latin typeface="幼圆" pitchFamily="49" charset="-122"/>
                <a:ea typeface="幼圆" pitchFamily="49" charset="-122"/>
                <a:cs typeface="楷体_GB2312"/>
              </a:defRPr>
            </a:lvl8pPr>
            <a:lvl9pPr marL="3886200" indent="-228600">
              <a:defRPr kumimoji="1" sz="2000" b="1">
                <a:solidFill>
                  <a:schemeClr val="tx1"/>
                </a:solidFill>
                <a:latin typeface="幼圆" pitchFamily="49" charset="-122"/>
                <a:ea typeface="幼圆" pitchFamily="49" charset="-122"/>
                <a:cs typeface="楷体_GB2312"/>
              </a:defRPr>
            </a:lvl9pPr>
          </a:lstStyle>
          <a:p>
            <a:fld id="{5E32AC47-E8C2-44F7-A7AE-B4ED6641AD84}" type="slidenum">
              <a:rPr kumimoji="0" lang="zh-CN" altLang="en-US" sz="1400" b="0">
                <a:solidFill>
                  <a:srgbClr val="000066"/>
                </a:solidFill>
                <a:latin typeface="Times New Roman" pitchFamily="18" charset="0"/>
                <a:ea typeface="宋体" pitchFamily="2" charset="-122"/>
              </a:rPr>
              <a:pPr/>
              <a:t>80</a:t>
            </a:fld>
            <a:endParaRPr kumimoji="0" lang="en-US" altLang="zh-CN" sz="1400" b="0">
              <a:solidFill>
                <a:srgbClr val="000066"/>
              </a:solidFill>
              <a:latin typeface="Times New Roman" pitchFamily="18" charset="0"/>
              <a:ea typeface="宋体" pitchFamily="2" charset="-122"/>
            </a:endParaRPr>
          </a:p>
        </p:txBody>
      </p:sp>
      <p:sp>
        <p:nvSpPr>
          <p:cNvPr id="434178" name="Rectangle 2"/>
          <p:cNvSpPr>
            <a:spLocks noGrp="1" noChangeArrowheads="1"/>
          </p:cNvSpPr>
          <p:nvPr>
            <p:ph type="title"/>
          </p:nvPr>
        </p:nvSpPr>
        <p:spPr>
          <a:xfrm>
            <a:off x="214313" y="439738"/>
            <a:ext cx="8715375" cy="685800"/>
          </a:xfrm>
        </p:spPr>
        <p:txBody>
          <a:bodyPr/>
          <a:lstStyle/>
          <a:p>
            <a:pPr>
              <a:defRPr/>
            </a:pPr>
            <a:r>
              <a:rPr lang="zh-CN" altLang="en-US" b="0" dirty="0">
                <a:solidFill>
                  <a:srgbClr val="FFFFFF"/>
                </a:solidFill>
                <a:effectLst>
                  <a:outerShdw blurRad="38100" dist="38100" dir="2700000" algn="tl">
                    <a:srgbClr val="000000"/>
                  </a:outerShdw>
                </a:effectLst>
                <a:latin typeface="微软雅黑" pitchFamily="34" charset="-122"/>
                <a:ea typeface="微软雅黑" pitchFamily="34" charset="-122"/>
              </a:rPr>
              <a:t>第</a:t>
            </a:r>
            <a:r>
              <a:rPr lang="en-US" altLang="zh-CN" b="0" dirty="0">
                <a:solidFill>
                  <a:srgbClr val="FFFFFF"/>
                </a:solidFill>
                <a:effectLst>
                  <a:outerShdw blurRad="38100" dist="38100" dir="2700000" algn="tl">
                    <a:srgbClr val="000000"/>
                  </a:outerShdw>
                </a:effectLst>
                <a:latin typeface="微软雅黑" pitchFamily="34" charset="-122"/>
                <a:ea typeface="微软雅黑" pitchFamily="34" charset="-122"/>
              </a:rPr>
              <a:t>3</a:t>
            </a:r>
            <a:r>
              <a:rPr lang="zh-CN" altLang="en-US" b="0" dirty="0">
                <a:solidFill>
                  <a:srgbClr val="FFFFFF"/>
                </a:solidFill>
                <a:effectLst>
                  <a:outerShdw blurRad="38100" dist="38100" dir="2700000" algn="tl">
                    <a:srgbClr val="000000"/>
                  </a:outerShdw>
                </a:effectLst>
                <a:latin typeface="微软雅黑" pitchFamily="34" charset="-122"/>
                <a:ea typeface="微软雅黑" pitchFamily="34" charset="-122"/>
              </a:rPr>
              <a:t>步：将</a:t>
            </a:r>
            <a:r>
              <a:rPr lang="en-US" altLang="zh-CN" b="0" dirty="0">
                <a:solidFill>
                  <a:srgbClr val="FFFFFF"/>
                </a:solidFill>
                <a:effectLst>
                  <a:outerShdw blurRad="38100" dist="38100" dir="2700000" algn="tl">
                    <a:srgbClr val="000000"/>
                  </a:outerShdw>
                </a:effectLst>
                <a:latin typeface="微软雅黑" pitchFamily="34" charset="-122"/>
                <a:ea typeface="微软雅黑" pitchFamily="34" charset="-122"/>
              </a:rPr>
              <a:t>Bean</a:t>
            </a:r>
            <a:r>
              <a:rPr lang="zh-CN" altLang="en-US" b="0" dirty="0">
                <a:solidFill>
                  <a:srgbClr val="FFFFFF"/>
                </a:solidFill>
                <a:effectLst>
                  <a:outerShdw blurRad="38100" dist="38100" dir="2700000" algn="tl">
                    <a:srgbClr val="000000"/>
                  </a:outerShdw>
                </a:effectLst>
                <a:latin typeface="微软雅黑" pitchFamily="34" charset="-122"/>
                <a:ea typeface="微软雅黑" pitchFamily="34" charset="-122"/>
              </a:rPr>
              <a:t>定义为事件目标</a:t>
            </a:r>
            <a:endParaRPr lang="zh-CN" altLang="en-GB" sz="2400" b="0" dirty="0">
              <a:solidFill>
                <a:srgbClr val="FF0000"/>
              </a:solidFill>
              <a:effectLst>
                <a:outerShdw blurRad="38100" dist="38100" dir="2700000" algn="tl">
                  <a:srgbClr val="000000"/>
                </a:outerShdw>
              </a:effectLst>
              <a:latin typeface="Lucida Fax" pitchFamily="18" charset="0"/>
            </a:endParaRPr>
          </a:p>
        </p:txBody>
      </p:sp>
      <p:sp>
        <p:nvSpPr>
          <p:cNvPr id="161796" name="内容占位符 4"/>
          <p:cNvSpPr>
            <a:spLocks noGrp="1" noChangeArrowheads="1"/>
          </p:cNvSpPr>
          <p:nvPr>
            <p:ph idx="1"/>
          </p:nvPr>
        </p:nvSpPr>
        <p:spPr>
          <a:xfrm>
            <a:off x="457200" y="1143000"/>
            <a:ext cx="8686800" cy="5500688"/>
          </a:xfrm>
        </p:spPr>
        <p:txBody>
          <a:bodyPr/>
          <a:lstStyle/>
          <a:p>
            <a:pPr>
              <a:spcBef>
                <a:spcPct val="0"/>
              </a:spcBef>
              <a:buFont typeface="Wingdings" pitchFamily="2" charset="2"/>
              <a:buNone/>
            </a:pPr>
            <a:r>
              <a:rPr lang="en-US" altLang="zh-CN" sz="2400" b="0" smtClean="0">
                <a:solidFill>
                  <a:schemeClr val="tx2"/>
                </a:solidFill>
                <a:latin typeface="Calibri" pitchFamily="34" charset="0"/>
                <a:ea typeface="楷体_GB2312"/>
                <a:cs typeface="楷体_GB2312"/>
              </a:rPr>
              <a:t>public</a:t>
            </a:r>
            <a:r>
              <a:rPr lang="en-US" altLang="zh-CN" sz="2400" b="0" smtClean="0">
                <a:latin typeface="Calibri" pitchFamily="34" charset="0"/>
                <a:ea typeface="楷体_GB2312"/>
                <a:cs typeface="楷体_GB2312"/>
              </a:rPr>
              <a:t> </a:t>
            </a:r>
            <a:r>
              <a:rPr lang="en-US" altLang="zh-CN" sz="2400" b="0" smtClean="0">
                <a:solidFill>
                  <a:schemeClr val="tx2"/>
                </a:solidFill>
                <a:latin typeface="Calibri" pitchFamily="34" charset="0"/>
                <a:ea typeface="楷体_GB2312"/>
                <a:cs typeface="楷体_GB2312"/>
              </a:rPr>
              <a:t>class</a:t>
            </a:r>
            <a:r>
              <a:rPr lang="en-US" altLang="zh-CN" sz="2400" b="0" smtClean="0">
                <a:latin typeface="Calibri" pitchFamily="34" charset="0"/>
                <a:ea typeface="楷体_GB2312"/>
                <a:cs typeface="楷体_GB2312"/>
              </a:rPr>
              <a:t> BeanAsTarget </a:t>
            </a:r>
            <a:r>
              <a:rPr lang="en-US" altLang="zh-CN" sz="2400" b="0" smtClean="0">
                <a:solidFill>
                  <a:schemeClr val="tx2"/>
                </a:solidFill>
                <a:latin typeface="Calibri" pitchFamily="34" charset="0"/>
                <a:ea typeface="楷体_GB2312"/>
                <a:cs typeface="楷体_GB2312"/>
              </a:rPr>
              <a:t>implements</a:t>
            </a:r>
            <a:r>
              <a:rPr lang="en-US" altLang="zh-CN" sz="2400" b="0" smtClean="0">
                <a:latin typeface="Calibri" pitchFamily="34" charset="0"/>
                <a:ea typeface="楷体_GB2312"/>
                <a:cs typeface="楷体_GB2312"/>
              </a:rPr>
              <a:t> </a:t>
            </a:r>
          </a:p>
          <a:p>
            <a:pPr>
              <a:spcBef>
                <a:spcPct val="0"/>
              </a:spcBef>
              <a:buFont typeface="Wingdings" pitchFamily="2" charset="2"/>
              <a:buNone/>
            </a:pPr>
            <a:r>
              <a:rPr lang="en-US" altLang="zh-CN" sz="2400" b="0" smtClean="0">
                <a:latin typeface="Calibri" pitchFamily="34" charset="0"/>
                <a:ea typeface="楷体_GB2312"/>
                <a:cs typeface="楷体_GB2312"/>
              </a:rPr>
              <a:t>        PropertyChangeListener {</a:t>
            </a:r>
          </a:p>
          <a:p>
            <a:pPr>
              <a:spcBef>
                <a:spcPct val="0"/>
              </a:spcBef>
              <a:buFont typeface="Wingdings" pitchFamily="2" charset="2"/>
              <a:buNone/>
            </a:pPr>
            <a:endParaRPr lang="en-US" altLang="zh-CN" sz="2400" b="0" smtClean="0">
              <a:latin typeface="Calibri" pitchFamily="34" charset="0"/>
              <a:ea typeface="楷体_GB2312"/>
              <a:cs typeface="楷体_GB2312"/>
            </a:endParaRPr>
          </a:p>
          <a:p>
            <a:pPr>
              <a:spcBef>
                <a:spcPct val="0"/>
              </a:spcBef>
              <a:buFont typeface="Wingdings" pitchFamily="2" charset="2"/>
              <a:buNone/>
            </a:pPr>
            <a:r>
              <a:rPr lang="en-US" altLang="zh-CN" sz="2400" b="0" smtClean="0">
                <a:latin typeface="Calibri" pitchFamily="34" charset="0"/>
                <a:ea typeface="楷体_GB2312"/>
                <a:cs typeface="楷体_GB2312"/>
              </a:rPr>
              <a:t>    </a:t>
            </a:r>
            <a:r>
              <a:rPr lang="en-US" altLang="zh-CN" sz="2400" b="0" smtClean="0">
                <a:solidFill>
                  <a:schemeClr val="tx2"/>
                </a:solidFill>
                <a:latin typeface="Calibri" pitchFamily="34" charset="0"/>
                <a:ea typeface="楷体_GB2312"/>
                <a:cs typeface="楷体_GB2312"/>
              </a:rPr>
              <a:t>public</a:t>
            </a:r>
            <a:r>
              <a:rPr lang="en-US" altLang="zh-CN" sz="2400" b="0" smtClean="0">
                <a:latin typeface="Calibri" pitchFamily="34" charset="0"/>
                <a:ea typeface="楷体_GB2312"/>
                <a:cs typeface="楷体_GB2312"/>
              </a:rPr>
              <a:t> </a:t>
            </a:r>
            <a:r>
              <a:rPr lang="en-US" altLang="zh-CN" sz="2400" b="0" smtClean="0">
                <a:solidFill>
                  <a:schemeClr val="tx2"/>
                </a:solidFill>
                <a:latin typeface="Calibri" pitchFamily="34" charset="0"/>
                <a:ea typeface="楷体_GB2312"/>
                <a:cs typeface="楷体_GB2312"/>
              </a:rPr>
              <a:t>void </a:t>
            </a:r>
            <a:r>
              <a:rPr lang="en-US" altLang="zh-CN" sz="2400" b="0" smtClean="0">
                <a:latin typeface="Calibri" pitchFamily="34" charset="0"/>
                <a:ea typeface="楷体_GB2312"/>
                <a:cs typeface="楷体_GB2312"/>
              </a:rPr>
              <a:t>onPropertyChanged(</a:t>
            </a:r>
          </a:p>
          <a:p>
            <a:pPr>
              <a:spcBef>
                <a:spcPct val="0"/>
              </a:spcBef>
              <a:buFont typeface="Wingdings" pitchFamily="2" charset="2"/>
              <a:buNone/>
            </a:pPr>
            <a:r>
              <a:rPr lang="en-US" altLang="zh-CN" sz="2400" b="0" smtClean="0">
                <a:latin typeface="Calibri" pitchFamily="34" charset="0"/>
                <a:ea typeface="楷体_GB2312"/>
                <a:cs typeface="楷体_GB2312"/>
              </a:rPr>
              <a:t>        PropertyChangeEvent  event) {</a:t>
            </a:r>
          </a:p>
          <a:p>
            <a:pPr>
              <a:spcBef>
                <a:spcPct val="0"/>
              </a:spcBef>
              <a:buFont typeface="Wingdings" pitchFamily="2" charset="2"/>
              <a:buNone/>
            </a:pPr>
            <a:r>
              <a:rPr lang="en-US" altLang="zh-CN" sz="2400" b="0" smtClean="0">
                <a:latin typeface="Calibri" pitchFamily="34" charset="0"/>
                <a:ea typeface="楷体_GB2312"/>
                <a:cs typeface="楷体_GB2312"/>
              </a:rPr>
              <a:t>        String strPropertyName = event.getPropertyName();</a:t>
            </a:r>
          </a:p>
          <a:p>
            <a:pPr>
              <a:spcBef>
                <a:spcPct val="0"/>
              </a:spcBef>
              <a:buFont typeface="Wingdings" pitchFamily="2" charset="2"/>
              <a:buNone/>
            </a:pPr>
            <a:r>
              <a:rPr lang="en-US" altLang="zh-CN" sz="2400" b="0" smtClean="0">
                <a:latin typeface="Calibri" pitchFamily="34" charset="0"/>
                <a:ea typeface="楷体_GB2312"/>
                <a:cs typeface="楷体_GB2312"/>
              </a:rPr>
              <a:t>        Object objOldValue = event.getOldValue();</a:t>
            </a:r>
          </a:p>
          <a:p>
            <a:pPr>
              <a:spcBef>
                <a:spcPct val="0"/>
              </a:spcBef>
              <a:buFont typeface="Wingdings" pitchFamily="2" charset="2"/>
              <a:buNone/>
            </a:pPr>
            <a:r>
              <a:rPr lang="en-US" altLang="zh-CN" sz="2400" b="0" smtClean="0">
                <a:latin typeface="Calibri" pitchFamily="34" charset="0"/>
                <a:ea typeface="楷体_GB2312"/>
                <a:cs typeface="楷体_GB2312"/>
              </a:rPr>
              <a:t>        Object objNewValue = event.getNewValue();</a:t>
            </a:r>
          </a:p>
          <a:p>
            <a:pPr>
              <a:spcBef>
                <a:spcPct val="0"/>
              </a:spcBef>
              <a:buFont typeface="Wingdings" pitchFamily="2" charset="2"/>
              <a:buNone/>
            </a:pPr>
            <a:r>
              <a:rPr lang="en-US" altLang="zh-CN" sz="2400" b="0" smtClean="0">
                <a:latin typeface="Calibri" pitchFamily="34" charset="0"/>
                <a:ea typeface="楷体_GB2312"/>
                <a:cs typeface="楷体_GB2312"/>
              </a:rPr>
              <a:t>        // do something with this event …</a:t>
            </a:r>
          </a:p>
          <a:p>
            <a:pPr>
              <a:spcBef>
                <a:spcPct val="0"/>
              </a:spcBef>
              <a:buFont typeface="Wingdings" pitchFamily="2" charset="2"/>
              <a:buNone/>
            </a:pPr>
            <a:r>
              <a:rPr lang="en-US" altLang="zh-CN" sz="2400" b="0" smtClean="0">
                <a:latin typeface="Calibri" pitchFamily="34" charset="0"/>
                <a:ea typeface="楷体_GB2312"/>
                <a:cs typeface="楷体_GB2312"/>
              </a:rPr>
              <a:t>    }</a:t>
            </a:r>
          </a:p>
          <a:p>
            <a:pPr>
              <a:spcBef>
                <a:spcPct val="0"/>
              </a:spcBef>
              <a:buFont typeface="Wingdings" pitchFamily="2" charset="2"/>
              <a:buNone/>
            </a:pPr>
            <a:r>
              <a:rPr lang="en-US" altLang="zh-CN" sz="2400" b="0" smtClean="0">
                <a:latin typeface="Calibri" pitchFamily="34" charset="0"/>
                <a:ea typeface="楷体_GB2312"/>
                <a:cs typeface="楷体_GB2312"/>
              </a:rPr>
              <a:t>}</a:t>
            </a:r>
          </a:p>
        </p:txBody>
      </p:sp>
      <p:sp>
        <p:nvSpPr>
          <p:cNvPr id="5" name="Rectangle 4"/>
          <p:cNvSpPr>
            <a:spLocks noChangeArrowheads="1"/>
          </p:cNvSpPr>
          <p:nvPr/>
        </p:nvSpPr>
        <p:spPr bwMode="auto">
          <a:xfrm>
            <a:off x="285750" y="2786063"/>
            <a:ext cx="8605838" cy="500062"/>
          </a:xfrm>
          <a:prstGeom prst="rect">
            <a:avLst/>
          </a:prstGeom>
          <a:noFill/>
          <a:ln w="508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spcBef>
                <a:spcPct val="20000"/>
              </a:spcBef>
              <a:buClr>
                <a:srgbClr val="3333CC"/>
              </a:buClr>
              <a:buFontTx/>
              <a:buChar char="•"/>
            </a:pPr>
            <a:endParaRPr lang="zh-CN" altLang="en-US">
              <a:solidFill>
                <a:srgbClr val="000066"/>
              </a:solidFill>
              <a:latin typeface="Arial" pitchFamily="34" charset="0"/>
            </a:endParaRPr>
          </a:p>
        </p:txBody>
      </p:sp>
    </p:spTree>
    <p:extLst>
      <p:ext uri="{BB962C8B-B14F-4D97-AF65-F5344CB8AC3E}">
        <p14:creationId xmlns:p14="http://schemas.microsoft.com/office/powerpoint/2010/main" val="25413369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1" presetClass="entr" presetSubtype="0" fill="hold" grpId="0" nodeType="afterEffect">
                                  <p:stCondLst>
                                    <p:cond delay="0"/>
                                  </p:stCondLst>
                                  <p:childTnLst>
                                    <p:set>
                                      <p:cBhvr>
                                        <p:cTn id="11" dur="1" fill="hold">
                                          <p:stCondLst>
                                            <p:cond delay="0"/>
                                          </p:stCondLst>
                                        </p:cTn>
                                        <p:tgtEl>
                                          <p:spTgt spid="6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animBg="1"/>
      <p:bldP spid="5" grpId="0" animBg="1"/>
    </p:bldLst>
  </p:timing>
</p:sld>
</file>

<file path=ppt/slides/slide8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sz="2000" b="1">
                <a:solidFill>
                  <a:schemeClr val="tx1"/>
                </a:solidFill>
                <a:latin typeface="幼圆" pitchFamily="49" charset="-122"/>
                <a:ea typeface="幼圆" pitchFamily="49" charset="-122"/>
                <a:cs typeface="楷体_GB2312"/>
              </a:defRPr>
            </a:lvl5pPr>
            <a:lvl6pPr marL="2514600" indent="-228600">
              <a:defRPr kumimoji="1" sz="2000" b="1">
                <a:solidFill>
                  <a:schemeClr val="tx1"/>
                </a:solidFill>
                <a:latin typeface="幼圆" pitchFamily="49" charset="-122"/>
                <a:ea typeface="幼圆" pitchFamily="49" charset="-122"/>
                <a:cs typeface="楷体_GB2312"/>
              </a:defRPr>
            </a:lvl6pPr>
            <a:lvl7pPr marL="2971800" indent="-228600">
              <a:defRPr kumimoji="1" sz="2000" b="1">
                <a:solidFill>
                  <a:schemeClr val="tx1"/>
                </a:solidFill>
                <a:latin typeface="幼圆" pitchFamily="49" charset="-122"/>
                <a:ea typeface="幼圆" pitchFamily="49" charset="-122"/>
                <a:cs typeface="楷体_GB2312"/>
              </a:defRPr>
            </a:lvl7pPr>
            <a:lvl8pPr marL="3429000" indent="-228600">
              <a:defRPr kumimoji="1" sz="2000" b="1">
                <a:solidFill>
                  <a:schemeClr val="tx1"/>
                </a:solidFill>
                <a:latin typeface="幼圆" pitchFamily="49" charset="-122"/>
                <a:ea typeface="幼圆" pitchFamily="49" charset="-122"/>
                <a:cs typeface="楷体_GB2312"/>
              </a:defRPr>
            </a:lvl8pPr>
            <a:lvl9pPr marL="3886200" indent="-228600">
              <a:defRPr kumimoji="1" sz="2000" b="1">
                <a:solidFill>
                  <a:schemeClr val="tx1"/>
                </a:solidFill>
                <a:latin typeface="幼圆" pitchFamily="49" charset="-122"/>
                <a:ea typeface="幼圆" pitchFamily="49" charset="-122"/>
                <a:cs typeface="楷体_GB2312"/>
              </a:defRPr>
            </a:lvl9pPr>
          </a:lstStyle>
          <a:p>
            <a:fld id="{4477EFE3-0EDA-4FA1-B70F-A289181214D9}" type="slidenum">
              <a:rPr kumimoji="0" lang="zh-CN" altLang="en-US" sz="1400" b="0">
                <a:solidFill>
                  <a:srgbClr val="000066"/>
                </a:solidFill>
                <a:latin typeface="Times New Roman" pitchFamily="18" charset="0"/>
                <a:ea typeface="宋体" pitchFamily="2" charset="-122"/>
              </a:rPr>
              <a:pPr/>
              <a:t>81</a:t>
            </a:fld>
            <a:endParaRPr kumimoji="0" lang="en-US" altLang="zh-CN" sz="1400" b="0">
              <a:solidFill>
                <a:srgbClr val="000066"/>
              </a:solidFill>
              <a:latin typeface="Times New Roman" pitchFamily="18" charset="0"/>
              <a:ea typeface="宋体" pitchFamily="2" charset="-122"/>
            </a:endParaRPr>
          </a:p>
        </p:txBody>
      </p:sp>
      <p:sp>
        <p:nvSpPr>
          <p:cNvPr id="434178" name="Rectangle 2"/>
          <p:cNvSpPr>
            <a:spLocks noGrp="1" noChangeArrowheads="1"/>
          </p:cNvSpPr>
          <p:nvPr>
            <p:ph type="title"/>
          </p:nvPr>
        </p:nvSpPr>
        <p:spPr>
          <a:xfrm>
            <a:off x="214313" y="439738"/>
            <a:ext cx="8715375" cy="685800"/>
          </a:xfrm>
        </p:spPr>
        <p:txBody>
          <a:bodyPr/>
          <a:lstStyle/>
          <a:p>
            <a:pPr>
              <a:defRPr/>
            </a:pPr>
            <a:r>
              <a:rPr lang="zh-CN" altLang="en-US" sz="3200" b="0" dirty="0">
                <a:solidFill>
                  <a:srgbClr val="FFFFFF"/>
                </a:solidFill>
                <a:effectLst>
                  <a:outerShdw blurRad="38100" dist="38100" dir="2700000" algn="tl">
                    <a:srgbClr val="000000"/>
                  </a:outerShdw>
                </a:effectLst>
                <a:latin typeface="微软雅黑" pitchFamily="34" charset="-122"/>
                <a:ea typeface="微软雅黑" pitchFamily="34" charset="-122"/>
              </a:rPr>
              <a:t>第</a:t>
            </a:r>
            <a:r>
              <a:rPr lang="en-US" altLang="zh-CN" sz="3200" b="0" dirty="0">
                <a:solidFill>
                  <a:srgbClr val="FFFFFF"/>
                </a:solidFill>
                <a:effectLst>
                  <a:outerShdw blurRad="38100" dist="38100" dir="2700000" algn="tl">
                    <a:srgbClr val="000000"/>
                  </a:outerShdw>
                </a:effectLst>
                <a:latin typeface="微软雅黑" pitchFamily="34" charset="-122"/>
                <a:ea typeface="微软雅黑" pitchFamily="34" charset="-122"/>
              </a:rPr>
              <a:t>4</a:t>
            </a:r>
            <a:r>
              <a:rPr lang="zh-CN" altLang="en-US" sz="3200" b="0" dirty="0">
                <a:solidFill>
                  <a:srgbClr val="FFFFFF"/>
                </a:solidFill>
                <a:effectLst>
                  <a:outerShdw blurRad="38100" dist="38100" dir="2700000" algn="tl">
                    <a:srgbClr val="000000"/>
                  </a:outerShdw>
                </a:effectLst>
                <a:latin typeface="微软雅黑" pitchFamily="34" charset="-122"/>
                <a:ea typeface="微软雅黑" pitchFamily="34" charset="-122"/>
              </a:rPr>
              <a:t>步：定义胶水类</a:t>
            </a:r>
            <a:endParaRPr lang="zh-CN" altLang="en-GB" sz="3200" b="0" dirty="0">
              <a:solidFill>
                <a:srgbClr val="FF0000"/>
              </a:solidFill>
              <a:effectLst>
                <a:outerShdw blurRad="38100" dist="38100" dir="2700000" algn="tl">
                  <a:srgbClr val="000000"/>
                </a:outerShdw>
              </a:effectLst>
              <a:latin typeface="Lucida Fax" pitchFamily="18" charset="0"/>
            </a:endParaRPr>
          </a:p>
        </p:txBody>
      </p:sp>
      <p:sp>
        <p:nvSpPr>
          <p:cNvPr id="163844" name="内容占位符 4"/>
          <p:cNvSpPr>
            <a:spLocks noGrp="1" noChangeArrowheads="1"/>
          </p:cNvSpPr>
          <p:nvPr>
            <p:ph idx="1"/>
          </p:nvPr>
        </p:nvSpPr>
        <p:spPr>
          <a:xfrm>
            <a:off x="457200" y="1285875"/>
            <a:ext cx="8686800" cy="5500688"/>
          </a:xfrm>
        </p:spPr>
        <p:txBody>
          <a:bodyPr/>
          <a:lstStyle/>
          <a:p>
            <a:pPr>
              <a:lnSpc>
                <a:spcPct val="100000"/>
              </a:lnSpc>
              <a:spcBef>
                <a:spcPct val="0"/>
              </a:spcBef>
              <a:buFont typeface="Wingdings" pitchFamily="2" charset="2"/>
              <a:buNone/>
            </a:pPr>
            <a:r>
              <a:rPr lang="en-US" altLang="zh-CN" sz="2000" b="0" smtClean="0">
                <a:solidFill>
                  <a:schemeClr val="tx2"/>
                </a:solidFill>
                <a:latin typeface="Calibri" pitchFamily="34" charset="0"/>
                <a:ea typeface="楷体_GB2312"/>
                <a:cs typeface="楷体_GB2312"/>
              </a:rPr>
              <a:t>public</a:t>
            </a:r>
            <a:r>
              <a:rPr lang="en-US" altLang="zh-CN" sz="2000" b="0" smtClean="0">
                <a:latin typeface="Calibri" pitchFamily="34" charset="0"/>
                <a:ea typeface="楷体_GB2312"/>
                <a:cs typeface="楷体_GB2312"/>
              </a:rPr>
              <a:t> </a:t>
            </a:r>
            <a:r>
              <a:rPr lang="en-US" altLang="zh-CN" sz="2000" b="0" smtClean="0">
                <a:solidFill>
                  <a:schemeClr val="tx2"/>
                </a:solidFill>
                <a:latin typeface="Calibri" pitchFamily="34" charset="0"/>
                <a:ea typeface="楷体_GB2312"/>
                <a:cs typeface="楷体_GB2312"/>
              </a:rPr>
              <a:t>class</a:t>
            </a:r>
            <a:r>
              <a:rPr lang="en-US" altLang="zh-CN" sz="2000" b="0" smtClean="0">
                <a:latin typeface="Calibri" pitchFamily="34" charset="0"/>
                <a:ea typeface="楷体_GB2312"/>
                <a:cs typeface="楷体_GB2312"/>
              </a:rPr>
              <a:t> Gluer {</a:t>
            </a:r>
          </a:p>
          <a:p>
            <a:pPr>
              <a:lnSpc>
                <a:spcPct val="100000"/>
              </a:lnSpc>
              <a:spcBef>
                <a:spcPct val="0"/>
              </a:spcBef>
              <a:buFont typeface="Wingdings" pitchFamily="2" charset="2"/>
              <a:buNone/>
            </a:pPr>
            <a:endParaRPr lang="en-US" altLang="zh-CN" sz="2000" b="0" smtClean="0">
              <a:latin typeface="Calibri" pitchFamily="34" charset="0"/>
              <a:ea typeface="楷体_GB2312"/>
              <a:cs typeface="楷体_GB2312"/>
            </a:endParaRPr>
          </a:p>
          <a:p>
            <a:pPr>
              <a:lnSpc>
                <a:spcPct val="100000"/>
              </a:lnSpc>
              <a:spcBef>
                <a:spcPct val="0"/>
              </a:spcBef>
              <a:buFont typeface="Wingdings" pitchFamily="2" charset="2"/>
              <a:buNone/>
            </a:pPr>
            <a:r>
              <a:rPr lang="en-US" altLang="zh-CN" sz="2000" b="0" smtClean="0">
                <a:latin typeface="Calibri" pitchFamily="34" charset="0"/>
                <a:ea typeface="楷体_GB2312"/>
                <a:cs typeface="楷体_GB2312"/>
              </a:rPr>
              <a:t>    </a:t>
            </a:r>
            <a:r>
              <a:rPr lang="en-US" altLang="zh-CN" sz="2000" b="0" smtClean="0">
                <a:solidFill>
                  <a:schemeClr val="tx2"/>
                </a:solidFill>
                <a:latin typeface="Calibri" pitchFamily="34" charset="0"/>
                <a:ea typeface="楷体_GB2312"/>
                <a:cs typeface="楷体_GB2312"/>
              </a:rPr>
              <a:t>public</a:t>
            </a:r>
            <a:r>
              <a:rPr lang="en-US" altLang="zh-CN" sz="2000" b="0" smtClean="0">
                <a:latin typeface="Calibri" pitchFamily="34" charset="0"/>
                <a:ea typeface="楷体_GB2312"/>
                <a:cs typeface="楷体_GB2312"/>
              </a:rPr>
              <a:t> </a:t>
            </a:r>
            <a:r>
              <a:rPr lang="en-US" altLang="zh-CN" sz="2000" b="0" smtClean="0">
                <a:solidFill>
                  <a:schemeClr val="tx2"/>
                </a:solidFill>
                <a:latin typeface="Calibri" pitchFamily="34" charset="0"/>
                <a:ea typeface="楷体_GB2312"/>
                <a:cs typeface="楷体_GB2312"/>
              </a:rPr>
              <a:t>void </a:t>
            </a:r>
            <a:r>
              <a:rPr lang="en-US" altLang="zh-CN" sz="2000" b="0" smtClean="0">
                <a:latin typeface="Calibri" pitchFamily="34" charset="0"/>
                <a:ea typeface="楷体_GB2312"/>
                <a:cs typeface="楷体_GB2312"/>
              </a:rPr>
              <a:t>bind(Object source, Object target) {</a:t>
            </a:r>
          </a:p>
          <a:p>
            <a:pPr>
              <a:lnSpc>
                <a:spcPct val="100000"/>
              </a:lnSpc>
              <a:spcBef>
                <a:spcPct val="0"/>
              </a:spcBef>
              <a:buFont typeface="Wingdings" pitchFamily="2" charset="2"/>
              <a:buNone/>
            </a:pPr>
            <a:r>
              <a:rPr lang="en-US" altLang="zh-CN" sz="2000" b="0" smtClean="0">
                <a:latin typeface="Calibri" pitchFamily="34" charset="0"/>
                <a:ea typeface="楷体_GB2312"/>
                <a:cs typeface="楷体_GB2312"/>
              </a:rPr>
              <a:t>        </a:t>
            </a:r>
            <a:r>
              <a:rPr lang="en-US" altLang="zh-CN" sz="2000" b="0" smtClean="0">
                <a:solidFill>
                  <a:schemeClr val="tx2"/>
                </a:solidFill>
                <a:latin typeface="Calibri" pitchFamily="34" charset="0"/>
                <a:ea typeface="楷体_GB2312"/>
                <a:cs typeface="楷体_GB2312"/>
              </a:rPr>
              <a:t>if</a:t>
            </a:r>
            <a:r>
              <a:rPr lang="en-US" altLang="zh-CN" sz="2000" b="0" smtClean="0">
                <a:latin typeface="Calibri" pitchFamily="34" charset="0"/>
                <a:ea typeface="楷体_GB2312"/>
                <a:cs typeface="楷体_GB2312"/>
              </a:rPr>
              <a:t> (source != </a:t>
            </a:r>
            <a:r>
              <a:rPr lang="en-US" altLang="zh-CN" sz="2000" b="0" smtClean="0">
                <a:solidFill>
                  <a:schemeClr val="tx2"/>
                </a:solidFill>
                <a:latin typeface="Calibri" pitchFamily="34" charset="0"/>
                <a:ea typeface="楷体_GB2312"/>
                <a:cs typeface="楷体_GB2312"/>
              </a:rPr>
              <a:t>null</a:t>
            </a:r>
            <a:r>
              <a:rPr lang="en-US" altLang="zh-CN" sz="2000" b="0" smtClean="0">
                <a:latin typeface="Calibri" pitchFamily="34" charset="0"/>
                <a:ea typeface="楷体_GB2312"/>
                <a:cs typeface="楷体_GB2312"/>
              </a:rPr>
              <a:t> &amp;&amp; target != </a:t>
            </a:r>
            <a:r>
              <a:rPr lang="en-US" altLang="zh-CN" sz="2000" b="0" smtClean="0">
                <a:solidFill>
                  <a:schemeClr val="tx2"/>
                </a:solidFill>
                <a:latin typeface="Calibri" pitchFamily="34" charset="0"/>
                <a:ea typeface="楷体_GB2312"/>
                <a:cs typeface="楷体_GB2312"/>
              </a:rPr>
              <a:t>null</a:t>
            </a:r>
            <a:r>
              <a:rPr lang="en-US" altLang="zh-CN" sz="2000" b="0" smtClean="0">
                <a:latin typeface="Calibri" pitchFamily="34" charset="0"/>
                <a:ea typeface="楷体_GB2312"/>
                <a:cs typeface="楷体_GB2312"/>
              </a:rPr>
              <a:t>)</a:t>
            </a:r>
          </a:p>
          <a:p>
            <a:pPr>
              <a:lnSpc>
                <a:spcPct val="100000"/>
              </a:lnSpc>
              <a:spcBef>
                <a:spcPct val="0"/>
              </a:spcBef>
              <a:buFont typeface="Wingdings" pitchFamily="2" charset="2"/>
              <a:buNone/>
            </a:pPr>
            <a:r>
              <a:rPr lang="en-US" altLang="zh-CN" sz="2000" b="0" smtClean="0">
                <a:latin typeface="Calibri" pitchFamily="34" charset="0"/>
                <a:ea typeface="楷体_GB2312"/>
                <a:cs typeface="楷体_GB2312"/>
              </a:rPr>
              <a:t>            source.addPropertyChangeListener(target);</a:t>
            </a:r>
          </a:p>
          <a:p>
            <a:pPr>
              <a:lnSpc>
                <a:spcPct val="100000"/>
              </a:lnSpc>
              <a:spcBef>
                <a:spcPct val="0"/>
              </a:spcBef>
              <a:buFont typeface="Wingdings" pitchFamily="2" charset="2"/>
              <a:buNone/>
            </a:pPr>
            <a:r>
              <a:rPr lang="en-US" altLang="zh-CN" sz="2000" b="0" smtClean="0">
                <a:latin typeface="Calibri" pitchFamily="34" charset="0"/>
                <a:ea typeface="楷体_GB2312"/>
                <a:cs typeface="楷体_GB2312"/>
              </a:rPr>
              <a:t>    }</a:t>
            </a:r>
          </a:p>
          <a:p>
            <a:pPr>
              <a:lnSpc>
                <a:spcPct val="100000"/>
              </a:lnSpc>
              <a:spcBef>
                <a:spcPct val="0"/>
              </a:spcBef>
              <a:buFont typeface="Wingdings" pitchFamily="2" charset="2"/>
              <a:buNone/>
            </a:pPr>
            <a:endParaRPr lang="en-US" altLang="zh-CN" sz="2000" b="0" smtClean="0">
              <a:latin typeface="Calibri" pitchFamily="34" charset="0"/>
              <a:ea typeface="楷体_GB2312"/>
              <a:cs typeface="楷体_GB2312"/>
            </a:endParaRPr>
          </a:p>
          <a:p>
            <a:pPr>
              <a:lnSpc>
                <a:spcPct val="100000"/>
              </a:lnSpc>
              <a:spcBef>
                <a:spcPct val="0"/>
              </a:spcBef>
              <a:buFont typeface="Wingdings" pitchFamily="2" charset="2"/>
              <a:buNone/>
            </a:pPr>
            <a:r>
              <a:rPr lang="en-US" altLang="zh-CN" sz="2000" b="0" smtClean="0">
                <a:latin typeface="Calibri" pitchFamily="34" charset="0"/>
                <a:ea typeface="楷体_GB2312"/>
                <a:cs typeface="楷体_GB2312"/>
              </a:rPr>
              <a:t>     </a:t>
            </a:r>
            <a:r>
              <a:rPr lang="en-US" altLang="zh-CN" sz="2000" b="0" smtClean="0">
                <a:solidFill>
                  <a:schemeClr val="tx2"/>
                </a:solidFill>
                <a:latin typeface="Calibri" pitchFamily="34" charset="0"/>
                <a:ea typeface="楷体_GB2312"/>
                <a:cs typeface="楷体_GB2312"/>
              </a:rPr>
              <a:t>public</a:t>
            </a:r>
            <a:r>
              <a:rPr lang="en-US" altLang="zh-CN" sz="2000" b="0" smtClean="0">
                <a:latin typeface="Calibri" pitchFamily="34" charset="0"/>
                <a:ea typeface="楷体_GB2312"/>
                <a:cs typeface="楷体_GB2312"/>
              </a:rPr>
              <a:t> </a:t>
            </a:r>
            <a:r>
              <a:rPr lang="en-US" altLang="zh-CN" sz="2000" b="0" smtClean="0">
                <a:solidFill>
                  <a:schemeClr val="tx2"/>
                </a:solidFill>
                <a:latin typeface="Calibri" pitchFamily="34" charset="0"/>
                <a:ea typeface="楷体_GB2312"/>
                <a:cs typeface="楷体_GB2312"/>
              </a:rPr>
              <a:t>void </a:t>
            </a:r>
            <a:r>
              <a:rPr lang="en-US" altLang="zh-CN" sz="2000" b="0" smtClean="0">
                <a:latin typeface="Calibri" pitchFamily="34" charset="0"/>
                <a:ea typeface="楷体_GB2312"/>
                <a:cs typeface="楷体_GB2312"/>
              </a:rPr>
              <a:t>unbind(Object source, Object target) {</a:t>
            </a:r>
          </a:p>
          <a:p>
            <a:pPr>
              <a:lnSpc>
                <a:spcPct val="100000"/>
              </a:lnSpc>
              <a:spcBef>
                <a:spcPct val="0"/>
              </a:spcBef>
              <a:buFont typeface="Wingdings" pitchFamily="2" charset="2"/>
              <a:buNone/>
            </a:pPr>
            <a:r>
              <a:rPr lang="en-US" altLang="zh-CN" sz="2000" b="0" smtClean="0">
                <a:latin typeface="Calibri" pitchFamily="34" charset="0"/>
                <a:ea typeface="楷体_GB2312"/>
                <a:cs typeface="楷体_GB2312"/>
              </a:rPr>
              <a:t>        </a:t>
            </a:r>
            <a:r>
              <a:rPr lang="en-US" altLang="zh-CN" sz="2000" b="0" smtClean="0">
                <a:solidFill>
                  <a:schemeClr val="tx2"/>
                </a:solidFill>
                <a:latin typeface="Calibri" pitchFamily="34" charset="0"/>
                <a:ea typeface="楷体_GB2312"/>
                <a:cs typeface="楷体_GB2312"/>
              </a:rPr>
              <a:t>if</a:t>
            </a:r>
            <a:r>
              <a:rPr lang="en-US" altLang="zh-CN" sz="2000" b="0" smtClean="0">
                <a:latin typeface="Calibri" pitchFamily="34" charset="0"/>
                <a:ea typeface="楷体_GB2312"/>
                <a:cs typeface="楷体_GB2312"/>
              </a:rPr>
              <a:t> (source != </a:t>
            </a:r>
            <a:r>
              <a:rPr lang="en-US" altLang="zh-CN" sz="2000" b="0" smtClean="0">
                <a:solidFill>
                  <a:schemeClr val="tx2"/>
                </a:solidFill>
                <a:latin typeface="Calibri" pitchFamily="34" charset="0"/>
                <a:ea typeface="楷体_GB2312"/>
                <a:cs typeface="楷体_GB2312"/>
              </a:rPr>
              <a:t>null</a:t>
            </a:r>
            <a:r>
              <a:rPr lang="en-US" altLang="zh-CN" sz="2000" b="0" smtClean="0">
                <a:latin typeface="Calibri" pitchFamily="34" charset="0"/>
                <a:ea typeface="楷体_GB2312"/>
                <a:cs typeface="楷体_GB2312"/>
              </a:rPr>
              <a:t> &amp;&amp; target != </a:t>
            </a:r>
            <a:r>
              <a:rPr lang="en-US" altLang="zh-CN" sz="2000" b="0" smtClean="0">
                <a:solidFill>
                  <a:schemeClr val="tx2"/>
                </a:solidFill>
                <a:latin typeface="Calibri" pitchFamily="34" charset="0"/>
                <a:ea typeface="楷体_GB2312"/>
                <a:cs typeface="楷体_GB2312"/>
              </a:rPr>
              <a:t>null</a:t>
            </a:r>
            <a:r>
              <a:rPr lang="en-US" altLang="zh-CN" sz="2000" b="0" smtClean="0">
                <a:latin typeface="Calibri" pitchFamily="34" charset="0"/>
                <a:ea typeface="楷体_GB2312"/>
                <a:cs typeface="楷体_GB2312"/>
              </a:rPr>
              <a:t>)</a:t>
            </a:r>
          </a:p>
          <a:p>
            <a:pPr>
              <a:lnSpc>
                <a:spcPct val="100000"/>
              </a:lnSpc>
              <a:spcBef>
                <a:spcPct val="0"/>
              </a:spcBef>
              <a:buFont typeface="Wingdings" pitchFamily="2" charset="2"/>
              <a:buNone/>
            </a:pPr>
            <a:r>
              <a:rPr lang="en-US" altLang="zh-CN" sz="2000" b="0" smtClean="0">
                <a:latin typeface="Calibri" pitchFamily="34" charset="0"/>
                <a:ea typeface="楷体_GB2312"/>
                <a:cs typeface="楷体_GB2312"/>
              </a:rPr>
              <a:t>            source.removePropertyChangeListener(target);</a:t>
            </a:r>
          </a:p>
          <a:p>
            <a:pPr>
              <a:lnSpc>
                <a:spcPct val="100000"/>
              </a:lnSpc>
              <a:spcBef>
                <a:spcPct val="0"/>
              </a:spcBef>
              <a:buFont typeface="Wingdings" pitchFamily="2" charset="2"/>
              <a:buNone/>
            </a:pPr>
            <a:r>
              <a:rPr lang="en-US" altLang="zh-CN" sz="2000" b="0" smtClean="0">
                <a:latin typeface="Calibri" pitchFamily="34" charset="0"/>
                <a:ea typeface="楷体_GB2312"/>
                <a:cs typeface="楷体_GB2312"/>
              </a:rPr>
              <a:t>    }</a:t>
            </a:r>
          </a:p>
          <a:p>
            <a:pPr>
              <a:lnSpc>
                <a:spcPct val="100000"/>
              </a:lnSpc>
              <a:spcBef>
                <a:spcPct val="0"/>
              </a:spcBef>
              <a:buFont typeface="Wingdings" pitchFamily="2" charset="2"/>
              <a:buNone/>
            </a:pPr>
            <a:endParaRPr lang="en-US" altLang="zh-CN" sz="2000" b="0" smtClean="0">
              <a:latin typeface="Calibri" pitchFamily="34" charset="0"/>
              <a:ea typeface="楷体_GB2312"/>
              <a:cs typeface="楷体_GB2312"/>
            </a:endParaRPr>
          </a:p>
          <a:p>
            <a:pPr>
              <a:lnSpc>
                <a:spcPct val="100000"/>
              </a:lnSpc>
              <a:spcBef>
                <a:spcPct val="0"/>
              </a:spcBef>
              <a:buFont typeface="Wingdings" pitchFamily="2" charset="2"/>
              <a:buNone/>
            </a:pPr>
            <a:r>
              <a:rPr lang="en-US" altLang="zh-CN" sz="2000" b="0" smtClean="0">
                <a:latin typeface="Calibri" pitchFamily="34" charset="0"/>
                <a:ea typeface="楷体_GB2312"/>
                <a:cs typeface="楷体_GB2312"/>
              </a:rPr>
              <a:t>    // other codes …</a:t>
            </a:r>
          </a:p>
          <a:p>
            <a:pPr>
              <a:lnSpc>
                <a:spcPct val="150000"/>
              </a:lnSpc>
              <a:spcBef>
                <a:spcPct val="0"/>
              </a:spcBef>
              <a:buFont typeface="Wingdings" pitchFamily="2" charset="2"/>
              <a:buNone/>
            </a:pPr>
            <a:r>
              <a:rPr lang="en-US" altLang="zh-CN" sz="2000" b="0" smtClean="0">
                <a:latin typeface="Calibri" pitchFamily="34" charset="0"/>
                <a:ea typeface="楷体_GB2312"/>
                <a:cs typeface="楷体_GB2312"/>
              </a:rPr>
              <a:t>}</a:t>
            </a:r>
          </a:p>
        </p:txBody>
      </p:sp>
      <p:sp>
        <p:nvSpPr>
          <p:cNvPr id="5" name="Rectangle 4"/>
          <p:cNvSpPr>
            <a:spLocks noChangeArrowheads="1"/>
          </p:cNvSpPr>
          <p:nvPr/>
        </p:nvSpPr>
        <p:spPr bwMode="auto">
          <a:xfrm>
            <a:off x="323850" y="2008188"/>
            <a:ext cx="8605838" cy="500062"/>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spcBef>
                <a:spcPct val="20000"/>
              </a:spcBef>
              <a:buClr>
                <a:srgbClr val="3333CC"/>
              </a:buClr>
              <a:buFontTx/>
              <a:buChar char="•"/>
            </a:pPr>
            <a:endParaRPr lang="zh-CN" altLang="en-US">
              <a:solidFill>
                <a:srgbClr val="000066"/>
              </a:solidFill>
              <a:latin typeface="Arial" pitchFamily="34" charset="0"/>
            </a:endParaRPr>
          </a:p>
        </p:txBody>
      </p:sp>
      <p:sp>
        <p:nvSpPr>
          <p:cNvPr id="6" name="Rectangle 4"/>
          <p:cNvSpPr>
            <a:spLocks noChangeArrowheads="1"/>
          </p:cNvSpPr>
          <p:nvPr/>
        </p:nvSpPr>
        <p:spPr bwMode="auto">
          <a:xfrm>
            <a:off x="323850" y="3519488"/>
            <a:ext cx="8605838" cy="500062"/>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spcBef>
                <a:spcPct val="20000"/>
              </a:spcBef>
              <a:buClr>
                <a:srgbClr val="3333CC"/>
              </a:buClr>
              <a:buFontTx/>
              <a:buChar char="•"/>
            </a:pPr>
            <a:endParaRPr lang="zh-CN" altLang="en-US">
              <a:solidFill>
                <a:srgbClr val="000066"/>
              </a:solidFill>
              <a:latin typeface="Arial" pitchFamily="34" charset="0"/>
            </a:endParaRPr>
          </a:p>
        </p:txBody>
      </p:sp>
    </p:spTree>
    <p:extLst>
      <p:ext uri="{BB962C8B-B14F-4D97-AF65-F5344CB8AC3E}">
        <p14:creationId xmlns:p14="http://schemas.microsoft.com/office/powerpoint/2010/main" val="26317360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000"/>
                            </p:stCondLst>
                            <p:childTnLst>
                              <p:par>
                                <p:cTn id="15" presetID="1" presetClass="entr" presetSubtype="0" fill="hold" grpId="0" nodeType="afterEffect">
                                  <p:stCondLst>
                                    <p:cond delay="0"/>
                                  </p:stCondLst>
                                  <p:childTnLst>
                                    <p:set>
                                      <p:cBhvr>
                                        <p:cTn id="16" dur="1" fill="hold">
                                          <p:stCondLst>
                                            <p:cond delay="0"/>
                                          </p:stCondLst>
                                        </p:cTn>
                                        <p:tgtEl>
                                          <p:spTgt spid="6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animBg="1"/>
      <p:bldP spid="5" grpId="0" animBg="1"/>
      <p:bldP spid="6" grpId="0" animBg="1"/>
    </p:bldLst>
  </p:timing>
</p:sld>
</file>

<file path=ppt/slides/slide8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4178" name="Rectangle 2"/>
          <p:cNvSpPr>
            <a:spLocks noGrp="1" noChangeArrowheads="1"/>
          </p:cNvSpPr>
          <p:nvPr>
            <p:ph type="title"/>
          </p:nvPr>
        </p:nvSpPr>
        <p:spPr>
          <a:xfrm>
            <a:off x="285750" y="358775"/>
            <a:ext cx="8501063" cy="784225"/>
          </a:xfrm>
        </p:spPr>
        <p:txBody>
          <a:bodyPr/>
          <a:lstStyle/>
          <a:p>
            <a:pPr>
              <a:defRPr/>
            </a:pPr>
            <a:r>
              <a:rPr lang="zh-CN" altLang="en-US" sz="3600" b="0" dirty="0">
                <a:solidFill>
                  <a:srgbClr val="FFFFFF"/>
                </a:solidFill>
                <a:effectLst>
                  <a:outerShdw blurRad="38100" dist="38100" dir="2700000" algn="tl">
                    <a:srgbClr val="000000"/>
                  </a:outerShdw>
                </a:effectLst>
                <a:latin typeface="微软雅黑" pitchFamily="34" charset="-122"/>
                <a:ea typeface="微软雅黑" pitchFamily="34" charset="-122"/>
              </a:rPr>
              <a:t>进一步拓展</a:t>
            </a:r>
            <a:r>
              <a:rPr lang="en-US" altLang="zh-CN" sz="3600" b="0" dirty="0">
                <a:solidFill>
                  <a:srgbClr val="FFFFFF"/>
                </a:solidFill>
                <a:effectLst>
                  <a:outerShdw blurRad="38100" dist="38100" dir="2700000" algn="tl">
                    <a:srgbClr val="000000"/>
                  </a:outerShdw>
                </a:effectLst>
                <a:latin typeface="微软雅黑" pitchFamily="34" charset="-122"/>
                <a:ea typeface="微软雅黑" pitchFamily="34" charset="-122"/>
              </a:rPr>
              <a:t>…</a:t>
            </a:r>
            <a:endParaRPr lang="zh-CN" altLang="en-GB" sz="3600" b="0" dirty="0">
              <a:effectLst>
                <a:outerShdw blurRad="38100" dist="38100" dir="2700000" algn="tl">
                  <a:srgbClr val="000000"/>
                </a:outerShdw>
              </a:effectLst>
              <a:latin typeface="微软雅黑" pitchFamily="34" charset="-122"/>
              <a:ea typeface="微软雅黑" pitchFamily="34" charset="-122"/>
            </a:endParaRPr>
          </a:p>
        </p:txBody>
      </p:sp>
      <p:sp>
        <p:nvSpPr>
          <p:cNvPr id="12" name="内容占位符 4"/>
          <p:cNvSpPr>
            <a:spLocks noGrp="1"/>
          </p:cNvSpPr>
          <p:nvPr>
            <p:ph idx="1"/>
          </p:nvPr>
        </p:nvSpPr>
        <p:spPr>
          <a:xfrm>
            <a:off x="457200" y="1357313"/>
            <a:ext cx="8258175" cy="4786312"/>
          </a:xfrm>
        </p:spPr>
        <p:txBody>
          <a:bodyPr/>
          <a:lstStyle/>
          <a:p>
            <a:pPr>
              <a:lnSpc>
                <a:spcPct val="150000"/>
              </a:lnSpc>
              <a:spcBef>
                <a:spcPts val="0"/>
              </a:spcBef>
              <a:defRPr/>
            </a:pPr>
            <a:r>
              <a:rPr lang="zh-CN" altLang="en-US" b="0" dirty="0">
                <a:solidFill>
                  <a:srgbClr val="000000"/>
                </a:solidFill>
                <a:effectLst>
                  <a:outerShdw blurRad="38100" dist="38100" dir="2700000" algn="tl">
                    <a:srgbClr val="000000">
                      <a:alpha val="43137"/>
                    </a:srgbClr>
                  </a:outerShdw>
                </a:effectLst>
                <a:latin typeface="楷体" pitchFamily="49" charset="-122"/>
                <a:ea typeface="楷体" pitchFamily="49" charset="-122"/>
              </a:rPr>
              <a:t>如何实现可投票否决的属性变更</a:t>
            </a:r>
            <a:r>
              <a:rPr lang="en-US" altLang="zh-CN" b="0" dirty="0">
                <a:solidFill>
                  <a:srgbClr val="000000"/>
                </a:solidFill>
                <a:effectLst>
                  <a:outerShdw blurRad="38100" dist="38100" dir="2700000" algn="tl">
                    <a:srgbClr val="000000">
                      <a:alpha val="43137"/>
                    </a:srgbClr>
                  </a:outerShdw>
                </a:effectLst>
                <a:latin typeface="楷体" pitchFamily="49" charset="-122"/>
                <a:ea typeface="楷体" pitchFamily="49" charset="-122"/>
              </a:rPr>
              <a:t>?</a:t>
            </a:r>
          </a:p>
          <a:p>
            <a:pPr lvl="1">
              <a:lnSpc>
                <a:spcPct val="150000"/>
              </a:lnSpc>
              <a:spcBef>
                <a:spcPts val="0"/>
              </a:spcBef>
              <a:defRPr/>
            </a:pPr>
            <a:r>
              <a:rPr lang="zh-CN" altLang="en-US" sz="2400" b="0" dirty="0">
                <a:solidFill>
                  <a:srgbClr val="000000"/>
                </a:solidFill>
                <a:latin typeface="微软雅黑" pitchFamily="34" charset="-122"/>
                <a:ea typeface="微软雅黑" pitchFamily="34" charset="-122"/>
              </a:rPr>
              <a:t>例如</a:t>
            </a:r>
            <a:r>
              <a:rPr lang="zh-CN" altLang="en-US" sz="2400" b="0" dirty="0">
                <a:solidFill>
                  <a:srgbClr val="000000"/>
                </a:solidFill>
                <a:latin typeface="楷体" pitchFamily="49" charset="-122"/>
                <a:ea typeface="楷体" pitchFamily="49" charset="-122"/>
              </a:rPr>
              <a:t>，</a:t>
            </a:r>
            <a:r>
              <a:rPr lang="zh-CN" altLang="en-US" sz="2400" b="0" dirty="0">
                <a:solidFill>
                  <a:srgbClr val="000000"/>
                </a:solidFill>
                <a:latin typeface="微软雅黑" pitchFamily="34" charset="-122"/>
                <a:ea typeface="微软雅黑" pitchFamily="34" charset="-122"/>
              </a:rPr>
              <a:t>某个国家希望将自己从无核国家更改为合法拥有核武器的国家</a:t>
            </a:r>
            <a:r>
              <a:rPr lang="zh-CN" altLang="en-US" sz="2400" b="0" dirty="0">
                <a:solidFill>
                  <a:srgbClr val="000000"/>
                </a:solidFill>
                <a:latin typeface="楷体" pitchFamily="49" charset="-122"/>
                <a:ea typeface="楷体" pitchFamily="49" charset="-122"/>
              </a:rPr>
              <a:t>，</a:t>
            </a:r>
            <a:r>
              <a:rPr lang="zh-CN" altLang="en-US" sz="2400" b="0" dirty="0">
                <a:solidFill>
                  <a:srgbClr val="000000"/>
                </a:solidFill>
                <a:latin typeface="微软雅黑" pitchFamily="34" charset="-122"/>
                <a:ea typeface="微软雅黑" pitchFamily="34" charset="-122"/>
              </a:rPr>
              <a:t>但联合国安理会对此拥有否决权</a:t>
            </a:r>
            <a:endParaRPr lang="en-US" altLang="zh-CN" sz="2400" b="0" dirty="0">
              <a:solidFill>
                <a:srgbClr val="000000"/>
              </a:solidFill>
              <a:latin typeface="微软雅黑" pitchFamily="34" charset="-122"/>
              <a:ea typeface="微软雅黑" pitchFamily="34" charset="-122"/>
            </a:endParaRPr>
          </a:p>
          <a:p>
            <a:pPr>
              <a:lnSpc>
                <a:spcPct val="150000"/>
              </a:lnSpc>
              <a:spcBef>
                <a:spcPts val="0"/>
              </a:spcBef>
              <a:defRPr/>
            </a:pPr>
            <a:r>
              <a:rPr lang="zh-CN" altLang="en-US" b="0" dirty="0">
                <a:solidFill>
                  <a:srgbClr val="000000"/>
                </a:solidFill>
                <a:effectLst>
                  <a:outerShdw blurRad="38100" dist="38100" dir="2700000" algn="tl">
                    <a:srgbClr val="000000">
                      <a:alpha val="43137"/>
                    </a:srgbClr>
                  </a:outerShdw>
                </a:effectLst>
                <a:latin typeface="楷体" pitchFamily="49" charset="-122"/>
                <a:ea typeface="楷体" pitchFamily="49" charset="-122"/>
              </a:rPr>
              <a:t>如何实现单目事件</a:t>
            </a:r>
            <a:r>
              <a:rPr lang="en-US" altLang="zh-CN" b="0" dirty="0">
                <a:solidFill>
                  <a:srgbClr val="000000"/>
                </a:solidFill>
                <a:effectLst>
                  <a:outerShdw blurRad="38100" dist="38100" dir="2700000" algn="tl">
                    <a:srgbClr val="000000">
                      <a:alpha val="43137"/>
                    </a:srgbClr>
                  </a:outerShdw>
                </a:effectLst>
                <a:latin typeface="楷体" pitchFamily="49" charset="-122"/>
                <a:ea typeface="楷体" pitchFamily="49" charset="-122"/>
              </a:rPr>
              <a:t>?</a:t>
            </a:r>
          </a:p>
          <a:p>
            <a:pPr lvl="1">
              <a:lnSpc>
                <a:spcPct val="150000"/>
              </a:lnSpc>
              <a:spcBef>
                <a:spcPts val="0"/>
              </a:spcBef>
              <a:defRPr/>
            </a:pPr>
            <a:r>
              <a:rPr lang="zh-CN" altLang="en-US" sz="2400" b="0" dirty="0">
                <a:solidFill>
                  <a:srgbClr val="000000"/>
                </a:solidFill>
                <a:latin typeface="微软雅黑" pitchFamily="34" charset="-122"/>
                <a:ea typeface="微软雅黑" pitchFamily="34" charset="-122"/>
              </a:rPr>
              <a:t>即</a:t>
            </a:r>
            <a:r>
              <a:rPr lang="zh-CN" altLang="en-US" sz="2400" b="0" dirty="0">
                <a:solidFill>
                  <a:srgbClr val="000000"/>
                </a:solidFill>
                <a:latin typeface="楷体" pitchFamily="49" charset="-122"/>
                <a:ea typeface="楷体" pitchFamily="49" charset="-122"/>
              </a:rPr>
              <a:t>，</a:t>
            </a:r>
            <a:r>
              <a:rPr lang="zh-CN" altLang="en-US" sz="2400" b="0" dirty="0">
                <a:solidFill>
                  <a:srgbClr val="000000"/>
                </a:solidFill>
                <a:latin typeface="微软雅黑" pitchFamily="34" charset="-122"/>
                <a:ea typeface="微软雅黑" pitchFamily="34" charset="-122"/>
              </a:rPr>
              <a:t>事件最多只传递给一个事件目标</a:t>
            </a:r>
            <a:endParaRPr lang="en-US" altLang="zh-CN" sz="2400" b="0" dirty="0">
              <a:solidFill>
                <a:srgbClr val="000000"/>
              </a:solidFill>
              <a:latin typeface="微软雅黑" pitchFamily="34" charset="-122"/>
              <a:ea typeface="微软雅黑" pitchFamily="34" charset="-122"/>
            </a:endParaRPr>
          </a:p>
        </p:txBody>
      </p:sp>
      <p:sp>
        <p:nvSpPr>
          <p:cNvPr id="4"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sz="2000" b="1">
                <a:solidFill>
                  <a:schemeClr val="tx1"/>
                </a:solidFill>
                <a:latin typeface="幼圆" pitchFamily="49" charset="-122"/>
                <a:ea typeface="幼圆" pitchFamily="49" charset="-122"/>
                <a:cs typeface="楷体_GB2312"/>
              </a:defRPr>
            </a:lvl5pPr>
            <a:lvl6pPr marL="2514600" indent="-228600">
              <a:defRPr kumimoji="1" sz="2000" b="1">
                <a:solidFill>
                  <a:schemeClr val="tx1"/>
                </a:solidFill>
                <a:latin typeface="幼圆" pitchFamily="49" charset="-122"/>
                <a:ea typeface="幼圆" pitchFamily="49" charset="-122"/>
                <a:cs typeface="楷体_GB2312"/>
              </a:defRPr>
            </a:lvl6pPr>
            <a:lvl7pPr marL="2971800" indent="-228600">
              <a:defRPr kumimoji="1" sz="2000" b="1">
                <a:solidFill>
                  <a:schemeClr val="tx1"/>
                </a:solidFill>
                <a:latin typeface="幼圆" pitchFamily="49" charset="-122"/>
                <a:ea typeface="幼圆" pitchFamily="49" charset="-122"/>
                <a:cs typeface="楷体_GB2312"/>
              </a:defRPr>
            </a:lvl7pPr>
            <a:lvl8pPr marL="3429000" indent="-228600">
              <a:defRPr kumimoji="1" sz="2000" b="1">
                <a:solidFill>
                  <a:schemeClr val="tx1"/>
                </a:solidFill>
                <a:latin typeface="幼圆" pitchFamily="49" charset="-122"/>
                <a:ea typeface="幼圆" pitchFamily="49" charset="-122"/>
                <a:cs typeface="楷体_GB2312"/>
              </a:defRPr>
            </a:lvl8pPr>
            <a:lvl9pPr marL="3886200" indent="-228600">
              <a:defRPr kumimoji="1" sz="2000" b="1">
                <a:solidFill>
                  <a:schemeClr val="tx1"/>
                </a:solidFill>
                <a:latin typeface="幼圆" pitchFamily="49" charset="-122"/>
                <a:ea typeface="幼圆" pitchFamily="49" charset="-122"/>
                <a:cs typeface="楷体_GB2312"/>
              </a:defRPr>
            </a:lvl9pPr>
          </a:lstStyle>
          <a:p>
            <a:fld id="{8251AF83-1146-4FD0-9ECE-AB5680AF70C0}" type="slidenum">
              <a:rPr kumimoji="0" lang="zh-CN" altLang="en-US" sz="1400" b="0">
                <a:solidFill>
                  <a:srgbClr val="000066"/>
                </a:solidFill>
                <a:latin typeface="Times New Roman" pitchFamily="18" charset="0"/>
                <a:ea typeface="宋体" pitchFamily="2" charset="-122"/>
              </a:rPr>
              <a:pPr/>
              <a:t>82</a:t>
            </a:fld>
            <a:endParaRPr kumimoji="0" lang="en-US" altLang="zh-CN" sz="1400" b="0">
              <a:solidFill>
                <a:srgbClr val="000066"/>
              </a:solidFill>
              <a:latin typeface="Times New Roman" pitchFamily="18" charset="0"/>
              <a:ea typeface="宋体" pitchFamily="2" charset="-122"/>
            </a:endParaRPr>
          </a:p>
        </p:txBody>
      </p:sp>
    </p:spTree>
    <p:extLst>
      <p:ext uri="{BB962C8B-B14F-4D97-AF65-F5344CB8AC3E}">
        <p14:creationId xmlns:p14="http://schemas.microsoft.com/office/powerpoint/2010/main" val="2165990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sz="2000" b="1">
                <a:solidFill>
                  <a:schemeClr val="tx1"/>
                </a:solidFill>
                <a:latin typeface="幼圆" pitchFamily="49" charset="-122"/>
                <a:ea typeface="幼圆" pitchFamily="49" charset="-122"/>
                <a:cs typeface="楷体_GB2312"/>
              </a:defRPr>
            </a:lvl5pPr>
            <a:lvl6pPr marL="2514600" indent="-228600">
              <a:defRPr kumimoji="1" sz="2000" b="1">
                <a:solidFill>
                  <a:schemeClr val="tx1"/>
                </a:solidFill>
                <a:latin typeface="幼圆" pitchFamily="49" charset="-122"/>
                <a:ea typeface="幼圆" pitchFamily="49" charset="-122"/>
                <a:cs typeface="楷体_GB2312"/>
              </a:defRPr>
            </a:lvl6pPr>
            <a:lvl7pPr marL="2971800" indent="-228600">
              <a:defRPr kumimoji="1" sz="2000" b="1">
                <a:solidFill>
                  <a:schemeClr val="tx1"/>
                </a:solidFill>
                <a:latin typeface="幼圆" pitchFamily="49" charset="-122"/>
                <a:ea typeface="幼圆" pitchFamily="49" charset="-122"/>
                <a:cs typeface="楷体_GB2312"/>
              </a:defRPr>
            </a:lvl7pPr>
            <a:lvl8pPr marL="3429000" indent="-228600">
              <a:defRPr kumimoji="1" sz="2000" b="1">
                <a:solidFill>
                  <a:schemeClr val="tx1"/>
                </a:solidFill>
                <a:latin typeface="幼圆" pitchFamily="49" charset="-122"/>
                <a:ea typeface="幼圆" pitchFamily="49" charset="-122"/>
                <a:cs typeface="楷体_GB2312"/>
              </a:defRPr>
            </a:lvl8pPr>
            <a:lvl9pPr marL="3886200" indent="-228600">
              <a:defRPr kumimoji="1" sz="2000" b="1">
                <a:solidFill>
                  <a:schemeClr val="tx1"/>
                </a:solidFill>
                <a:latin typeface="幼圆" pitchFamily="49" charset="-122"/>
                <a:ea typeface="幼圆" pitchFamily="49" charset="-122"/>
                <a:cs typeface="楷体_GB2312"/>
              </a:defRPr>
            </a:lvl9pPr>
          </a:lstStyle>
          <a:p>
            <a:fld id="{CC682994-497B-4BE8-95A6-0ED3A219D679}" type="slidenum">
              <a:rPr kumimoji="0" lang="zh-CN" altLang="en-US" sz="1400" b="0">
                <a:solidFill>
                  <a:srgbClr val="000066"/>
                </a:solidFill>
                <a:latin typeface="Times New Roman" pitchFamily="18" charset="0"/>
                <a:ea typeface="宋体" pitchFamily="2" charset="-122"/>
              </a:rPr>
              <a:pPr/>
              <a:t>83</a:t>
            </a:fld>
            <a:endParaRPr kumimoji="0" lang="en-US" altLang="zh-CN" sz="1400" b="0">
              <a:solidFill>
                <a:srgbClr val="000066"/>
              </a:solidFill>
              <a:latin typeface="Times New Roman" pitchFamily="18" charset="0"/>
              <a:ea typeface="宋体" pitchFamily="2" charset="-122"/>
            </a:endParaRPr>
          </a:p>
        </p:txBody>
      </p:sp>
      <p:sp>
        <p:nvSpPr>
          <p:cNvPr id="434178" name="Rectangle 2"/>
          <p:cNvSpPr>
            <a:spLocks noGrp="1" noChangeArrowheads="1"/>
          </p:cNvSpPr>
          <p:nvPr>
            <p:ph type="title"/>
          </p:nvPr>
        </p:nvSpPr>
        <p:spPr>
          <a:xfrm>
            <a:off x="214313" y="439738"/>
            <a:ext cx="8715375" cy="685800"/>
          </a:xfrm>
        </p:spPr>
        <p:txBody>
          <a:bodyPr/>
          <a:lstStyle/>
          <a:p>
            <a:pPr>
              <a:defRPr/>
            </a:pPr>
            <a:r>
              <a:rPr lang="zh-CN" altLang="en-US" sz="3600" b="0" dirty="0">
                <a:solidFill>
                  <a:srgbClr val="FFFFFF"/>
                </a:solidFill>
                <a:effectLst>
                  <a:outerShdw blurRad="38100" dist="38100" dir="2700000" algn="tl">
                    <a:srgbClr val="000000"/>
                  </a:outerShdw>
                </a:effectLst>
                <a:latin typeface="微软雅黑" pitchFamily="34" charset="-122"/>
                <a:ea typeface="微软雅黑" pitchFamily="34" charset="-122"/>
              </a:rPr>
              <a:t>可否决的属性变更 </a:t>
            </a:r>
            <a:r>
              <a:rPr lang="en-US" altLang="zh-CN" sz="2000" b="0" dirty="0">
                <a:solidFill>
                  <a:srgbClr val="FFFFFF"/>
                </a:solidFill>
                <a:effectLst>
                  <a:outerShdw blurRad="38100" dist="38100" dir="2700000" algn="tl">
                    <a:srgbClr val="000000"/>
                  </a:outerShdw>
                </a:effectLst>
                <a:latin typeface="Lucida Fax" pitchFamily="18" charset="0"/>
              </a:rPr>
              <a:t>(1/3)</a:t>
            </a:r>
            <a:endParaRPr lang="zh-CN" altLang="en-GB" sz="2000" b="0" dirty="0">
              <a:solidFill>
                <a:srgbClr val="FF0000"/>
              </a:solidFill>
              <a:effectLst>
                <a:outerShdw blurRad="38100" dist="38100" dir="2700000" algn="tl">
                  <a:srgbClr val="000000"/>
                </a:outerShdw>
              </a:effectLst>
              <a:latin typeface="Lucida Fax" pitchFamily="18" charset="0"/>
            </a:endParaRPr>
          </a:p>
        </p:txBody>
      </p:sp>
      <p:sp>
        <p:nvSpPr>
          <p:cNvPr id="167940" name="内容占位符 4"/>
          <p:cNvSpPr>
            <a:spLocks noGrp="1" noChangeArrowheads="1"/>
          </p:cNvSpPr>
          <p:nvPr>
            <p:ph idx="1"/>
          </p:nvPr>
        </p:nvSpPr>
        <p:spPr>
          <a:xfrm>
            <a:off x="457200" y="1071563"/>
            <a:ext cx="8686800" cy="5715000"/>
          </a:xfrm>
        </p:spPr>
        <p:txBody>
          <a:bodyPr/>
          <a:lstStyle/>
          <a:p>
            <a:pPr>
              <a:spcBef>
                <a:spcPct val="0"/>
              </a:spcBef>
              <a:buFont typeface="Wingdings" pitchFamily="2" charset="2"/>
              <a:buNone/>
            </a:pPr>
            <a:endParaRPr lang="en-US" altLang="zh-CN" sz="2400" b="0" smtClean="0">
              <a:solidFill>
                <a:schemeClr val="tx2"/>
              </a:solidFill>
              <a:latin typeface="Calibri" pitchFamily="34" charset="0"/>
              <a:ea typeface="楷体_GB2312"/>
              <a:cs typeface="楷体_GB2312"/>
            </a:endParaRPr>
          </a:p>
          <a:p>
            <a:pPr>
              <a:spcBef>
                <a:spcPct val="0"/>
              </a:spcBef>
              <a:buFont typeface="Wingdings" pitchFamily="2" charset="2"/>
              <a:buNone/>
            </a:pPr>
            <a:r>
              <a:rPr lang="en-US" altLang="zh-CN" sz="2400" b="0" smtClean="0">
                <a:solidFill>
                  <a:schemeClr val="tx2"/>
                </a:solidFill>
                <a:latin typeface="Calibri" pitchFamily="34" charset="0"/>
                <a:ea typeface="楷体_GB2312"/>
                <a:cs typeface="楷体_GB2312"/>
              </a:rPr>
              <a:t>public</a:t>
            </a:r>
            <a:r>
              <a:rPr lang="en-US" altLang="zh-CN" sz="2400" b="0" smtClean="0">
                <a:latin typeface="Calibri" pitchFamily="34" charset="0"/>
                <a:ea typeface="楷体_GB2312"/>
                <a:cs typeface="楷体_GB2312"/>
              </a:rPr>
              <a:t> </a:t>
            </a:r>
            <a:r>
              <a:rPr lang="en-US" altLang="zh-CN" sz="2400" b="0" smtClean="0">
                <a:solidFill>
                  <a:schemeClr val="tx2"/>
                </a:solidFill>
                <a:latin typeface="Calibri" pitchFamily="34" charset="0"/>
                <a:ea typeface="楷体_GB2312"/>
                <a:cs typeface="楷体_GB2312"/>
              </a:rPr>
              <a:t>interface </a:t>
            </a:r>
            <a:r>
              <a:rPr lang="en-US" altLang="zh-CN" sz="2400" b="0" smtClean="0">
                <a:latin typeface="Calibri" pitchFamily="34" charset="0"/>
                <a:ea typeface="楷体_GB2312"/>
                <a:cs typeface="楷体_GB2312"/>
              </a:rPr>
              <a:t> PropertyChangeListener  {</a:t>
            </a:r>
          </a:p>
          <a:p>
            <a:pPr>
              <a:spcBef>
                <a:spcPct val="0"/>
              </a:spcBef>
              <a:buFont typeface="Wingdings" pitchFamily="2" charset="2"/>
              <a:buNone/>
            </a:pPr>
            <a:endParaRPr lang="en-US" altLang="zh-CN" sz="2400" b="0" smtClean="0">
              <a:latin typeface="Calibri" pitchFamily="34" charset="0"/>
              <a:ea typeface="楷体_GB2312"/>
              <a:cs typeface="楷体_GB2312"/>
            </a:endParaRPr>
          </a:p>
          <a:p>
            <a:pPr>
              <a:spcBef>
                <a:spcPct val="0"/>
              </a:spcBef>
              <a:buFont typeface="Wingdings" pitchFamily="2" charset="2"/>
              <a:buNone/>
            </a:pPr>
            <a:r>
              <a:rPr lang="en-US" altLang="zh-CN" sz="2400" b="0" smtClean="0">
                <a:latin typeface="Calibri" pitchFamily="34" charset="0"/>
                <a:ea typeface="楷体_GB2312"/>
                <a:cs typeface="楷体_GB2312"/>
              </a:rPr>
              <a:t>    </a:t>
            </a:r>
            <a:r>
              <a:rPr lang="en-US" altLang="zh-CN" sz="2400" b="0" smtClean="0">
                <a:solidFill>
                  <a:schemeClr val="tx2"/>
                </a:solidFill>
                <a:latin typeface="Calibri" pitchFamily="34" charset="0"/>
                <a:ea typeface="楷体_GB2312"/>
                <a:cs typeface="楷体_GB2312"/>
              </a:rPr>
              <a:t>public</a:t>
            </a:r>
            <a:r>
              <a:rPr lang="en-US" altLang="zh-CN" sz="2400" b="0" smtClean="0">
                <a:latin typeface="Calibri" pitchFamily="34" charset="0"/>
                <a:ea typeface="楷体_GB2312"/>
                <a:cs typeface="楷体_GB2312"/>
              </a:rPr>
              <a:t> </a:t>
            </a:r>
            <a:r>
              <a:rPr lang="en-US" altLang="zh-CN" sz="2400" b="0" smtClean="0">
                <a:solidFill>
                  <a:schemeClr val="tx2"/>
                </a:solidFill>
                <a:latin typeface="Calibri" pitchFamily="34" charset="0"/>
                <a:ea typeface="楷体_GB2312"/>
                <a:cs typeface="楷体_GB2312"/>
              </a:rPr>
              <a:t>void</a:t>
            </a:r>
            <a:r>
              <a:rPr lang="en-US" altLang="zh-CN" sz="2400" b="0" smtClean="0">
                <a:latin typeface="Calibri" pitchFamily="34" charset="0"/>
                <a:ea typeface="楷体_GB2312"/>
                <a:cs typeface="楷体_GB2312"/>
              </a:rPr>
              <a:t> </a:t>
            </a:r>
            <a:r>
              <a:rPr lang="en-US" altLang="zh-CN" sz="2400" b="0" smtClean="0">
                <a:solidFill>
                  <a:srgbClr val="FF0000"/>
                </a:solidFill>
                <a:latin typeface="Calibri" pitchFamily="34" charset="0"/>
                <a:ea typeface="楷体_GB2312"/>
                <a:cs typeface="楷体_GB2312"/>
              </a:rPr>
              <a:t>onPropertyChange</a:t>
            </a:r>
            <a:r>
              <a:rPr lang="en-US" altLang="zh-CN" sz="2400" b="0" smtClean="0">
                <a:latin typeface="Calibri" pitchFamily="34" charset="0"/>
                <a:ea typeface="楷体_GB2312"/>
                <a:cs typeface="楷体_GB2312"/>
              </a:rPr>
              <a:t>(PropertyChangeEvent </a:t>
            </a:r>
          </a:p>
          <a:p>
            <a:pPr>
              <a:spcBef>
                <a:spcPct val="0"/>
              </a:spcBef>
              <a:buFont typeface="Wingdings" pitchFamily="2" charset="2"/>
              <a:buNone/>
            </a:pPr>
            <a:r>
              <a:rPr lang="en-US" altLang="zh-CN" sz="2400" b="0" smtClean="0">
                <a:latin typeface="Calibri" pitchFamily="34" charset="0"/>
                <a:ea typeface="楷体_GB2312"/>
                <a:cs typeface="楷体_GB2312"/>
              </a:rPr>
              <a:t>        event)  </a:t>
            </a:r>
            <a:r>
              <a:rPr lang="en-US" altLang="zh-CN" sz="2400" b="0" smtClean="0">
                <a:solidFill>
                  <a:srgbClr val="FF0000"/>
                </a:solidFill>
                <a:latin typeface="Calibri" pitchFamily="34" charset="0"/>
                <a:ea typeface="楷体_GB2312"/>
                <a:cs typeface="楷体_GB2312"/>
              </a:rPr>
              <a:t>throws  PropertyChangeException</a:t>
            </a:r>
            <a:r>
              <a:rPr lang="en-US" altLang="zh-CN" sz="2400" b="0" smtClean="0">
                <a:latin typeface="Calibri" pitchFamily="34" charset="0"/>
                <a:ea typeface="楷体_GB2312"/>
                <a:cs typeface="楷体_GB2312"/>
              </a:rPr>
              <a:t>;</a:t>
            </a:r>
          </a:p>
          <a:p>
            <a:pPr>
              <a:spcBef>
                <a:spcPct val="0"/>
              </a:spcBef>
              <a:buFont typeface="Wingdings" pitchFamily="2" charset="2"/>
              <a:buNone/>
            </a:pPr>
            <a:r>
              <a:rPr lang="en-US" altLang="zh-CN" sz="2400" b="0" smtClean="0">
                <a:latin typeface="Calibri" pitchFamily="34" charset="0"/>
                <a:ea typeface="楷体_GB2312"/>
                <a:cs typeface="楷体_GB2312"/>
              </a:rPr>
              <a:t>}</a:t>
            </a:r>
          </a:p>
        </p:txBody>
      </p:sp>
    </p:spTree>
    <p:extLst>
      <p:ext uri="{BB962C8B-B14F-4D97-AF65-F5344CB8AC3E}">
        <p14:creationId xmlns:p14="http://schemas.microsoft.com/office/powerpoint/2010/main" val="28625440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6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animBg="1"/>
    </p:bldLst>
  </p:timing>
</p:sld>
</file>

<file path=ppt/slides/slide8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sz="2000" b="1">
                <a:solidFill>
                  <a:schemeClr val="tx1"/>
                </a:solidFill>
                <a:latin typeface="幼圆" pitchFamily="49" charset="-122"/>
                <a:ea typeface="幼圆" pitchFamily="49" charset="-122"/>
                <a:cs typeface="楷体_GB2312"/>
              </a:defRPr>
            </a:lvl5pPr>
            <a:lvl6pPr marL="2514600" indent="-228600">
              <a:defRPr kumimoji="1" sz="2000" b="1">
                <a:solidFill>
                  <a:schemeClr val="tx1"/>
                </a:solidFill>
                <a:latin typeface="幼圆" pitchFamily="49" charset="-122"/>
                <a:ea typeface="幼圆" pitchFamily="49" charset="-122"/>
                <a:cs typeface="楷体_GB2312"/>
              </a:defRPr>
            </a:lvl6pPr>
            <a:lvl7pPr marL="2971800" indent="-228600">
              <a:defRPr kumimoji="1" sz="2000" b="1">
                <a:solidFill>
                  <a:schemeClr val="tx1"/>
                </a:solidFill>
                <a:latin typeface="幼圆" pitchFamily="49" charset="-122"/>
                <a:ea typeface="幼圆" pitchFamily="49" charset="-122"/>
                <a:cs typeface="楷体_GB2312"/>
              </a:defRPr>
            </a:lvl7pPr>
            <a:lvl8pPr marL="3429000" indent="-228600">
              <a:defRPr kumimoji="1" sz="2000" b="1">
                <a:solidFill>
                  <a:schemeClr val="tx1"/>
                </a:solidFill>
                <a:latin typeface="幼圆" pitchFamily="49" charset="-122"/>
                <a:ea typeface="幼圆" pitchFamily="49" charset="-122"/>
                <a:cs typeface="楷体_GB2312"/>
              </a:defRPr>
            </a:lvl8pPr>
            <a:lvl9pPr marL="3886200" indent="-228600">
              <a:defRPr kumimoji="1" sz="2000" b="1">
                <a:solidFill>
                  <a:schemeClr val="tx1"/>
                </a:solidFill>
                <a:latin typeface="幼圆" pitchFamily="49" charset="-122"/>
                <a:ea typeface="幼圆" pitchFamily="49" charset="-122"/>
                <a:cs typeface="楷体_GB2312"/>
              </a:defRPr>
            </a:lvl9pPr>
          </a:lstStyle>
          <a:p>
            <a:fld id="{BA9F9417-6B11-40EE-9AF0-9B5235C3AFDF}" type="slidenum">
              <a:rPr kumimoji="0" lang="zh-CN" altLang="en-US" sz="1400" b="0">
                <a:solidFill>
                  <a:srgbClr val="000066"/>
                </a:solidFill>
                <a:latin typeface="Times New Roman" pitchFamily="18" charset="0"/>
                <a:ea typeface="宋体" pitchFamily="2" charset="-122"/>
              </a:rPr>
              <a:pPr/>
              <a:t>84</a:t>
            </a:fld>
            <a:endParaRPr kumimoji="0" lang="en-US" altLang="zh-CN" sz="1400" b="0">
              <a:solidFill>
                <a:srgbClr val="000066"/>
              </a:solidFill>
              <a:latin typeface="Times New Roman" pitchFamily="18" charset="0"/>
              <a:ea typeface="宋体" pitchFamily="2" charset="-122"/>
            </a:endParaRPr>
          </a:p>
        </p:txBody>
      </p:sp>
      <p:sp>
        <p:nvSpPr>
          <p:cNvPr id="434178" name="Rectangle 2"/>
          <p:cNvSpPr>
            <a:spLocks noGrp="1" noChangeArrowheads="1"/>
          </p:cNvSpPr>
          <p:nvPr>
            <p:ph type="title"/>
          </p:nvPr>
        </p:nvSpPr>
        <p:spPr>
          <a:xfrm>
            <a:off x="214313" y="439738"/>
            <a:ext cx="8715375" cy="685800"/>
          </a:xfrm>
        </p:spPr>
        <p:txBody>
          <a:bodyPr/>
          <a:lstStyle/>
          <a:p>
            <a:pPr>
              <a:defRPr/>
            </a:pPr>
            <a:r>
              <a:rPr lang="zh-CN" altLang="en-US" sz="3600" b="0" dirty="0">
                <a:solidFill>
                  <a:srgbClr val="FFFFFF"/>
                </a:solidFill>
                <a:effectLst>
                  <a:outerShdw blurRad="38100" dist="38100" dir="2700000" algn="tl">
                    <a:srgbClr val="000000"/>
                  </a:outerShdw>
                </a:effectLst>
                <a:latin typeface="微软雅黑" pitchFamily="34" charset="-122"/>
                <a:ea typeface="微软雅黑" pitchFamily="34" charset="-122"/>
              </a:rPr>
              <a:t>可否决的属性变更</a:t>
            </a:r>
            <a:r>
              <a:rPr lang="en-US" altLang="zh-CN" sz="2000" b="0" dirty="0">
                <a:solidFill>
                  <a:srgbClr val="FFFFFF"/>
                </a:solidFill>
                <a:effectLst>
                  <a:outerShdw blurRad="38100" dist="38100" dir="2700000" algn="tl">
                    <a:srgbClr val="000000"/>
                  </a:outerShdw>
                </a:effectLst>
                <a:latin typeface="Lucida Fax" pitchFamily="18" charset="0"/>
              </a:rPr>
              <a:t>(2/3)</a:t>
            </a:r>
            <a:endParaRPr lang="zh-CN" altLang="en-GB" sz="2000" b="0" dirty="0">
              <a:solidFill>
                <a:srgbClr val="FF0000"/>
              </a:solidFill>
              <a:effectLst>
                <a:outerShdw blurRad="38100" dist="38100" dir="2700000" algn="tl">
                  <a:srgbClr val="000000"/>
                </a:outerShdw>
              </a:effectLst>
              <a:latin typeface="Lucida Fax" pitchFamily="18" charset="0"/>
            </a:endParaRPr>
          </a:p>
        </p:txBody>
      </p:sp>
      <p:sp>
        <p:nvSpPr>
          <p:cNvPr id="169988" name="内容占位符 4"/>
          <p:cNvSpPr>
            <a:spLocks noGrp="1" noChangeArrowheads="1"/>
          </p:cNvSpPr>
          <p:nvPr>
            <p:ph idx="1"/>
          </p:nvPr>
        </p:nvSpPr>
        <p:spPr>
          <a:xfrm>
            <a:off x="457200" y="1285875"/>
            <a:ext cx="8472488" cy="5500688"/>
          </a:xfrm>
        </p:spPr>
        <p:txBody>
          <a:bodyPr/>
          <a:lstStyle/>
          <a:p>
            <a:pPr>
              <a:spcBef>
                <a:spcPct val="0"/>
              </a:spcBef>
              <a:buFont typeface="Wingdings" pitchFamily="2" charset="2"/>
              <a:buNone/>
            </a:pPr>
            <a:r>
              <a:rPr lang="en-US" altLang="zh-CN" sz="2400" b="0" smtClean="0">
                <a:solidFill>
                  <a:schemeClr val="tx2"/>
                </a:solidFill>
                <a:latin typeface="Calibri" pitchFamily="34" charset="0"/>
                <a:ea typeface="楷体_GB2312"/>
                <a:cs typeface="楷体_GB2312"/>
              </a:rPr>
              <a:t>public</a:t>
            </a:r>
            <a:r>
              <a:rPr lang="en-US" altLang="zh-CN" sz="2400" b="0" smtClean="0">
                <a:latin typeface="Calibri" pitchFamily="34" charset="0"/>
                <a:ea typeface="楷体_GB2312"/>
                <a:cs typeface="楷体_GB2312"/>
              </a:rPr>
              <a:t> class Country {</a:t>
            </a:r>
          </a:p>
          <a:p>
            <a:pPr>
              <a:spcBef>
                <a:spcPct val="0"/>
              </a:spcBef>
              <a:buFont typeface="Wingdings" pitchFamily="2" charset="2"/>
              <a:buNone/>
            </a:pPr>
            <a:r>
              <a:rPr lang="en-US" altLang="zh-CN" sz="2400" b="0" smtClean="0">
                <a:solidFill>
                  <a:schemeClr val="tx2"/>
                </a:solidFill>
                <a:latin typeface="Calibri" pitchFamily="34" charset="0"/>
                <a:ea typeface="楷体_GB2312"/>
                <a:cs typeface="楷体_GB2312"/>
              </a:rPr>
              <a:t>    public</a:t>
            </a:r>
            <a:r>
              <a:rPr lang="en-US" altLang="zh-CN" sz="2400" b="0" smtClean="0">
                <a:latin typeface="Calibri" pitchFamily="34" charset="0"/>
                <a:ea typeface="楷体_GB2312"/>
                <a:cs typeface="楷体_GB2312"/>
              </a:rPr>
              <a:t> </a:t>
            </a:r>
            <a:r>
              <a:rPr lang="en-US" altLang="zh-CN" sz="2400" b="0" smtClean="0">
                <a:solidFill>
                  <a:schemeClr val="tx2"/>
                </a:solidFill>
                <a:latin typeface="Calibri" pitchFamily="34" charset="0"/>
                <a:ea typeface="楷体_GB2312"/>
                <a:cs typeface="楷体_GB2312"/>
              </a:rPr>
              <a:t>void</a:t>
            </a:r>
            <a:r>
              <a:rPr lang="en-US" altLang="zh-CN" sz="2400" b="0" smtClean="0">
                <a:latin typeface="Calibri" pitchFamily="34" charset="0"/>
                <a:ea typeface="楷体_GB2312"/>
                <a:cs typeface="楷体_GB2312"/>
              </a:rPr>
              <a:t> setNuclearStatus(boolean bNuclearStatus) </a:t>
            </a:r>
          </a:p>
          <a:p>
            <a:pPr>
              <a:spcBef>
                <a:spcPct val="0"/>
              </a:spcBef>
              <a:buFont typeface="Wingdings" pitchFamily="2" charset="2"/>
              <a:buNone/>
            </a:pPr>
            <a:r>
              <a:rPr lang="en-US" altLang="zh-CN" sz="2400" b="0" smtClean="0">
                <a:latin typeface="Calibri" pitchFamily="34" charset="0"/>
                <a:ea typeface="楷体_GB2312"/>
                <a:cs typeface="楷体_GB2312"/>
              </a:rPr>
              <a:t>        </a:t>
            </a:r>
            <a:r>
              <a:rPr lang="en-US" altLang="zh-CN" sz="2400" b="0" smtClean="0">
                <a:solidFill>
                  <a:srgbClr val="FF0000"/>
                </a:solidFill>
                <a:latin typeface="Calibri" pitchFamily="34" charset="0"/>
                <a:ea typeface="楷体_GB2312"/>
                <a:cs typeface="楷体_GB2312"/>
              </a:rPr>
              <a:t>throws PropertyChangeException </a:t>
            </a:r>
            <a:r>
              <a:rPr lang="en-US" altLang="zh-CN" sz="2400" b="0" smtClean="0">
                <a:latin typeface="Calibri" pitchFamily="34" charset="0"/>
                <a:ea typeface="楷体_GB2312"/>
                <a:cs typeface="楷体_GB2312"/>
              </a:rPr>
              <a:t>{</a:t>
            </a:r>
          </a:p>
          <a:p>
            <a:pPr>
              <a:spcBef>
                <a:spcPct val="0"/>
              </a:spcBef>
              <a:buFont typeface="Wingdings" pitchFamily="2" charset="2"/>
              <a:buNone/>
            </a:pPr>
            <a:endParaRPr lang="en-US" altLang="zh-CN" sz="2400" b="0" smtClean="0">
              <a:latin typeface="Calibri" pitchFamily="34" charset="0"/>
              <a:ea typeface="楷体_GB2312"/>
              <a:cs typeface="楷体_GB2312"/>
            </a:endParaRPr>
          </a:p>
          <a:p>
            <a:pPr>
              <a:spcBef>
                <a:spcPct val="0"/>
              </a:spcBef>
              <a:buFont typeface="Wingdings" pitchFamily="2" charset="2"/>
              <a:buNone/>
            </a:pPr>
            <a:r>
              <a:rPr lang="en-US" altLang="zh-CN" sz="2400" b="0" smtClean="0">
                <a:solidFill>
                  <a:schemeClr val="tx2"/>
                </a:solidFill>
                <a:latin typeface="Calibri" pitchFamily="34" charset="0"/>
                <a:ea typeface="楷体_GB2312"/>
                <a:cs typeface="楷体_GB2312"/>
              </a:rPr>
              <a:t>        if</a:t>
            </a:r>
            <a:r>
              <a:rPr lang="en-US" altLang="zh-CN" sz="2400" b="0" smtClean="0">
                <a:latin typeface="Calibri" pitchFamily="34" charset="0"/>
                <a:ea typeface="楷体_GB2312"/>
                <a:cs typeface="楷体_GB2312"/>
              </a:rPr>
              <a:t> (bNuclearStatus != m_bNuclearStatus) {</a:t>
            </a:r>
          </a:p>
          <a:p>
            <a:pPr>
              <a:spcBef>
                <a:spcPct val="0"/>
              </a:spcBef>
              <a:buFont typeface="Wingdings" pitchFamily="2" charset="2"/>
              <a:buNone/>
            </a:pPr>
            <a:r>
              <a:rPr lang="en-US" altLang="zh-CN" sz="2400" b="0" smtClean="0">
                <a:latin typeface="Calibri" pitchFamily="34" charset="0"/>
                <a:ea typeface="楷体_GB2312"/>
                <a:cs typeface="楷体_GB2312"/>
              </a:rPr>
              <a:t>            firePropertyChangeEvent(“nuclearStatus”, </a:t>
            </a:r>
          </a:p>
          <a:p>
            <a:pPr>
              <a:spcBef>
                <a:spcPct val="0"/>
              </a:spcBef>
              <a:buFont typeface="Wingdings" pitchFamily="2" charset="2"/>
              <a:buNone/>
            </a:pPr>
            <a:r>
              <a:rPr lang="en-US" altLang="zh-CN" sz="2400" b="0" smtClean="0">
                <a:latin typeface="Calibri" pitchFamily="34" charset="0"/>
                <a:ea typeface="楷体_GB2312"/>
                <a:cs typeface="楷体_GB2312"/>
              </a:rPr>
              <a:t>                new Boolean(m_bNuclearStatus),</a:t>
            </a:r>
          </a:p>
          <a:p>
            <a:pPr>
              <a:spcBef>
                <a:spcPct val="0"/>
              </a:spcBef>
              <a:buFont typeface="Wingdings" pitchFamily="2" charset="2"/>
              <a:buNone/>
            </a:pPr>
            <a:r>
              <a:rPr lang="en-US" altLang="zh-CN" sz="2400" b="0" smtClean="0">
                <a:latin typeface="Calibri" pitchFamily="34" charset="0"/>
                <a:ea typeface="楷体_GB2312"/>
                <a:cs typeface="楷体_GB2312"/>
              </a:rPr>
              <a:t>                new Boolean(bNuclearStatus) );</a:t>
            </a:r>
          </a:p>
          <a:p>
            <a:pPr>
              <a:spcBef>
                <a:spcPct val="0"/>
              </a:spcBef>
              <a:buFont typeface="Wingdings" pitchFamily="2" charset="2"/>
              <a:buNone/>
            </a:pPr>
            <a:r>
              <a:rPr lang="en-US" altLang="zh-CN" sz="2400" b="0" smtClean="0">
                <a:latin typeface="Calibri" pitchFamily="34" charset="0"/>
                <a:ea typeface="楷体_GB2312"/>
                <a:cs typeface="楷体_GB2312"/>
              </a:rPr>
              <a:t>            m_bNuclearStatus = bNuclearStatus;</a:t>
            </a:r>
          </a:p>
          <a:p>
            <a:pPr>
              <a:spcBef>
                <a:spcPct val="0"/>
              </a:spcBef>
              <a:buFont typeface="Wingdings" pitchFamily="2" charset="2"/>
              <a:buNone/>
            </a:pPr>
            <a:r>
              <a:rPr lang="en-US" altLang="zh-CN" sz="2400" b="0" smtClean="0">
                <a:latin typeface="Calibri" pitchFamily="34" charset="0"/>
                <a:ea typeface="楷体_GB2312"/>
                <a:cs typeface="楷体_GB2312"/>
              </a:rPr>
              <a:t>        }</a:t>
            </a:r>
          </a:p>
          <a:p>
            <a:pPr>
              <a:spcBef>
                <a:spcPct val="0"/>
              </a:spcBef>
              <a:buFont typeface="Wingdings" pitchFamily="2" charset="2"/>
              <a:buNone/>
            </a:pPr>
            <a:r>
              <a:rPr lang="en-US" altLang="zh-CN" sz="2400" b="0" smtClean="0">
                <a:latin typeface="Calibri" pitchFamily="34" charset="0"/>
                <a:ea typeface="楷体_GB2312"/>
                <a:cs typeface="楷体_GB2312"/>
              </a:rPr>
              <a:t>    }</a:t>
            </a:r>
          </a:p>
        </p:txBody>
      </p:sp>
      <p:sp>
        <p:nvSpPr>
          <p:cNvPr id="5" name="Rectangle 4"/>
          <p:cNvSpPr>
            <a:spLocks noChangeArrowheads="1"/>
          </p:cNvSpPr>
          <p:nvPr/>
        </p:nvSpPr>
        <p:spPr bwMode="auto">
          <a:xfrm>
            <a:off x="285750" y="3786188"/>
            <a:ext cx="8605838" cy="1857375"/>
          </a:xfrm>
          <a:prstGeom prst="rect">
            <a:avLst/>
          </a:prstGeom>
          <a:noFill/>
          <a:ln w="508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spcBef>
                <a:spcPct val="20000"/>
              </a:spcBef>
              <a:buClr>
                <a:srgbClr val="3333CC"/>
              </a:buClr>
              <a:buFontTx/>
              <a:buChar char="•"/>
            </a:pPr>
            <a:endParaRPr lang="zh-CN" altLang="en-US">
              <a:solidFill>
                <a:srgbClr val="000066"/>
              </a:solidFill>
              <a:latin typeface="Arial" pitchFamily="34" charset="0"/>
            </a:endParaRPr>
          </a:p>
        </p:txBody>
      </p:sp>
    </p:spTree>
    <p:extLst>
      <p:ext uri="{BB962C8B-B14F-4D97-AF65-F5344CB8AC3E}">
        <p14:creationId xmlns:p14="http://schemas.microsoft.com/office/powerpoint/2010/main" val="17487572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1" presetClass="entr" presetSubtype="0" fill="hold" grpId="0" nodeType="afterEffect">
                                  <p:stCondLst>
                                    <p:cond delay="0"/>
                                  </p:stCondLst>
                                  <p:childTnLst>
                                    <p:set>
                                      <p:cBhvr>
                                        <p:cTn id="11" dur="1" fill="hold">
                                          <p:stCondLst>
                                            <p:cond delay="0"/>
                                          </p:stCondLst>
                                        </p:cTn>
                                        <p:tgtEl>
                                          <p:spTgt spid="6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animBg="1"/>
      <p:bldP spid="5" grpId="0" animBg="1"/>
    </p:bldLst>
  </p:timing>
</p:sld>
</file>

<file path=ppt/slides/slide8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sz="2000" b="1">
                <a:solidFill>
                  <a:schemeClr val="tx1"/>
                </a:solidFill>
                <a:latin typeface="幼圆" pitchFamily="49" charset="-122"/>
                <a:ea typeface="幼圆" pitchFamily="49" charset="-122"/>
                <a:cs typeface="楷体_GB2312"/>
              </a:defRPr>
            </a:lvl5pPr>
            <a:lvl6pPr marL="2514600" indent="-228600">
              <a:defRPr kumimoji="1" sz="2000" b="1">
                <a:solidFill>
                  <a:schemeClr val="tx1"/>
                </a:solidFill>
                <a:latin typeface="幼圆" pitchFamily="49" charset="-122"/>
                <a:ea typeface="幼圆" pitchFamily="49" charset="-122"/>
                <a:cs typeface="楷体_GB2312"/>
              </a:defRPr>
            </a:lvl6pPr>
            <a:lvl7pPr marL="2971800" indent="-228600">
              <a:defRPr kumimoji="1" sz="2000" b="1">
                <a:solidFill>
                  <a:schemeClr val="tx1"/>
                </a:solidFill>
                <a:latin typeface="幼圆" pitchFamily="49" charset="-122"/>
                <a:ea typeface="幼圆" pitchFamily="49" charset="-122"/>
                <a:cs typeface="楷体_GB2312"/>
              </a:defRPr>
            </a:lvl7pPr>
            <a:lvl8pPr marL="3429000" indent="-228600">
              <a:defRPr kumimoji="1" sz="2000" b="1">
                <a:solidFill>
                  <a:schemeClr val="tx1"/>
                </a:solidFill>
                <a:latin typeface="幼圆" pitchFamily="49" charset="-122"/>
                <a:ea typeface="幼圆" pitchFamily="49" charset="-122"/>
                <a:cs typeface="楷体_GB2312"/>
              </a:defRPr>
            </a:lvl8pPr>
            <a:lvl9pPr marL="3886200" indent="-228600">
              <a:defRPr kumimoji="1" sz="2000" b="1">
                <a:solidFill>
                  <a:schemeClr val="tx1"/>
                </a:solidFill>
                <a:latin typeface="幼圆" pitchFamily="49" charset="-122"/>
                <a:ea typeface="幼圆" pitchFamily="49" charset="-122"/>
                <a:cs typeface="楷体_GB2312"/>
              </a:defRPr>
            </a:lvl9pPr>
          </a:lstStyle>
          <a:p>
            <a:fld id="{8C67C22F-5F37-464E-BA6B-188C9FB9AA6D}" type="slidenum">
              <a:rPr kumimoji="0" lang="zh-CN" altLang="en-US" sz="1400" b="0">
                <a:solidFill>
                  <a:srgbClr val="000066"/>
                </a:solidFill>
                <a:latin typeface="Times New Roman" pitchFamily="18" charset="0"/>
                <a:ea typeface="宋体" pitchFamily="2" charset="-122"/>
              </a:rPr>
              <a:pPr/>
              <a:t>85</a:t>
            </a:fld>
            <a:endParaRPr kumimoji="0" lang="en-US" altLang="zh-CN" sz="1400" b="0">
              <a:solidFill>
                <a:srgbClr val="000066"/>
              </a:solidFill>
              <a:latin typeface="Times New Roman" pitchFamily="18" charset="0"/>
              <a:ea typeface="宋体" pitchFamily="2" charset="-122"/>
            </a:endParaRPr>
          </a:p>
        </p:txBody>
      </p:sp>
      <p:sp>
        <p:nvSpPr>
          <p:cNvPr id="434178" name="Rectangle 2"/>
          <p:cNvSpPr>
            <a:spLocks noGrp="1" noChangeArrowheads="1"/>
          </p:cNvSpPr>
          <p:nvPr>
            <p:ph type="title"/>
          </p:nvPr>
        </p:nvSpPr>
        <p:spPr>
          <a:xfrm>
            <a:off x="214313" y="439738"/>
            <a:ext cx="8715375" cy="685800"/>
          </a:xfrm>
        </p:spPr>
        <p:txBody>
          <a:bodyPr/>
          <a:lstStyle/>
          <a:p>
            <a:pPr>
              <a:defRPr/>
            </a:pPr>
            <a:r>
              <a:rPr lang="zh-CN" altLang="en-US" sz="3600" b="0" dirty="0">
                <a:solidFill>
                  <a:srgbClr val="FFFFFF"/>
                </a:solidFill>
                <a:effectLst>
                  <a:outerShdw blurRad="38100" dist="38100" dir="2700000" algn="tl">
                    <a:srgbClr val="000000"/>
                  </a:outerShdw>
                </a:effectLst>
                <a:latin typeface="微软雅黑" pitchFamily="34" charset="-122"/>
                <a:ea typeface="微软雅黑" pitchFamily="34" charset="-122"/>
              </a:rPr>
              <a:t>否决过程</a:t>
            </a:r>
            <a:r>
              <a:rPr lang="en-US" altLang="zh-CN" sz="3600" b="0" dirty="0">
                <a:solidFill>
                  <a:srgbClr val="FFFFFF"/>
                </a:solidFill>
                <a:effectLst>
                  <a:outerShdw blurRad="38100" dist="38100" dir="2700000" algn="tl">
                    <a:srgbClr val="000000"/>
                  </a:outerShdw>
                </a:effectLst>
                <a:latin typeface="微软雅黑" pitchFamily="34" charset="-122"/>
                <a:ea typeface="微软雅黑" pitchFamily="34" charset="-122"/>
              </a:rPr>
              <a:t> </a:t>
            </a:r>
            <a:endParaRPr lang="zh-CN" altLang="en-GB" sz="2000" b="0" dirty="0">
              <a:solidFill>
                <a:srgbClr val="FF0000"/>
              </a:solidFill>
              <a:effectLst>
                <a:outerShdw blurRad="38100" dist="38100" dir="2700000" algn="tl">
                  <a:srgbClr val="000000"/>
                </a:outerShdw>
              </a:effectLst>
              <a:latin typeface="微软雅黑" pitchFamily="34" charset="-122"/>
              <a:ea typeface="微软雅黑" pitchFamily="34" charset="-122"/>
            </a:endParaRPr>
          </a:p>
        </p:txBody>
      </p:sp>
      <p:graphicFrame>
        <p:nvGraphicFramePr>
          <p:cNvPr id="11" name="图示 10"/>
          <p:cNvGraphicFramePr/>
          <p:nvPr/>
        </p:nvGraphicFramePr>
        <p:xfrm>
          <a:off x="142844" y="1500174"/>
          <a:ext cx="4857784" cy="421484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TextBox 11"/>
          <p:cNvSpPr txBox="1">
            <a:spLocks noChangeArrowheads="1"/>
          </p:cNvSpPr>
          <p:nvPr/>
        </p:nvSpPr>
        <p:spPr bwMode="auto">
          <a:xfrm>
            <a:off x="5786438" y="3395663"/>
            <a:ext cx="3214687" cy="461962"/>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sz="2000" b="1">
                <a:solidFill>
                  <a:schemeClr val="tx1"/>
                </a:solidFill>
                <a:latin typeface="幼圆" pitchFamily="49" charset="-122"/>
                <a:ea typeface="幼圆" pitchFamily="49" charset="-122"/>
                <a:cs typeface="楷体_GB2312"/>
              </a:defRPr>
            </a:lvl5pPr>
            <a:lvl6pPr marL="2514600" indent="-228600">
              <a:defRPr kumimoji="1" sz="2000" b="1">
                <a:solidFill>
                  <a:schemeClr val="tx1"/>
                </a:solidFill>
                <a:latin typeface="幼圆" pitchFamily="49" charset="-122"/>
                <a:ea typeface="幼圆" pitchFamily="49" charset="-122"/>
                <a:cs typeface="楷体_GB2312"/>
              </a:defRPr>
            </a:lvl6pPr>
            <a:lvl7pPr marL="2971800" indent="-228600">
              <a:defRPr kumimoji="1" sz="2000" b="1">
                <a:solidFill>
                  <a:schemeClr val="tx1"/>
                </a:solidFill>
                <a:latin typeface="幼圆" pitchFamily="49" charset="-122"/>
                <a:ea typeface="幼圆" pitchFamily="49" charset="-122"/>
                <a:cs typeface="楷体_GB2312"/>
              </a:defRPr>
            </a:lvl7pPr>
            <a:lvl8pPr marL="3429000" indent="-228600">
              <a:defRPr kumimoji="1" sz="2000" b="1">
                <a:solidFill>
                  <a:schemeClr val="tx1"/>
                </a:solidFill>
                <a:latin typeface="幼圆" pitchFamily="49" charset="-122"/>
                <a:ea typeface="幼圆" pitchFamily="49" charset="-122"/>
                <a:cs typeface="楷体_GB2312"/>
              </a:defRPr>
            </a:lvl8pPr>
            <a:lvl9pPr marL="3886200" indent="-228600">
              <a:defRPr kumimoji="1" sz="2000" b="1">
                <a:solidFill>
                  <a:schemeClr val="tx1"/>
                </a:solidFill>
                <a:latin typeface="幼圆" pitchFamily="49" charset="-122"/>
                <a:ea typeface="幼圆" pitchFamily="49" charset="-122"/>
                <a:cs typeface="楷体_GB2312"/>
              </a:defRPr>
            </a:lvl9pPr>
          </a:lstStyle>
          <a:p>
            <a:pPr>
              <a:spcBef>
                <a:spcPct val="20000"/>
              </a:spcBef>
              <a:buClr>
                <a:srgbClr val="3333CC"/>
              </a:buClr>
            </a:pPr>
            <a:r>
              <a:rPr lang="en-US" altLang="zh-CN" sz="2400">
                <a:solidFill>
                  <a:srgbClr val="000000"/>
                </a:solidFill>
                <a:latin typeface="Bookman Old Style" pitchFamily="18" charset="0"/>
                <a:ea typeface="楷体_GB2312"/>
                <a:cs typeface="楷体_GB2312"/>
              </a:rPr>
              <a:t>onPropertyChange</a:t>
            </a:r>
            <a:endParaRPr lang="zh-CN" altLang="en-US" sz="2400">
              <a:solidFill>
                <a:srgbClr val="000000"/>
              </a:solidFill>
              <a:latin typeface="Bookman Old Style" pitchFamily="18" charset="0"/>
              <a:ea typeface="楷体_GB2312"/>
              <a:cs typeface="楷体_GB2312"/>
            </a:endParaRPr>
          </a:p>
        </p:txBody>
      </p:sp>
      <p:cxnSp>
        <p:nvCxnSpPr>
          <p:cNvPr id="13" name="直接箭头连接符 12"/>
          <p:cNvCxnSpPr>
            <a:cxnSpLocks noChangeShapeType="1"/>
            <a:endCxn id="12" idx="1"/>
          </p:cNvCxnSpPr>
          <p:nvPr/>
        </p:nvCxnSpPr>
        <p:spPr bwMode="auto">
          <a:xfrm flipV="1">
            <a:off x="5000625" y="3627438"/>
            <a:ext cx="785813" cy="15875"/>
          </a:xfrm>
          <a:prstGeom prst="straightConnector1">
            <a:avLst/>
          </a:prstGeom>
          <a:noFill/>
          <a:ln w="38100" algn="ctr">
            <a:solidFill>
              <a:srgbClr val="FF0000"/>
            </a:solidFill>
            <a:round/>
            <a:headEnd/>
            <a:tailEnd type="arrow" w="med" len="med"/>
          </a:ln>
          <a:extLst>
            <a:ext uri="{909E8E84-426E-40DD-AFC4-6F175D3DCCD1}">
              <a14:hiddenFill xmlns:a14="http://schemas.microsoft.com/office/drawing/2010/main">
                <a:noFill/>
              </a14:hiddenFill>
            </a:ext>
          </a:extLst>
        </p:spPr>
      </p:cxnSp>
      <p:sp>
        <p:nvSpPr>
          <p:cNvPr id="14" name="乘号 13"/>
          <p:cNvSpPr/>
          <p:nvPr/>
        </p:nvSpPr>
        <p:spPr bwMode="auto">
          <a:xfrm>
            <a:off x="2071688" y="4286250"/>
            <a:ext cx="928687" cy="1071563"/>
          </a:xfrm>
          <a:prstGeom prst="mathMultiply">
            <a:avLst/>
          </a:prstGeom>
          <a:noFill/>
          <a:ln w="38100" cap="flat" cmpd="sng" algn="ctr">
            <a:solidFill>
              <a:srgbClr val="FF0000">
                <a:alpha val="50000"/>
              </a:srgbClr>
            </a:solidFill>
            <a:prstDash val="solid"/>
            <a:round/>
            <a:headEnd type="none" w="med" len="med"/>
            <a:tailEnd type="none" w="med" len="med"/>
          </a:ln>
          <a:effectLst/>
        </p:spPr>
        <p:txBody>
          <a:bodyPr/>
          <a:lstStyle/>
          <a:p>
            <a:pPr>
              <a:spcBef>
                <a:spcPct val="20000"/>
              </a:spcBef>
              <a:buClr>
                <a:srgbClr val="3333CC"/>
              </a:buClr>
              <a:buFontTx/>
              <a:buChar char="•"/>
              <a:defRPr/>
            </a:pPr>
            <a:endParaRPr lang="zh-CN" altLang="en-US">
              <a:solidFill>
                <a:srgbClr val="000066"/>
              </a:solidFill>
              <a:latin typeface="Arial" charset="0"/>
              <a:ea typeface="+mn-ea"/>
            </a:endParaRPr>
          </a:p>
        </p:txBody>
      </p:sp>
      <p:cxnSp>
        <p:nvCxnSpPr>
          <p:cNvPr id="16" name="直接箭头连接符 15"/>
          <p:cNvCxnSpPr>
            <a:cxnSpLocks noChangeShapeType="1"/>
          </p:cNvCxnSpPr>
          <p:nvPr/>
        </p:nvCxnSpPr>
        <p:spPr bwMode="auto">
          <a:xfrm rot="10800000" flipV="1">
            <a:off x="2857500" y="3857625"/>
            <a:ext cx="2928938" cy="785813"/>
          </a:xfrm>
          <a:prstGeom prst="straightConnector1">
            <a:avLst/>
          </a:prstGeom>
          <a:noFill/>
          <a:ln w="38100" algn="ctr">
            <a:solidFill>
              <a:srgbClr val="FF0000"/>
            </a:solidFill>
            <a:round/>
            <a:headEnd/>
            <a:tailEnd type="arrow" w="med" len="med"/>
          </a:ln>
          <a:extLst>
            <a:ext uri="{909E8E84-426E-40DD-AFC4-6F175D3DCCD1}">
              <a14:hiddenFill xmlns:a14="http://schemas.microsoft.com/office/drawing/2010/main">
                <a:noFill/>
              </a14:hiddenFill>
            </a:ext>
          </a:extLst>
        </p:spPr>
      </p:cxnSp>
      <p:sp>
        <p:nvSpPr>
          <p:cNvPr id="19" name="TextBox 18"/>
          <p:cNvSpPr txBox="1">
            <a:spLocks noChangeArrowheads="1"/>
          </p:cNvSpPr>
          <p:nvPr/>
        </p:nvSpPr>
        <p:spPr bwMode="auto">
          <a:xfrm>
            <a:off x="4286250" y="4143375"/>
            <a:ext cx="43608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sz="2000" b="1">
                <a:solidFill>
                  <a:schemeClr val="tx1"/>
                </a:solidFill>
                <a:latin typeface="幼圆" pitchFamily="49" charset="-122"/>
                <a:ea typeface="幼圆" pitchFamily="49" charset="-122"/>
                <a:cs typeface="楷体_GB2312"/>
              </a:defRPr>
            </a:lvl5pPr>
            <a:lvl6pPr marL="2514600" indent="-228600">
              <a:defRPr kumimoji="1" sz="2000" b="1">
                <a:solidFill>
                  <a:schemeClr val="tx1"/>
                </a:solidFill>
                <a:latin typeface="幼圆" pitchFamily="49" charset="-122"/>
                <a:ea typeface="幼圆" pitchFamily="49" charset="-122"/>
                <a:cs typeface="楷体_GB2312"/>
              </a:defRPr>
            </a:lvl6pPr>
            <a:lvl7pPr marL="2971800" indent="-228600">
              <a:defRPr kumimoji="1" sz="2000" b="1">
                <a:solidFill>
                  <a:schemeClr val="tx1"/>
                </a:solidFill>
                <a:latin typeface="幼圆" pitchFamily="49" charset="-122"/>
                <a:ea typeface="幼圆" pitchFamily="49" charset="-122"/>
                <a:cs typeface="楷体_GB2312"/>
              </a:defRPr>
            </a:lvl7pPr>
            <a:lvl8pPr marL="3429000" indent="-228600">
              <a:defRPr kumimoji="1" sz="2000" b="1">
                <a:solidFill>
                  <a:schemeClr val="tx1"/>
                </a:solidFill>
                <a:latin typeface="幼圆" pitchFamily="49" charset="-122"/>
                <a:ea typeface="幼圆" pitchFamily="49" charset="-122"/>
                <a:cs typeface="楷体_GB2312"/>
              </a:defRPr>
            </a:lvl8pPr>
            <a:lvl9pPr marL="3886200" indent="-228600">
              <a:defRPr kumimoji="1" sz="2000" b="1">
                <a:solidFill>
                  <a:schemeClr val="tx1"/>
                </a:solidFill>
                <a:latin typeface="幼圆" pitchFamily="49" charset="-122"/>
                <a:ea typeface="幼圆" pitchFamily="49" charset="-122"/>
                <a:cs typeface="楷体_GB2312"/>
              </a:defRPr>
            </a:lvl9pPr>
          </a:lstStyle>
          <a:p>
            <a:pPr>
              <a:spcBef>
                <a:spcPct val="20000"/>
              </a:spcBef>
              <a:buClr>
                <a:srgbClr val="3333CC"/>
              </a:buClr>
            </a:pPr>
            <a:r>
              <a:rPr lang="en-US" altLang="zh-CN" sz="2400">
                <a:solidFill>
                  <a:srgbClr val="000000"/>
                </a:solidFill>
                <a:latin typeface="Bookman Old Style" pitchFamily="18" charset="0"/>
                <a:ea typeface="楷体_GB2312"/>
                <a:cs typeface="楷体_GB2312"/>
              </a:rPr>
              <a:t>PropertyChangeException</a:t>
            </a:r>
            <a:endParaRPr lang="zh-CN" altLang="en-US" sz="2400">
              <a:solidFill>
                <a:srgbClr val="000000"/>
              </a:solidFill>
              <a:latin typeface="Bookman Old Style" pitchFamily="18" charset="0"/>
              <a:ea typeface="楷体_GB2312"/>
              <a:cs typeface="楷体_GB2312"/>
            </a:endParaRPr>
          </a:p>
        </p:txBody>
      </p:sp>
    </p:spTree>
    <p:extLst>
      <p:ext uri="{BB962C8B-B14F-4D97-AF65-F5344CB8AC3E}">
        <p14:creationId xmlns:p14="http://schemas.microsoft.com/office/powerpoint/2010/main" val="16000688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3"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strips(upRight)">
                                      <p:cBhvr>
                                        <p:cTn id="7" dur="500"/>
                                        <p:tgtEl>
                                          <p:spTgt spid="13"/>
                                        </p:tgtEl>
                                      </p:cBhvr>
                                    </p:animEffect>
                                  </p:childTnLst>
                                </p:cTn>
                              </p:par>
                            </p:childTnLst>
                          </p:cTn>
                        </p:par>
                        <p:par>
                          <p:cTn id="8" fill="hold" nodeType="afterGroup">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8" presetClass="entr" presetSubtype="12"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strips(downLeft)">
                                      <p:cBhvr>
                                        <p:cTn id="15" dur="500"/>
                                        <p:tgtEl>
                                          <p:spTgt spid="16"/>
                                        </p:tgtEl>
                                      </p:cBhvr>
                                    </p:animEffect>
                                  </p:childTnLst>
                                </p:cTn>
                              </p:par>
                            </p:childTnLst>
                          </p:cTn>
                        </p:par>
                        <p:par>
                          <p:cTn id="16" fill="hold" nodeType="afterGroup">
                            <p:stCondLst>
                              <p:cond delay="500"/>
                            </p:stCondLst>
                            <p:childTnLst>
                              <p:par>
                                <p:cTn id="17" presetID="1" presetClass="entr" presetSubtype="0" fill="hold" grpId="0" nodeType="after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par>
                          <p:cTn id="19" fill="hold" nodeType="afterGroup">
                            <p:stCondLst>
                              <p:cond delay="500"/>
                            </p:stCondLst>
                            <p:childTnLst>
                              <p:par>
                                <p:cTn id="20" presetID="1" presetClass="entr" presetSubtype="0" fill="hold" nodeType="afterEffect">
                                  <p:stCondLst>
                                    <p:cond delay="0"/>
                                  </p:stCondLst>
                                  <p:childTnLst>
                                    <p:set>
                                      <p:cBhvr>
                                        <p:cTn id="21" dur="1" fill="hold">
                                          <p:stCondLst>
                                            <p:cond delay="0"/>
                                          </p:stCondLst>
                                        </p:cTn>
                                        <p:tgtEl>
                                          <p:spTgt spid="14"/>
                                        </p:tgtEl>
                                        <p:attrNameLst>
                                          <p:attrName>style.visibility</p:attrName>
                                        </p:attrNameLst>
                                      </p:cBhvr>
                                      <p:to>
                                        <p:strVal val="visible"/>
                                      </p:to>
                                    </p:set>
                                  </p:childTnLst>
                                </p:cTn>
                              </p:par>
                            </p:childTnLst>
                          </p:cTn>
                        </p:par>
                        <p:par>
                          <p:cTn id="22" fill="hold" nodeType="afterGroup">
                            <p:stCondLst>
                              <p:cond delay="500"/>
                            </p:stCondLst>
                            <p:childTnLst>
                              <p:par>
                                <p:cTn id="23" presetID="1" presetClass="entr" presetSubtype="0" fill="hold" grpId="0" nodeType="afterEffect">
                                  <p:stCondLst>
                                    <p:cond delay="0"/>
                                  </p:stCondLst>
                                  <p:childTnLst>
                                    <p:set>
                                      <p:cBhvr>
                                        <p:cTn id="24" dur="1" fill="hold">
                                          <p:stCondLst>
                                            <p:cond delay="0"/>
                                          </p:stCondLst>
                                        </p:cTn>
                                        <p:tgtEl>
                                          <p:spTgt spid="6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animBg="1"/>
      <p:bldP spid="12" grpId="0" animBg="1"/>
      <p:bldP spid="19" grpId="0"/>
    </p:bldLst>
  </p:timing>
</p:sld>
</file>

<file path=ppt/slides/slide8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sz="2000" b="1">
                <a:solidFill>
                  <a:schemeClr val="tx1"/>
                </a:solidFill>
                <a:latin typeface="幼圆" pitchFamily="49" charset="-122"/>
                <a:ea typeface="幼圆" pitchFamily="49" charset="-122"/>
                <a:cs typeface="楷体_GB2312"/>
              </a:defRPr>
            </a:lvl5pPr>
            <a:lvl6pPr marL="2514600" indent="-228600">
              <a:defRPr kumimoji="1" sz="2000" b="1">
                <a:solidFill>
                  <a:schemeClr val="tx1"/>
                </a:solidFill>
                <a:latin typeface="幼圆" pitchFamily="49" charset="-122"/>
                <a:ea typeface="幼圆" pitchFamily="49" charset="-122"/>
                <a:cs typeface="楷体_GB2312"/>
              </a:defRPr>
            </a:lvl6pPr>
            <a:lvl7pPr marL="2971800" indent="-228600">
              <a:defRPr kumimoji="1" sz="2000" b="1">
                <a:solidFill>
                  <a:schemeClr val="tx1"/>
                </a:solidFill>
                <a:latin typeface="幼圆" pitchFamily="49" charset="-122"/>
                <a:ea typeface="幼圆" pitchFamily="49" charset="-122"/>
                <a:cs typeface="楷体_GB2312"/>
              </a:defRPr>
            </a:lvl7pPr>
            <a:lvl8pPr marL="3429000" indent="-228600">
              <a:defRPr kumimoji="1" sz="2000" b="1">
                <a:solidFill>
                  <a:schemeClr val="tx1"/>
                </a:solidFill>
                <a:latin typeface="幼圆" pitchFamily="49" charset="-122"/>
                <a:ea typeface="幼圆" pitchFamily="49" charset="-122"/>
                <a:cs typeface="楷体_GB2312"/>
              </a:defRPr>
            </a:lvl8pPr>
            <a:lvl9pPr marL="3886200" indent="-228600">
              <a:defRPr kumimoji="1" sz="2000" b="1">
                <a:solidFill>
                  <a:schemeClr val="tx1"/>
                </a:solidFill>
                <a:latin typeface="幼圆" pitchFamily="49" charset="-122"/>
                <a:ea typeface="幼圆" pitchFamily="49" charset="-122"/>
                <a:cs typeface="楷体_GB2312"/>
              </a:defRPr>
            </a:lvl9pPr>
          </a:lstStyle>
          <a:p>
            <a:fld id="{180C1CEA-9E69-4DF6-8E74-D4E05B3DA419}" type="slidenum">
              <a:rPr kumimoji="0" lang="zh-CN" altLang="en-US" sz="1400" b="0">
                <a:solidFill>
                  <a:srgbClr val="000066"/>
                </a:solidFill>
                <a:latin typeface="Times New Roman" pitchFamily="18" charset="0"/>
                <a:ea typeface="宋体" pitchFamily="2" charset="-122"/>
              </a:rPr>
              <a:pPr/>
              <a:t>86</a:t>
            </a:fld>
            <a:endParaRPr kumimoji="0" lang="en-US" altLang="zh-CN" sz="1400" b="0">
              <a:solidFill>
                <a:srgbClr val="000066"/>
              </a:solidFill>
              <a:latin typeface="Times New Roman" pitchFamily="18" charset="0"/>
              <a:ea typeface="宋体" pitchFamily="2" charset="-122"/>
            </a:endParaRPr>
          </a:p>
        </p:txBody>
      </p:sp>
      <p:sp>
        <p:nvSpPr>
          <p:cNvPr id="434178" name="Rectangle 2"/>
          <p:cNvSpPr>
            <a:spLocks noGrp="1" noChangeArrowheads="1"/>
          </p:cNvSpPr>
          <p:nvPr>
            <p:ph type="title"/>
          </p:nvPr>
        </p:nvSpPr>
        <p:spPr>
          <a:xfrm>
            <a:off x="214313" y="358775"/>
            <a:ext cx="8715375" cy="685800"/>
          </a:xfrm>
        </p:spPr>
        <p:txBody>
          <a:bodyPr/>
          <a:lstStyle/>
          <a:p>
            <a:pPr>
              <a:defRPr/>
            </a:pPr>
            <a:r>
              <a:rPr lang="zh-CN" altLang="en-US" sz="3600" b="0" dirty="0">
                <a:solidFill>
                  <a:srgbClr val="FFFFFF"/>
                </a:solidFill>
                <a:effectLst>
                  <a:outerShdw blurRad="38100" dist="38100" dir="2700000" algn="tl">
                    <a:srgbClr val="000000"/>
                  </a:outerShdw>
                </a:effectLst>
                <a:latin typeface="微软雅黑" pitchFamily="34" charset="-122"/>
                <a:ea typeface="微软雅黑" pitchFamily="34" charset="-122"/>
              </a:rPr>
              <a:t>可否决的属性变更</a:t>
            </a:r>
            <a:r>
              <a:rPr lang="en-US" altLang="zh-CN" sz="2000" b="0" dirty="0">
                <a:solidFill>
                  <a:srgbClr val="FFFFFF"/>
                </a:solidFill>
                <a:effectLst>
                  <a:outerShdw blurRad="38100" dist="38100" dir="2700000" algn="tl">
                    <a:srgbClr val="000000"/>
                  </a:outerShdw>
                </a:effectLst>
                <a:latin typeface="Lucida Fax" pitchFamily="18" charset="0"/>
              </a:rPr>
              <a:t>(3/3)</a:t>
            </a:r>
            <a:endParaRPr lang="zh-CN" altLang="en-GB" sz="2000" b="0" dirty="0">
              <a:solidFill>
                <a:srgbClr val="FF0000"/>
              </a:solidFill>
              <a:effectLst>
                <a:outerShdw blurRad="38100" dist="38100" dir="2700000" algn="tl">
                  <a:srgbClr val="000000"/>
                </a:outerShdw>
              </a:effectLst>
              <a:latin typeface="Lucida Fax" pitchFamily="18" charset="0"/>
            </a:endParaRPr>
          </a:p>
        </p:txBody>
      </p:sp>
      <p:sp>
        <p:nvSpPr>
          <p:cNvPr id="174084" name="内容占位符 4"/>
          <p:cNvSpPr>
            <a:spLocks noGrp="1" noChangeArrowheads="1"/>
          </p:cNvSpPr>
          <p:nvPr>
            <p:ph idx="1"/>
          </p:nvPr>
        </p:nvSpPr>
        <p:spPr>
          <a:xfrm>
            <a:off x="457200" y="1143000"/>
            <a:ext cx="8686800" cy="5500688"/>
          </a:xfrm>
        </p:spPr>
        <p:txBody>
          <a:bodyPr/>
          <a:lstStyle/>
          <a:p>
            <a:pPr>
              <a:spcBef>
                <a:spcPct val="0"/>
              </a:spcBef>
              <a:buFont typeface="Wingdings" pitchFamily="2" charset="2"/>
              <a:buNone/>
            </a:pPr>
            <a:r>
              <a:rPr lang="en-US" altLang="zh-CN" sz="2400" b="0" smtClean="0">
                <a:solidFill>
                  <a:schemeClr val="tx2"/>
                </a:solidFill>
                <a:latin typeface="Calibri" pitchFamily="34" charset="0"/>
                <a:ea typeface="楷体_GB2312"/>
                <a:cs typeface="楷体_GB2312"/>
              </a:rPr>
              <a:t>public</a:t>
            </a:r>
            <a:r>
              <a:rPr lang="en-US" altLang="zh-CN" sz="2400" b="0" smtClean="0">
                <a:latin typeface="Calibri" pitchFamily="34" charset="0"/>
                <a:ea typeface="楷体_GB2312"/>
                <a:cs typeface="楷体_GB2312"/>
              </a:rPr>
              <a:t> </a:t>
            </a:r>
            <a:r>
              <a:rPr lang="en-US" altLang="zh-CN" sz="2400" b="0" smtClean="0">
                <a:solidFill>
                  <a:schemeClr val="tx2"/>
                </a:solidFill>
                <a:latin typeface="Calibri" pitchFamily="34" charset="0"/>
                <a:ea typeface="楷体_GB2312"/>
                <a:cs typeface="楷体_GB2312"/>
              </a:rPr>
              <a:t>class</a:t>
            </a:r>
            <a:r>
              <a:rPr lang="en-US" altLang="zh-CN" sz="2400" b="0" smtClean="0">
                <a:latin typeface="Calibri" pitchFamily="34" charset="0"/>
                <a:ea typeface="楷体_GB2312"/>
                <a:cs typeface="楷体_GB2312"/>
              </a:rPr>
              <a:t> UNSC </a:t>
            </a:r>
            <a:r>
              <a:rPr lang="en-US" altLang="zh-CN" sz="2400" b="0" smtClean="0">
                <a:solidFill>
                  <a:schemeClr val="tx2"/>
                </a:solidFill>
                <a:latin typeface="Calibri" pitchFamily="34" charset="0"/>
                <a:ea typeface="楷体_GB2312"/>
                <a:cs typeface="楷体_GB2312"/>
              </a:rPr>
              <a:t>implements</a:t>
            </a:r>
            <a:r>
              <a:rPr lang="en-US" altLang="zh-CN" sz="2400" b="0" smtClean="0">
                <a:latin typeface="Calibri" pitchFamily="34" charset="0"/>
                <a:ea typeface="楷体_GB2312"/>
                <a:cs typeface="楷体_GB2312"/>
              </a:rPr>
              <a:t> PropertyChangeListener {</a:t>
            </a:r>
          </a:p>
          <a:p>
            <a:pPr>
              <a:spcBef>
                <a:spcPct val="0"/>
              </a:spcBef>
              <a:buFont typeface="Wingdings" pitchFamily="2" charset="2"/>
              <a:buNone/>
            </a:pPr>
            <a:r>
              <a:rPr lang="en-US" altLang="zh-CN" sz="2400" b="0" smtClean="0">
                <a:latin typeface="Calibri" pitchFamily="34" charset="0"/>
                <a:ea typeface="楷体_GB2312"/>
                <a:cs typeface="楷体_GB2312"/>
              </a:rPr>
              <a:t>    </a:t>
            </a:r>
            <a:r>
              <a:rPr lang="en-US" altLang="zh-CN" sz="2400" b="0" smtClean="0">
                <a:solidFill>
                  <a:schemeClr val="tx2"/>
                </a:solidFill>
                <a:latin typeface="Calibri" pitchFamily="34" charset="0"/>
                <a:ea typeface="楷体_GB2312"/>
                <a:cs typeface="楷体_GB2312"/>
              </a:rPr>
              <a:t>public</a:t>
            </a:r>
            <a:r>
              <a:rPr lang="en-US" altLang="zh-CN" sz="2400" b="0" smtClean="0">
                <a:latin typeface="Calibri" pitchFamily="34" charset="0"/>
                <a:ea typeface="楷体_GB2312"/>
                <a:cs typeface="楷体_GB2312"/>
              </a:rPr>
              <a:t> </a:t>
            </a:r>
            <a:r>
              <a:rPr lang="en-US" altLang="zh-CN" sz="2400" b="0" smtClean="0">
                <a:solidFill>
                  <a:schemeClr val="tx2"/>
                </a:solidFill>
                <a:latin typeface="Calibri" pitchFamily="34" charset="0"/>
                <a:ea typeface="楷体_GB2312"/>
                <a:cs typeface="楷体_GB2312"/>
              </a:rPr>
              <a:t>void </a:t>
            </a:r>
            <a:r>
              <a:rPr lang="en-US" altLang="zh-CN" sz="2400" b="0" smtClean="0">
                <a:latin typeface="Calibri" pitchFamily="34" charset="0"/>
                <a:ea typeface="楷体_GB2312"/>
                <a:cs typeface="楷体_GB2312"/>
              </a:rPr>
              <a:t>onPropertyChanged(PropertyChangeEvent</a:t>
            </a:r>
          </a:p>
          <a:p>
            <a:pPr>
              <a:spcBef>
                <a:spcPct val="0"/>
              </a:spcBef>
              <a:buFont typeface="Wingdings" pitchFamily="2" charset="2"/>
              <a:buNone/>
            </a:pPr>
            <a:r>
              <a:rPr lang="en-US" altLang="zh-CN" sz="2400" b="0" smtClean="0">
                <a:latin typeface="Calibri" pitchFamily="34" charset="0"/>
                <a:ea typeface="楷体_GB2312"/>
                <a:cs typeface="楷体_GB2312"/>
              </a:rPr>
              <a:t>        event) </a:t>
            </a:r>
            <a:r>
              <a:rPr lang="en-US" altLang="zh-CN" sz="2400" b="0" smtClean="0">
                <a:solidFill>
                  <a:srgbClr val="FF0000"/>
                </a:solidFill>
                <a:latin typeface="Calibri" pitchFamily="34" charset="0"/>
                <a:ea typeface="楷体_GB2312"/>
                <a:cs typeface="楷体_GB2312"/>
              </a:rPr>
              <a:t>throws  PropertyChangeException</a:t>
            </a:r>
            <a:r>
              <a:rPr lang="en-US" altLang="zh-CN" sz="2400" b="0" smtClean="0">
                <a:latin typeface="Calibri" pitchFamily="34" charset="0"/>
                <a:ea typeface="楷体_GB2312"/>
                <a:cs typeface="楷体_GB2312"/>
              </a:rPr>
              <a:t> {</a:t>
            </a:r>
          </a:p>
          <a:p>
            <a:pPr>
              <a:spcBef>
                <a:spcPct val="0"/>
              </a:spcBef>
              <a:buFont typeface="Wingdings" pitchFamily="2" charset="2"/>
              <a:buNone/>
            </a:pPr>
            <a:endParaRPr lang="en-US" altLang="zh-CN" sz="2400" b="0" smtClean="0">
              <a:latin typeface="Calibri" pitchFamily="34" charset="0"/>
              <a:ea typeface="楷体_GB2312"/>
              <a:cs typeface="楷体_GB2312"/>
            </a:endParaRPr>
          </a:p>
          <a:p>
            <a:pPr>
              <a:spcBef>
                <a:spcPct val="0"/>
              </a:spcBef>
              <a:buFont typeface="Wingdings" pitchFamily="2" charset="2"/>
              <a:buNone/>
            </a:pPr>
            <a:r>
              <a:rPr lang="en-US" altLang="zh-CN" sz="2400" b="0" smtClean="0">
                <a:latin typeface="Calibri" pitchFamily="34" charset="0"/>
                <a:ea typeface="楷体_GB2312"/>
                <a:cs typeface="楷体_GB2312"/>
              </a:rPr>
              <a:t>        String strPropertyName = event.getPropertyName();</a:t>
            </a:r>
          </a:p>
          <a:p>
            <a:pPr>
              <a:spcBef>
                <a:spcPct val="0"/>
              </a:spcBef>
              <a:buFont typeface="Wingdings" pitchFamily="2" charset="2"/>
              <a:buNone/>
            </a:pPr>
            <a:r>
              <a:rPr lang="en-US" altLang="zh-CN" sz="2400" b="0" smtClean="0">
                <a:latin typeface="Calibri" pitchFamily="34" charset="0"/>
                <a:ea typeface="楷体_GB2312"/>
                <a:cs typeface="楷体_GB2312"/>
              </a:rPr>
              <a:t>        Object objOldValue = event.getOldValue();</a:t>
            </a:r>
          </a:p>
          <a:p>
            <a:pPr>
              <a:spcBef>
                <a:spcPct val="0"/>
              </a:spcBef>
              <a:buFont typeface="Wingdings" pitchFamily="2" charset="2"/>
              <a:buNone/>
            </a:pPr>
            <a:r>
              <a:rPr lang="en-US" altLang="zh-CN" sz="2400" b="0" smtClean="0">
                <a:latin typeface="Calibri" pitchFamily="34" charset="0"/>
                <a:ea typeface="楷体_GB2312"/>
                <a:cs typeface="楷体_GB2312"/>
              </a:rPr>
              <a:t>        Object objNewValue = event.getNewValue();</a:t>
            </a:r>
          </a:p>
          <a:p>
            <a:pPr>
              <a:spcBef>
                <a:spcPct val="0"/>
              </a:spcBef>
              <a:buFont typeface="Wingdings" pitchFamily="2" charset="2"/>
              <a:buNone/>
            </a:pPr>
            <a:r>
              <a:rPr lang="en-US" altLang="zh-CN" sz="2400" b="0" smtClean="0">
                <a:latin typeface="Calibri" pitchFamily="34" charset="0"/>
                <a:ea typeface="楷体_GB2312"/>
                <a:cs typeface="楷体_GB2312"/>
              </a:rPr>
              <a:t>        if ( </a:t>
            </a:r>
            <a:r>
              <a:rPr lang="en-US" altLang="zh-CN" sz="2400" b="0" smtClean="0">
                <a:solidFill>
                  <a:srgbClr val="FF0000"/>
                </a:solidFill>
                <a:latin typeface="Calibri" pitchFamily="34" charset="0"/>
                <a:ea typeface="楷体_GB2312"/>
                <a:cs typeface="楷体_GB2312"/>
              </a:rPr>
              <a:t>……</a:t>
            </a:r>
            <a:r>
              <a:rPr lang="en-US" altLang="zh-CN" sz="2400" b="0" smtClean="0">
                <a:latin typeface="Calibri" pitchFamily="34" charset="0"/>
                <a:ea typeface="楷体_GB2312"/>
                <a:cs typeface="楷体_GB2312"/>
              </a:rPr>
              <a:t> ) </a:t>
            </a:r>
          </a:p>
          <a:p>
            <a:pPr>
              <a:spcBef>
                <a:spcPct val="0"/>
              </a:spcBef>
              <a:buFont typeface="Wingdings" pitchFamily="2" charset="2"/>
              <a:buNone/>
            </a:pPr>
            <a:r>
              <a:rPr lang="en-US" altLang="zh-CN" sz="2400" b="0" smtClean="0">
                <a:solidFill>
                  <a:srgbClr val="FF0000"/>
                </a:solidFill>
                <a:latin typeface="Calibri" pitchFamily="34" charset="0"/>
                <a:ea typeface="楷体_GB2312"/>
                <a:cs typeface="楷体_GB2312"/>
              </a:rPr>
              <a:t>            throw new PropertyChangeException(…);</a:t>
            </a:r>
            <a:endParaRPr lang="en-US" altLang="zh-CN" sz="2400" b="0" smtClean="0">
              <a:latin typeface="Calibri" pitchFamily="34" charset="0"/>
              <a:ea typeface="楷体_GB2312"/>
              <a:cs typeface="楷体_GB2312"/>
            </a:endParaRPr>
          </a:p>
          <a:p>
            <a:pPr>
              <a:spcBef>
                <a:spcPct val="0"/>
              </a:spcBef>
              <a:buFont typeface="Wingdings" pitchFamily="2" charset="2"/>
              <a:buNone/>
            </a:pPr>
            <a:r>
              <a:rPr lang="en-US" altLang="zh-CN" sz="2400" b="0" smtClean="0">
                <a:latin typeface="Calibri" pitchFamily="34" charset="0"/>
                <a:ea typeface="楷体_GB2312"/>
                <a:cs typeface="楷体_GB2312"/>
              </a:rPr>
              <a:t>    }</a:t>
            </a:r>
          </a:p>
          <a:p>
            <a:pPr>
              <a:spcBef>
                <a:spcPct val="0"/>
              </a:spcBef>
              <a:buFont typeface="Wingdings" pitchFamily="2" charset="2"/>
              <a:buNone/>
            </a:pPr>
            <a:r>
              <a:rPr lang="en-US" altLang="zh-CN" sz="2400" b="0" smtClean="0">
                <a:latin typeface="Calibri" pitchFamily="34" charset="0"/>
                <a:ea typeface="楷体_GB2312"/>
                <a:cs typeface="楷体_GB2312"/>
              </a:rPr>
              <a:t>}</a:t>
            </a:r>
          </a:p>
        </p:txBody>
      </p:sp>
    </p:spTree>
    <p:extLst>
      <p:ext uri="{BB962C8B-B14F-4D97-AF65-F5344CB8AC3E}">
        <p14:creationId xmlns:p14="http://schemas.microsoft.com/office/powerpoint/2010/main" val="30826652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6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animBg="1"/>
    </p:bldLst>
  </p:timing>
</p:sld>
</file>

<file path=ppt/slides/slide8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2"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sz="2000" b="1">
                <a:solidFill>
                  <a:schemeClr val="tx1"/>
                </a:solidFill>
                <a:latin typeface="幼圆" pitchFamily="49" charset="-122"/>
                <a:ea typeface="幼圆" pitchFamily="49" charset="-122"/>
                <a:cs typeface="楷体_GB2312"/>
              </a:defRPr>
            </a:lvl5pPr>
            <a:lvl6pPr marL="2514600" indent="-228600">
              <a:defRPr kumimoji="1" sz="2000" b="1">
                <a:solidFill>
                  <a:schemeClr val="tx1"/>
                </a:solidFill>
                <a:latin typeface="幼圆" pitchFamily="49" charset="-122"/>
                <a:ea typeface="幼圆" pitchFamily="49" charset="-122"/>
                <a:cs typeface="楷体_GB2312"/>
              </a:defRPr>
            </a:lvl6pPr>
            <a:lvl7pPr marL="2971800" indent="-228600">
              <a:defRPr kumimoji="1" sz="2000" b="1">
                <a:solidFill>
                  <a:schemeClr val="tx1"/>
                </a:solidFill>
                <a:latin typeface="幼圆" pitchFamily="49" charset="-122"/>
                <a:ea typeface="幼圆" pitchFamily="49" charset="-122"/>
                <a:cs typeface="楷体_GB2312"/>
              </a:defRPr>
            </a:lvl7pPr>
            <a:lvl8pPr marL="3429000" indent="-228600">
              <a:defRPr kumimoji="1" sz="2000" b="1">
                <a:solidFill>
                  <a:schemeClr val="tx1"/>
                </a:solidFill>
                <a:latin typeface="幼圆" pitchFamily="49" charset="-122"/>
                <a:ea typeface="幼圆" pitchFamily="49" charset="-122"/>
                <a:cs typeface="楷体_GB2312"/>
              </a:defRPr>
            </a:lvl8pPr>
            <a:lvl9pPr marL="3886200" indent="-228600">
              <a:defRPr kumimoji="1" sz="2000" b="1">
                <a:solidFill>
                  <a:schemeClr val="tx1"/>
                </a:solidFill>
                <a:latin typeface="幼圆" pitchFamily="49" charset="-122"/>
                <a:ea typeface="幼圆" pitchFamily="49" charset="-122"/>
                <a:cs typeface="楷体_GB2312"/>
              </a:defRPr>
            </a:lvl9pPr>
          </a:lstStyle>
          <a:p>
            <a:fld id="{81B4493C-2A69-4C41-8CC8-E0C3620FAB25}" type="slidenum">
              <a:rPr kumimoji="0" lang="zh-CN" altLang="en-US" sz="1400" b="0">
                <a:solidFill>
                  <a:srgbClr val="000066"/>
                </a:solidFill>
                <a:latin typeface="Times New Roman" pitchFamily="18" charset="0"/>
                <a:ea typeface="宋体" pitchFamily="2" charset="-122"/>
              </a:rPr>
              <a:pPr/>
              <a:t>87</a:t>
            </a:fld>
            <a:endParaRPr kumimoji="0" lang="en-US" altLang="zh-CN" sz="1400" b="0">
              <a:solidFill>
                <a:srgbClr val="000066"/>
              </a:solidFill>
              <a:latin typeface="Times New Roman" pitchFamily="18" charset="0"/>
              <a:ea typeface="宋体" pitchFamily="2" charset="-122"/>
            </a:endParaRPr>
          </a:p>
        </p:txBody>
      </p:sp>
      <p:sp>
        <p:nvSpPr>
          <p:cNvPr id="160770" name="Rectangle 2"/>
          <p:cNvSpPr>
            <a:spLocks noGrp="1" noChangeArrowheads="1"/>
          </p:cNvSpPr>
          <p:nvPr>
            <p:ph type="title"/>
          </p:nvPr>
        </p:nvSpPr>
        <p:spPr>
          <a:xfrm>
            <a:off x="381000" y="358775"/>
            <a:ext cx="8229600" cy="838200"/>
          </a:xfrm>
        </p:spPr>
        <p:txBody>
          <a:bodyPr/>
          <a:lstStyle/>
          <a:p>
            <a:pPr>
              <a:defRPr/>
            </a:pPr>
            <a:r>
              <a:rPr lang="zh-CN" altLang="en-US" sz="3200" b="0" dirty="0">
                <a:effectLst>
                  <a:outerShdw blurRad="38100" dist="38100" dir="2700000" algn="tl">
                    <a:srgbClr val="000000"/>
                  </a:outerShdw>
                </a:effectLst>
                <a:latin typeface="微软雅黑" pitchFamily="34" charset="-122"/>
                <a:ea typeface="微软雅黑" pitchFamily="34" charset="-122"/>
              </a:rPr>
              <a:t>总结：解决方案的探索历程</a:t>
            </a:r>
            <a:endParaRPr lang="zh-CN" altLang="en-GB" sz="3200" b="0" dirty="0">
              <a:effectLst>
                <a:outerShdw blurRad="38100" dist="38100" dir="2700000" algn="tl">
                  <a:srgbClr val="000000"/>
                </a:outerShdw>
              </a:effectLst>
              <a:latin typeface="微软雅黑" pitchFamily="34" charset="-122"/>
              <a:ea typeface="微软雅黑" pitchFamily="34" charset="-122"/>
            </a:endParaRPr>
          </a:p>
        </p:txBody>
      </p:sp>
      <p:graphicFrame>
        <p:nvGraphicFramePr>
          <p:cNvPr id="7" name="图示 6"/>
          <p:cNvGraphicFramePr/>
          <p:nvPr/>
        </p:nvGraphicFramePr>
        <p:xfrm>
          <a:off x="1524000" y="1785926"/>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161770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3"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strips(upRight)">
                                      <p:cBhvr>
                                        <p:cTn id="7" dur="500"/>
                                        <p:tgtEl>
                                          <p:spTgt spid="7"/>
                                        </p:tgtEl>
                                      </p:cBhvr>
                                    </p:animEffect>
                                  </p:childTnLst>
                                </p:cTn>
                              </p:par>
                            </p:childTnLst>
                          </p:cTn>
                        </p:par>
                        <p:par>
                          <p:cTn id="8" fill="hold" nodeType="afterGroup">
                            <p:stCondLst>
                              <p:cond delay="500"/>
                            </p:stCondLst>
                            <p:childTnLst>
                              <p:par>
                                <p:cTn id="9" presetID="1" presetClass="entr" presetSubtype="0" fill="hold" nodeType="afterEffect">
                                  <p:stCondLst>
                                    <p:cond delay="0"/>
                                  </p:stCondLst>
                                  <p:childTnLst>
                                    <p:set>
                                      <p:cBhvr>
                                        <p:cTn id="10" dur="1" fill="hold">
                                          <p:stCondLst>
                                            <p:cond delay="0"/>
                                          </p:stCondLst>
                                        </p:cTn>
                                        <p:tgtEl>
                                          <p:spTgt spid="512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项目文件结构</a:t>
            </a:r>
            <a:endParaRPr lang="zh-CN" altLang="en-US" dirty="0"/>
          </a:p>
        </p:txBody>
      </p:sp>
      <p:pic>
        <p:nvPicPr>
          <p:cNvPr id="5" name="内容占位符 4"/>
          <p:cNvPicPr>
            <a:picLocks noGrp="1" noChangeAspect="1"/>
          </p:cNvPicPr>
          <p:nvPr>
            <p:ph idx="1"/>
          </p:nvPr>
        </p:nvPicPr>
        <p:blipFill>
          <a:blip r:embed="rId2"/>
          <a:stretch>
            <a:fillRect/>
          </a:stretch>
        </p:blipFill>
        <p:spPr>
          <a:xfrm>
            <a:off x="1517227" y="1892854"/>
            <a:ext cx="6058746" cy="3439005"/>
          </a:xfrm>
          <a:prstGeom prst="rect">
            <a:avLst/>
          </a:prstGeom>
        </p:spPr>
      </p:pic>
      <p:sp>
        <p:nvSpPr>
          <p:cNvPr id="4" name="灯片编号占位符 3"/>
          <p:cNvSpPr>
            <a:spLocks noGrp="1"/>
          </p:cNvSpPr>
          <p:nvPr>
            <p:ph type="sldNum" sz="quarter" idx="10"/>
          </p:nvPr>
        </p:nvSpPr>
        <p:spPr/>
        <p:txBody>
          <a:bodyPr/>
          <a:lstStyle/>
          <a:p>
            <a:fld id="{B6CE0B97-79CE-4B24-8800-4E709EC17882}" type="slidenum">
              <a:rPr lang="zh-CN" altLang="en-US" smtClean="0"/>
              <a:pPr/>
              <a:t>88</a:t>
            </a:fld>
            <a:endParaRPr lang="en-US" altLang="zh-CN"/>
          </a:p>
        </p:txBody>
      </p:sp>
    </p:spTree>
    <p:extLst>
      <p:ext uri="{BB962C8B-B14F-4D97-AF65-F5344CB8AC3E}">
        <p14:creationId xmlns:p14="http://schemas.microsoft.com/office/powerpoint/2010/main" val="339499678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2"/>
          <a:stretch>
            <a:fillRect/>
          </a:stretch>
        </p:blipFill>
        <p:spPr>
          <a:xfrm>
            <a:off x="1017095" y="1721380"/>
            <a:ext cx="7059010" cy="3781953"/>
          </a:xfrm>
          <a:prstGeom prst="rect">
            <a:avLst/>
          </a:prstGeom>
        </p:spPr>
      </p:pic>
      <p:sp>
        <p:nvSpPr>
          <p:cNvPr id="4" name="灯片编号占位符 3"/>
          <p:cNvSpPr>
            <a:spLocks noGrp="1"/>
          </p:cNvSpPr>
          <p:nvPr>
            <p:ph type="sldNum" sz="quarter" idx="10"/>
          </p:nvPr>
        </p:nvSpPr>
        <p:spPr/>
        <p:txBody>
          <a:bodyPr/>
          <a:lstStyle/>
          <a:p>
            <a:fld id="{B6CE0B97-79CE-4B24-8800-4E709EC17882}" type="slidenum">
              <a:rPr lang="zh-CN" altLang="en-US" smtClean="0"/>
              <a:pPr/>
              <a:t>89</a:t>
            </a:fld>
            <a:endParaRPr lang="en-US" altLang="zh-CN"/>
          </a:p>
        </p:txBody>
      </p:sp>
    </p:spTree>
    <p:extLst>
      <p:ext uri="{BB962C8B-B14F-4D97-AF65-F5344CB8AC3E}">
        <p14:creationId xmlns:p14="http://schemas.microsoft.com/office/powerpoint/2010/main" val="310645852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smtClean="0"/>
              <a:t>根目录下不要放太多东西。</a:t>
            </a:r>
            <a:endParaRPr lang="en-US" altLang="zh-CN" dirty="0" smtClean="0"/>
          </a:p>
          <a:p>
            <a:r>
              <a:rPr lang="zh-CN" altLang="en-US" dirty="0" smtClean="0"/>
              <a:t>前后台是否要分开项目</a:t>
            </a:r>
            <a:endParaRPr lang="en-US" altLang="zh-CN" dirty="0" smtClean="0"/>
          </a:p>
          <a:p>
            <a:r>
              <a:rPr lang="zh-CN" altLang="en-US" dirty="0"/>
              <a:t>多</a:t>
            </a:r>
            <a:r>
              <a:rPr lang="zh-CN" altLang="en-US" dirty="0" smtClean="0"/>
              <a:t>项目组织方式</a:t>
            </a:r>
            <a:endParaRPr lang="en-US" altLang="zh-CN" dirty="0" smtClean="0"/>
          </a:p>
          <a:p>
            <a:pPr lvl="1"/>
            <a:r>
              <a:rPr lang="en-US" altLang="zh-CN" dirty="0" err="1" smtClean="0"/>
              <a:t>Git</a:t>
            </a:r>
            <a:r>
              <a:rPr lang="en-US" altLang="zh-CN" dirty="0" smtClean="0"/>
              <a:t> submodule</a:t>
            </a:r>
          </a:p>
          <a:p>
            <a:pPr lvl="1"/>
            <a:r>
              <a:rPr lang="en-US" altLang="zh-CN" smtClean="0"/>
              <a:t>repo</a:t>
            </a:r>
          </a:p>
          <a:p>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B6CE0B97-79CE-4B24-8800-4E709EC17882}" type="slidenum">
              <a:rPr lang="zh-CN" altLang="en-US" smtClean="0"/>
              <a:pPr/>
              <a:t>90</a:t>
            </a:fld>
            <a:endParaRPr lang="en-US" altLang="zh-CN"/>
          </a:p>
        </p:txBody>
      </p:sp>
    </p:spTree>
    <p:extLst>
      <p:ext uri="{BB962C8B-B14F-4D97-AF65-F5344CB8AC3E}">
        <p14:creationId xmlns:p14="http://schemas.microsoft.com/office/powerpoint/2010/main" val="26781880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开发资源</a:t>
            </a:r>
            <a:endParaRPr lang="zh-CN" altLang="en-US" dirty="0"/>
          </a:p>
        </p:txBody>
      </p:sp>
      <p:sp>
        <p:nvSpPr>
          <p:cNvPr id="3" name="内容占位符 2"/>
          <p:cNvSpPr>
            <a:spLocks noGrp="1"/>
          </p:cNvSpPr>
          <p:nvPr>
            <p:ph idx="1"/>
          </p:nvPr>
        </p:nvSpPr>
        <p:spPr/>
        <p:txBody>
          <a:bodyPr/>
          <a:lstStyle/>
          <a:p>
            <a:r>
              <a:rPr lang="zh-CN" altLang="en-US" dirty="0" smtClean="0"/>
              <a:t>云服务器 </a:t>
            </a:r>
            <a:endParaRPr lang="en-US" altLang="zh-CN" dirty="0" smtClean="0"/>
          </a:p>
          <a:p>
            <a:pPr lvl="1"/>
            <a:r>
              <a:rPr lang="en-US" altLang="zh-CN" dirty="0" smtClean="0"/>
              <a:t>Azure</a:t>
            </a:r>
          </a:p>
          <a:p>
            <a:pPr lvl="1"/>
            <a:r>
              <a:rPr lang="en-US" altLang="zh-CN" dirty="0" err="1" smtClean="0"/>
              <a:t>Aws</a:t>
            </a:r>
            <a:endParaRPr lang="en-US" altLang="zh-CN" dirty="0" smtClean="0"/>
          </a:p>
          <a:p>
            <a:pPr lvl="1"/>
            <a:r>
              <a:rPr lang="en-US" altLang="zh-CN" dirty="0" smtClean="0"/>
              <a:t>Google Cloud</a:t>
            </a:r>
          </a:p>
          <a:p>
            <a:r>
              <a:rPr lang="zh-CN" altLang="en-US" dirty="0" smtClean="0"/>
              <a:t>聚合数据接口</a:t>
            </a:r>
            <a:endParaRPr lang="en-US" altLang="zh-CN" dirty="0" smtClean="0"/>
          </a:p>
          <a:p>
            <a:pPr lvl="1"/>
            <a:r>
              <a:rPr lang="en-US" altLang="zh-CN" dirty="0" smtClean="0">
                <a:hlinkClick r:id="rId2"/>
              </a:rPr>
              <a:t>www.juhe.cn</a:t>
            </a:r>
            <a:endParaRPr lang="en-US" altLang="zh-CN" dirty="0" smtClean="0"/>
          </a:p>
          <a:p>
            <a:r>
              <a:rPr lang="en-US" altLang="zh-CN" dirty="0" smtClean="0"/>
              <a:t>AI</a:t>
            </a:r>
            <a:r>
              <a:rPr lang="zh-CN" altLang="en-US" dirty="0" smtClean="0"/>
              <a:t>服务</a:t>
            </a:r>
            <a:endParaRPr lang="en-US" altLang="zh-CN" dirty="0" smtClean="0"/>
          </a:p>
          <a:p>
            <a:pPr lvl="1"/>
            <a:r>
              <a:rPr lang="zh-CN" altLang="en-US" dirty="0"/>
              <a:t>百</a:t>
            </a:r>
            <a:r>
              <a:rPr lang="zh-CN" altLang="en-US" dirty="0" smtClean="0"/>
              <a:t>度大脑</a:t>
            </a:r>
            <a:endParaRPr lang="zh-CN" altLang="en-US" dirty="0"/>
          </a:p>
        </p:txBody>
      </p:sp>
      <p:sp>
        <p:nvSpPr>
          <p:cNvPr id="4" name="灯片编号占位符 3"/>
          <p:cNvSpPr>
            <a:spLocks noGrp="1"/>
          </p:cNvSpPr>
          <p:nvPr>
            <p:ph type="sldNum" sz="quarter" idx="10"/>
          </p:nvPr>
        </p:nvSpPr>
        <p:spPr/>
        <p:txBody>
          <a:bodyPr/>
          <a:lstStyle/>
          <a:p>
            <a:fld id="{B6CE0B97-79CE-4B24-8800-4E709EC17882}" type="slidenum">
              <a:rPr lang="zh-CN" altLang="en-US" smtClean="0"/>
              <a:pPr/>
              <a:t>91</a:t>
            </a:fld>
            <a:endParaRPr lang="en-US" altLang="zh-CN"/>
          </a:p>
        </p:txBody>
      </p:sp>
    </p:spTree>
    <p:extLst>
      <p:ext uri="{BB962C8B-B14F-4D97-AF65-F5344CB8AC3E}">
        <p14:creationId xmlns:p14="http://schemas.microsoft.com/office/powerpoint/2010/main" val="12692245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en-US" altLang="zh-CN" dirty="0" smtClean="0"/>
              <a:t>AI</a:t>
            </a:r>
            <a:r>
              <a:rPr lang="zh-CN" altLang="en-US" dirty="0" smtClean="0"/>
              <a:t>资源</a:t>
            </a:r>
            <a:endParaRPr lang="en-US" altLang="zh-CN" dirty="0" smtClean="0"/>
          </a:p>
          <a:p>
            <a:pPr lvl="1"/>
            <a:r>
              <a:rPr lang="zh-CN" altLang="en-US" dirty="0"/>
              <a:t>百</a:t>
            </a:r>
            <a:r>
              <a:rPr lang="zh-CN" altLang="en-US" dirty="0" smtClean="0"/>
              <a:t>度</a:t>
            </a:r>
            <a:r>
              <a:rPr lang="en-US" altLang="zh-CN" dirty="0" smtClean="0"/>
              <a:t>paddle</a:t>
            </a:r>
          </a:p>
          <a:p>
            <a:pPr lvl="1"/>
            <a:r>
              <a:rPr lang="en-US" altLang="zh-CN" dirty="0" smtClean="0"/>
              <a:t>AI studio</a:t>
            </a:r>
          </a:p>
          <a:p>
            <a:pPr lvl="1"/>
            <a:r>
              <a:rPr lang="en-US" altLang="zh-CN" dirty="0" err="1" smtClean="0"/>
              <a:t>Colab</a:t>
            </a:r>
            <a:endParaRPr lang="en-US" altLang="zh-CN" dirty="0" smtClean="0"/>
          </a:p>
          <a:p>
            <a:r>
              <a:rPr lang="zh-CN" altLang="en-US" dirty="0"/>
              <a:t>低</a:t>
            </a:r>
            <a:r>
              <a:rPr lang="zh-CN" altLang="en-US" dirty="0" smtClean="0"/>
              <a:t>代码开发</a:t>
            </a:r>
            <a:endParaRPr lang="en-US" altLang="zh-CN" dirty="0" smtClean="0"/>
          </a:p>
          <a:p>
            <a:pPr lvl="1"/>
            <a:r>
              <a:rPr lang="en-US" altLang="zh-CN" smtClean="0"/>
              <a:t>ApiCould</a:t>
            </a:r>
            <a:endParaRPr lang="en-US" altLang="zh-CN" dirty="0" smtClean="0"/>
          </a:p>
          <a:p>
            <a:pPr lvl="1"/>
            <a:endParaRPr lang="zh-CN" altLang="en-US" dirty="0"/>
          </a:p>
        </p:txBody>
      </p:sp>
      <p:sp>
        <p:nvSpPr>
          <p:cNvPr id="4" name="灯片编号占位符 3"/>
          <p:cNvSpPr>
            <a:spLocks noGrp="1"/>
          </p:cNvSpPr>
          <p:nvPr>
            <p:ph type="sldNum" sz="quarter" idx="10"/>
          </p:nvPr>
        </p:nvSpPr>
        <p:spPr/>
        <p:txBody>
          <a:bodyPr/>
          <a:lstStyle/>
          <a:p>
            <a:fld id="{B6CE0B97-79CE-4B24-8800-4E709EC17882}" type="slidenum">
              <a:rPr lang="zh-CN" altLang="en-US" smtClean="0"/>
              <a:pPr/>
              <a:t>92</a:t>
            </a:fld>
            <a:endParaRPr lang="en-US" altLang="zh-CN"/>
          </a:p>
        </p:txBody>
      </p:sp>
    </p:spTree>
    <p:extLst>
      <p:ext uri="{BB962C8B-B14F-4D97-AF65-F5344CB8AC3E}">
        <p14:creationId xmlns:p14="http://schemas.microsoft.com/office/powerpoint/2010/main" val="316523630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b="1">
                <a:solidFill>
                  <a:schemeClr val="tx1"/>
                </a:solidFill>
                <a:latin typeface="幼圆" pitchFamily="49" charset="-122"/>
                <a:ea typeface="幼圆" pitchFamily="49" charset="-122"/>
              </a:defRPr>
            </a:lvl1pPr>
            <a:lvl2pPr marL="742950" indent="-285750">
              <a:defRPr kumimoji="1" sz="2800" b="1">
                <a:solidFill>
                  <a:schemeClr val="tx1"/>
                </a:solidFill>
                <a:latin typeface="楷体_GB2312"/>
                <a:ea typeface="楷体_GB2312"/>
                <a:cs typeface="楷体_GB2312"/>
              </a:defRPr>
            </a:lvl2pPr>
            <a:lvl3pPr marL="1143000" indent="-228600">
              <a:defRPr kumimoji="1" sz="2400" b="1">
                <a:solidFill>
                  <a:schemeClr val="tx1"/>
                </a:solidFill>
                <a:latin typeface="幼圆" pitchFamily="49" charset="-122"/>
                <a:ea typeface="幼圆" pitchFamily="49" charset="-122"/>
                <a:cs typeface="楷体_GB2312"/>
              </a:defRPr>
            </a:lvl3pPr>
            <a:lvl4pPr marL="1600200" indent="-228600">
              <a:defRPr kumimoji="1" sz="2000" b="1">
                <a:solidFill>
                  <a:schemeClr val="tx1"/>
                </a:solidFill>
                <a:latin typeface="幼圆" pitchFamily="49" charset="-122"/>
                <a:ea typeface="幼圆" pitchFamily="49" charset="-122"/>
                <a:cs typeface="楷体_GB2312"/>
              </a:defRPr>
            </a:lvl4pPr>
            <a:lvl5pPr marL="2057400" indent="-228600">
              <a:defRPr kumimoji="1" sz="2000" b="1">
                <a:solidFill>
                  <a:schemeClr val="tx1"/>
                </a:solidFill>
                <a:latin typeface="幼圆" pitchFamily="49" charset="-122"/>
                <a:ea typeface="幼圆" pitchFamily="49" charset="-122"/>
                <a:cs typeface="楷体_GB2312"/>
              </a:defRPr>
            </a:lvl5pPr>
            <a:lvl6pPr marL="2514600" indent="-228600">
              <a:defRPr kumimoji="1" sz="2000" b="1">
                <a:solidFill>
                  <a:schemeClr val="tx1"/>
                </a:solidFill>
                <a:latin typeface="幼圆" pitchFamily="49" charset="-122"/>
                <a:ea typeface="幼圆" pitchFamily="49" charset="-122"/>
                <a:cs typeface="楷体_GB2312"/>
              </a:defRPr>
            </a:lvl6pPr>
            <a:lvl7pPr marL="2971800" indent="-228600">
              <a:defRPr kumimoji="1" sz="2000" b="1">
                <a:solidFill>
                  <a:schemeClr val="tx1"/>
                </a:solidFill>
                <a:latin typeface="幼圆" pitchFamily="49" charset="-122"/>
                <a:ea typeface="幼圆" pitchFamily="49" charset="-122"/>
                <a:cs typeface="楷体_GB2312"/>
              </a:defRPr>
            </a:lvl7pPr>
            <a:lvl8pPr marL="3429000" indent="-228600">
              <a:defRPr kumimoji="1" sz="2000" b="1">
                <a:solidFill>
                  <a:schemeClr val="tx1"/>
                </a:solidFill>
                <a:latin typeface="幼圆" pitchFamily="49" charset="-122"/>
                <a:ea typeface="幼圆" pitchFamily="49" charset="-122"/>
                <a:cs typeface="楷体_GB2312"/>
              </a:defRPr>
            </a:lvl8pPr>
            <a:lvl9pPr marL="3886200" indent="-228600">
              <a:defRPr kumimoji="1" sz="2000" b="1">
                <a:solidFill>
                  <a:schemeClr val="tx1"/>
                </a:solidFill>
                <a:latin typeface="幼圆" pitchFamily="49" charset="-122"/>
                <a:ea typeface="幼圆" pitchFamily="49" charset="-122"/>
                <a:cs typeface="楷体_GB2312"/>
              </a:defRPr>
            </a:lvl9pPr>
          </a:lstStyle>
          <a:p>
            <a:fld id="{C2F9AA70-2ECF-4B72-B882-D8ADA811A80E}" type="slidenum">
              <a:rPr kumimoji="0" lang="zh-CN" altLang="en-US" sz="1400" b="0">
                <a:solidFill>
                  <a:srgbClr val="000066"/>
                </a:solidFill>
                <a:latin typeface="Times New Roman" pitchFamily="18" charset="0"/>
                <a:ea typeface="宋体" pitchFamily="2" charset="-122"/>
              </a:rPr>
              <a:pPr/>
              <a:t>93</a:t>
            </a:fld>
            <a:endParaRPr kumimoji="0" lang="en-US" altLang="zh-CN" sz="1400" b="0">
              <a:solidFill>
                <a:srgbClr val="000066"/>
              </a:solidFill>
              <a:latin typeface="Times New Roman" pitchFamily="18" charset="0"/>
              <a:ea typeface="宋体" pitchFamily="2" charset="-122"/>
            </a:endParaRPr>
          </a:p>
        </p:txBody>
      </p:sp>
      <p:sp>
        <p:nvSpPr>
          <p:cNvPr id="434178" name="Rectangle 2"/>
          <p:cNvSpPr>
            <a:spLocks noGrp="1" noChangeArrowheads="1"/>
          </p:cNvSpPr>
          <p:nvPr>
            <p:ph type="title"/>
          </p:nvPr>
        </p:nvSpPr>
        <p:spPr>
          <a:xfrm>
            <a:off x="214313" y="358775"/>
            <a:ext cx="8715375" cy="685800"/>
          </a:xfrm>
        </p:spPr>
        <p:txBody>
          <a:bodyPr/>
          <a:lstStyle/>
          <a:p>
            <a:pPr>
              <a:defRPr/>
            </a:pPr>
            <a:r>
              <a:rPr lang="zh-CN" altLang="en-US" sz="3600" b="0" dirty="0">
                <a:solidFill>
                  <a:srgbClr val="FFFFFF"/>
                </a:solidFill>
                <a:effectLst>
                  <a:outerShdw blurRad="38100" dist="38100" dir="2700000" algn="tl">
                    <a:srgbClr val="000000"/>
                  </a:outerShdw>
                </a:effectLst>
                <a:latin typeface="微软雅黑" pitchFamily="34" charset="-122"/>
                <a:ea typeface="微软雅黑" pitchFamily="34" charset="-122"/>
              </a:rPr>
              <a:t>总结</a:t>
            </a:r>
            <a:r>
              <a:rPr lang="en-US" altLang="zh-CN" sz="3600" b="0" dirty="0">
                <a:solidFill>
                  <a:srgbClr val="FFFFFF"/>
                </a:solidFill>
                <a:effectLst>
                  <a:outerShdw blurRad="38100" dist="38100" dir="2700000" algn="tl">
                    <a:srgbClr val="000000"/>
                  </a:outerShdw>
                </a:effectLst>
                <a:latin typeface="微软雅黑" pitchFamily="34" charset="-122"/>
                <a:ea typeface="微软雅黑" pitchFamily="34" charset="-122"/>
              </a:rPr>
              <a:t>: </a:t>
            </a:r>
            <a:r>
              <a:rPr lang="zh-CN" altLang="en-US" sz="3600" b="0" dirty="0">
                <a:solidFill>
                  <a:srgbClr val="FFFFFF"/>
                </a:solidFill>
                <a:effectLst>
                  <a:outerShdw blurRad="38100" dist="38100" dir="2700000" algn="tl">
                    <a:srgbClr val="000000"/>
                  </a:outerShdw>
                </a:effectLst>
                <a:latin typeface="微软雅黑" pitchFamily="34" charset="-122"/>
                <a:ea typeface="微软雅黑" pitchFamily="34" charset="-122"/>
              </a:rPr>
              <a:t>伟大创意</a:t>
            </a:r>
            <a:endParaRPr lang="en-US" altLang="zh-CN" sz="3600" b="0" dirty="0">
              <a:solidFill>
                <a:srgbClr val="FFFFFF"/>
              </a:solidFill>
              <a:effectLst>
                <a:outerShdw blurRad="38100" dist="38100" dir="2700000" algn="tl">
                  <a:srgbClr val="000000"/>
                </a:outerShdw>
              </a:effectLst>
              <a:latin typeface="微软雅黑" pitchFamily="34" charset="-122"/>
              <a:ea typeface="微软雅黑" pitchFamily="34" charset="-122"/>
            </a:endParaRPr>
          </a:p>
        </p:txBody>
      </p:sp>
      <p:sp>
        <p:nvSpPr>
          <p:cNvPr id="10" name="Rectangle 6"/>
          <p:cNvSpPr txBox="1">
            <a:spLocks noChangeArrowheads="1"/>
          </p:cNvSpPr>
          <p:nvPr/>
        </p:nvSpPr>
        <p:spPr bwMode="auto">
          <a:xfrm>
            <a:off x="468313" y="1143000"/>
            <a:ext cx="8675687" cy="5310188"/>
          </a:xfrm>
          <a:prstGeom prst="rect">
            <a:avLst/>
          </a:prstGeom>
          <a:noFill/>
          <a:ln w="9525">
            <a:noFill/>
            <a:miter lim="800000"/>
            <a:headEnd/>
            <a:tailEnd/>
          </a:ln>
        </p:spPr>
        <p:txBody>
          <a:bodyPr/>
          <a:lstStyle/>
          <a:p>
            <a:pPr lvl="1" indent="-457200">
              <a:lnSpc>
                <a:spcPct val="150000"/>
              </a:lnSpc>
              <a:spcBef>
                <a:spcPts val="800"/>
              </a:spcBef>
              <a:buClr>
                <a:srgbClr val="3333CC"/>
              </a:buClr>
              <a:buFont typeface="Wingdings" pitchFamily="2" charset="2"/>
              <a:buChar char="p"/>
              <a:defRPr/>
            </a:pPr>
            <a:r>
              <a:rPr lang="zh-CN" altLang="en-US" sz="3200" b="1" dirty="0">
                <a:solidFill>
                  <a:srgbClr val="000000"/>
                </a:solidFill>
                <a:effectLst>
                  <a:outerShdw blurRad="38100" dist="38100" dir="2700000" algn="tl">
                    <a:srgbClr val="000000">
                      <a:alpha val="43137"/>
                    </a:srgbClr>
                  </a:outerShdw>
                </a:effectLst>
                <a:latin typeface="楷体" pitchFamily="49" charset="-122"/>
                <a:ea typeface="楷体" pitchFamily="49" charset="-122"/>
              </a:rPr>
              <a:t>依赖于接口 远比依赖于实现类 要好</a:t>
            </a:r>
            <a:endParaRPr lang="en-US" altLang="zh-CN" sz="3200" b="1" dirty="0">
              <a:solidFill>
                <a:srgbClr val="000000"/>
              </a:solidFill>
              <a:effectLst>
                <a:outerShdw blurRad="38100" dist="38100" dir="2700000" algn="tl">
                  <a:srgbClr val="000000">
                    <a:alpha val="43137"/>
                  </a:srgbClr>
                </a:outerShdw>
              </a:effectLst>
              <a:latin typeface="楷体" pitchFamily="49" charset="-122"/>
              <a:ea typeface="楷体" pitchFamily="49" charset="-122"/>
            </a:endParaRPr>
          </a:p>
          <a:p>
            <a:pPr lvl="1" indent="-457200">
              <a:lnSpc>
                <a:spcPct val="150000"/>
              </a:lnSpc>
              <a:spcBef>
                <a:spcPts val="800"/>
              </a:spcBef>
              <a:buClr>
                <a:srgbClr val="3333CC"/>
              </a:buClr>
              <a:buFont typeface="Wingdings" pitchFamily="2" charset="2"/>
              <a:buChar char="p"/>
              <a:defRPr/>
            </a:pPr>
            <a:r>
              <a:rPr lang="zh-CN" altLang="en-US" sz="3200" b="1" dirty="0">
                <a:solidFill>
                  <a:srgbClr val="000000"/>
                </a:solidFill>
                <a:effectLst>
                  <a:outerShdw blurRad="38100" dist="38100" dir="2700000" algn="tl">
                    <a:srgbClr val="000000">
                      <a:alpha val="43137"/>
                    </a:srgbClr>
                  </a:outerShdw>
                </a:effectLst>
                <a:latin typeface="楷体" pitchFamily="49" charset="-122"/>
                <a:ea typeface="楷体" pitchFamily="49" charset="-122"/>
              </a:rPr>
              <a:t>将接口作为合作者之间的协议，一方使用该接口中的方法，另一方实现该接口</a:t>
            </a:r>
            <a:endParaRPr lang="en-US" altLang="zh-CN" sz="3200" b="1" dirty="0">
              <a:solidFill>
                <a:srgbClr val="000000"/>
              </a:solidFill>
              <a:effectLst>
                <a:outerShdw blurRad="38100" dist="38100" dir="2700000" algn="tl">
                  <a:srgbClr val="000000">
                    <a:alpha val="43137"/>
                  </a:srgbClr>
                </a:outerShdw>
              </a:effectLst>
              <a:latin typeface="楷体" pitchFamily="49" charset="-122"/>
              <a:ea typeface="楷体" pitchFamily="49" charset="-122"/>
            </a:endParaRPr>
          </a:p>
          <a:p>
            <a:pPr lvl="1" indent="-457200">
              <a:lnSpc>
                <a:spcPct val="150000"/>
              </a:lnSpc>
              <a:spcBef>
                <a:spcPts val="800"/>
              </a:spcBef>
              <a:buClr>
                <a:srgbClr val="3333CC"/>
              </a:buClr>
              <a:buFont typeface="Wingdings" pitchFamily="2" charset="2"/>
              <a:buChar char="p"/>
              <a:defRPr/>
            </a:pPr>
            <a:r>
              <a:rPr lang="zh-CN" altLang="en-US" sz="3200" b="1" dirty="0">
                <a:solidFill>
                  <a:srgbClr val="000000"/>
                </a:solidFill>
                <a:effectLst>
                  <a:outerShdw blurRad="38100" dist="38100" dir="2700000" algn="tl">
                    <a:srgbClr val="000000">
                      <a:alpha val="43137"/>
                    </a:srgbClr>
                  </a:outerShdw>
                </a:effectLst>
                <a:latin typeface="楷体" pitchFamily="49" charset="-122"/>
                <a:ea typeface="楷体" pitchFamily="49" charset="-122"/>
              </a:rPr>
              <a:t>将相关于</a:t>
            </a:r>
            <a:r>
              <a:rPr lang="en-US" altLang="zh-CN" sz="3200" b="1" dirty="0">
                <a:solidFill>
                  <a:srgbClr val="000000"/>
                </a:solidFill>
                <a:effectLst>
                  <a:outerShdw blurRad="38100" dist="38100" dir="2700000" algn="tl">
                    <a:srgbClr val="000000">
                      <a:alpha val="43137"/>
                    </a:srgbClr>
                  </a:outerShdw>
                </a:effectLst>
                <a:latin typeface="楷体" pitchFamily="49" charset="-122"/>
                <a:ea typeface="楷体" pitchFamily="49" charset="-122"/>
              </a:rPr>
              <a:t>UI</a:t>
            </a:r>
            <a:r>
              <a:rPr lang="zh-CN" altLang="en-US" sz="3200" b="1" dirty="0">
                <a:solidFill>
                  <a:srgbClr val="000000"/>
                </a:solidFill>
                <a:effectLst>
                  <a:outerShdw blurRad="38100" dist="38100" dir="2700000" algn="tl">
                    <a:srgbClr val="000000">
                      <a:alpha val="43137"/>
                    </a:srgbClr>
                  </a:outerShdw>
                </a:effectLst>
                <a:latin typeface="楷体" pitchFamily="49" charset="-122"/>
                <a:ea typeface="楷体" pitchFamily="49" charset="-122"/>
              </a:rPr>
              <a:t>的软件部件 与 业务逻辑部件 严格分离</a:t>
            </a:r>
            <a:endParaRPr lang="en-US" altLang="zh-CN" sz="3200" b="1" dirty="0">
              <a:solidFill>
                <a:srgbClr val="000000"/>
              </a:solidFill>
              <a:effectLst>
                <a:outerShdw blurRad="38100" dist="38100" dir="2700000" algn="tl">
                  <a:srgbClr val="000000">
                    <a:alpha val="43137"/>
                  </a:srgbClr>
                </a:outerShdw>
              </a:effectLst>
              <a:latin typeface="楷体" pitchFamily="49" charset="-122"/>
              <a:ea typeface="楷体" pitchFamily="49" charset="-122"/>
            </a:endParaRPr>
          </a:p>
          <a:p>
            <a:pPr lvl="1" indent="-457200">
              <a:lnSpc>
                <a:spcPct val="150000"/>
              </a:lnSpc>
              <a:spcBef>
                <a:spcPts val="800"/>
              </a:spcBef>
              <a:buClr>
                <a:srgbClr val="3333CC"/>
              </a:buClr>
              <a:buFont typeface="Wingdings" pitchFamily="2" charset="2"/>
              <a:buChar char="p"/>
              <a:defRPr/>
            </a:pPr>
            <a:r>
              <a:rPr lang="zh-CN" altLang="en-US" sz="3200" b="1" dirty="0">
                <a:solidFill>
                  <a:srgbClr val="000000"/>
                </a:solidFill>
                <a:effectLst>
                  <a:outerShdw blurRad="38100" dist="38100" dir="2700000" algn="tl">
                    <a:srgbClr val="000000">
                      <a:alpha val="43137"/>
                    </a:srgbClr>
                  </a:outerShdw>
                </a:effectLst>
                <a:latin typeface="楷体" pitchFamily="49" charset="-122"/>
                <a:ea typeface="楷体" pitchFamily="49" charset="-122"/>
              </a:rPr>
              <a:t>基于已有的解决方案进行抽象与拓广，可以获得意外的惊喜 ！</a:t>
            </a:r>
            <a:endParaRPr lang="en-US" altLang="zh-CN" sz="3200" b="1" dirty="0">
              <a:solidFill>
                <a:srgbClr val="000000"/>
              </a:solidFill>
              <a:effectLst>
                <a:outerShdw blurRad="38100" dist="38100" dir="2700000" algn="tl">
                  <a:srgbClr val="000000">
                    <a:alpha val="43137"/>
                  </a:srgbClr>
                </a:outerShdw>
              </a:effectLst>
              <a:latin typeface="楷体" pitchFamily="49" charset="-122"/>
              <a:ea typeface="楷体" pitchFamily="49" charset="-122"/>
            </a:endParaRPr>
          </a:p>
        </p:txBody>
      </p:sp>
    </p:spTree>
    <p:extLst>
      <p:ext uri="{BB962C8B-B14F-4D97-AF65-F5344CB8AC3E}">
        <p14:creationId xmlns:p14="http://schemas.microsoft.com/office/powerpoint/2010/main" val="30644762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6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TIMING" val="|106."/>
</p:tagLst>
</file>

<file path=ppt/tags/tag2.xml><?xml version="1.0" encoding="utf-8"?>
<p:tagLst xmlns:a="http://schemas.openxmlformats.org/drawingml/2006/main" xmlns:r="http://schemas.openxmlformats.org/officeDocument/2006/relationships" xmlns:p="http://schemas.openxmlformats.org/presentationml/2006/main">
  <p:tag name="TIMING" val="|106."/>
</p:tagLst>
</file>

<file path=ppt/tags/tag3.xml><?xml version="1.0" encoding="utf-8"?>
<p:tagLst xmlns:a="http://schemas.openxmlformats.org/drawingml/2006/main" xmlns:r="http://schemas.openxmlformats.org/officeDocument/2006/relationships" xmlns:p="http://schemas.openxmlformats.org/presentationml/2006/main">
  <p:tag name="TIMING" val="|106."/>
</p:tagLst>
</file>

<file path=ppt/tags/tag4.xml><?xml version="1.0" encoding="utf-8"?>
<p:tagLst xmlns:a="http://schemas.openxmlformats.org/drawingml/2006/main" xmlns:r="http://schemas.openxmlformats.org/officeDocument/2006/relationships" xmlns:p="http://schemas.openxmlformats.org/presentationml/2006/main">
  <p:tag name="TIMING" val="|106."/>
</p:tagLst>
</file>

<file path=ppt/tags/tag5.xml><?xml version="1.0" encoding="utf-8"?>
<p:tagLst xmlns:a="http://schemas.openxmlformats.org/drawingml/2006/main" xmlns:r="http://schemas.openxmlformats.org/officeDocument/2006/relationships" xmlns:p="http://schemas.openxmlformats.org/presentationml/2006/main">
  <p:tag name="TIMING" val="|106."/>
</p:tagLst>
</file>

<file path=ppt/tags/tag6.xml><?xml version="1.0" encoding="utf-8"?>
<p:tagLst xmlns:a="http://schemas.openxmlformats.org/drawingml/2006/main" xmlns:r="http://schemas.openxmlformats.org/officeDocument/2006/relationships" xmlns:p="http://schemas.openxmlformats.org/presentationml/2006/main">
  <p:tag name="TIMING" val="|106."/>
</p:tagLst>
</file>

<file path=ppt/tags/tag7.xml><?xml version="1.0" encoding="utf-8"?>
<p:tagLst xmlns:a="http://schemas.openxmlformats.org/drawingml/2006/main" xmlns:r="http://schemas.openxmlformats.org/officeDocument/2006/relationships" xmlns:p="http://schemas.openxmlformats.org/presentationml/2006/main">
  <p:tag name="TIMING" val="|106."/>
</p:tagLst>
</file>

<file path=ppt/tags/tag8.xml><?xml version="1.0" encoding="utf-8"?>
<p:tagLst xmlns:a="http://schemas.openxmlformats.org/drawingml/2006/main" xmlns:r="http://schemas.openxmlformats.org/officeDocument/2006/relationships" xmlns:p="http://schemas.openxmlformats.org/presentationml/2006/main">
  <p:tag name="TIMING" val="|106."/>
</p:tagLst>
</file>

<file path=ppt/tags/tag9.xml><?xml version="1.0" encoding="utf-8"?>
<p:tagLst xmlns:a="http://schemas.openxmlformats.org/drawingml/2006/main" xmlns:r="http://schemas.openxmlformats.org/officeDocument/2006/relationships" xmlns:p="http://schemas.openxmlformats.org/presentationml/2006/main">
  <p:tag name="TIMING" val="|106."/>
</p:tagLst>
</file>

<file path=ppt/tags/tag10.xml><?xml version="1.0" encoding="utf-8"?>
<p:tagLst xmlns:a="http://schemas.openxmlformats.org/drawingml/2006/main" xmlns:r="http://schemas.openxmlformats.org/officeDocument/2006/relationships" xmlns:p="http://schemas.openxmlformats.org/presentationml/2006/main">
  <p:tag name="TIMING" val="|106."/>
</p:tagLst>
</file>

<file path=ppt/tags/tag11.xml><?xml version="1.0" encoding="utf-8"?>
<p:tagLst xmlns:a="http://schemas.openxmlformats.org/drawingml/2006/main" xmlns:r="http://schemas.openxmlformats.org/officeDocument/2006/relationships" xmlns:p="http://schemas.openxmlformats.org/presentationml/2006/main">
  <p:tag name="TIMING" val="|106."/>
</p:tagLst>
</file>

<file path=ppt/tags/tag12.xml><?xml version="1.0" encoding="utf-8"?>
<p:tagLst xmlns:a="http://schemas.openxmlformats.org/drawingml/2006/main" xmlns:r="http://schemas.openxmlformats.org/officeDocument/2006/relationships" xmlns:p="http://schemas.openxmlformats.org/presentationml/2006/main">
  <p:tag name="TIMING" val="|106."/>
</p:tagLst>
</file>

<file path=ppt/tags/tag13.xml><?xml version="1.0" encoding="utf-8"?>
<p:tagLst xmlns:a="http://schemas.openxmlformats.org/drawingml/2006/main" xmlns:r="http://schemas.openxmlformats.org/officeDocument/2006/relationships" xmlns:p="http://schemas.openxmlformats.org/presentationml/2006/main">
  <p:tag name="TIMING" val="|106."/>
</p:tagLst>
</file>

<file path=ppt/tags/tag14.xml><?xml version="1.0" encoding="utf-8"?>
<p:tagLst xmlns:a="http://schemas.openxmlformats.org/drawingml/2006/main" xmlns:r="http://schemas.openxmlformats.org/officeDocument/2006/relationships" xmlns:p="http://schemas.openxmlformats.org/presentationml/2006/main">
  <p:tag name="TIMING" val="|106."/>
</p:tagLst>
</file>

<file path=ppt/tags/tag15.xml><?xml version="1.0" encoding="utf-8"?>
<p:tagLst xmlns:a="http://schemas.openxmlformats.org/drawingml/2006/main" xmlns:r="http://schemas.openxmlformats.org/officeDocument/2006/relationships" xmlns:p="http://schemas.openxmlformats.org/presentationml/2006/main">
  <p:tag name="TIMING" val="|106."/>
</p:tagLst>
</file>

<file path=ppt/tags/tag16.xml><?xml version="1.0" encoding="utf-8"?>
<p:tagLst xmlns:a="http://schemas.openxmlformats.org/drawingml/2006/main" xmlns:r="http://schemas.openxmlformats.org/officeDocument/2006/relationships" xmlns:p="http://schemas.openxmlformats.org/presentationml/2006/main">
  <p:tag name="TIMING" val="|106."/>
</p:tagLst>
</file>

<file path=ppt/tags/tag17.xml><?xml version="1.0" encoding="utf-8"?>
<p:tagLst xmlns:a="http://schemas.openxmlformats.org/drawingml/2006/main" xmlns:r="http://schemas.openxmlformats.org/officeDocument/2006/relationships" xmlns:p="http://schemas.openxmlformats.org/presentationml/2006/main">
  <p:tag name="TIMING" val="|106."/>
</p:tagLst>
</file>

<file path=ppt/tags/tag18.xml><?xml version="1.0" encoding="utf-8"?>
<p:tagLst xmlns:a="http://schemas.openxmlformats.org/drawingml/2006/main" xmlns:r="http://schemas.openxmlformats.org/officeDocument/2006/relationships" xmlns:p="http://schemas.openxmlformats.org/presentationml/2006/main">
  <p:tag name="TIMING" val="|106."/>
</p:tagLst>
</file>

<file path=ppt/tags/tag19.xml><?xml version="1.0" encoding="utf-8"?>
<p:tagLst xmlns:a="http://schemas.openxmlformats.org/drawingml/2006/main" xmlns:r="http://schemas.openxmlformats.org/officeDocument/2006/relationships" xmlns:p="http://schemas.openxmlformats.org/presentationml/2006/main">
  <p:tag name="TIMING" val="|106."/>
</p:tagLst>
</file>

<file path=ppt/tags/tag20.xml><?xml version="1.0" encoding="utf-8"?>
<p:tagLst xmlns:a="http://schemas.openxmlformats.org/drawingml/2006/main" xmlns:r="http://schemas.openxmlformats.org/officeDocument/2006/relationships" xmlns:p="http://schemas.openxmlformats.org/presentationml/2006/main">
  <p:tag name="TIMING" val="|106."/>
</p:tagLst>
</file>

<file path=ppt/tags/tag21.xml><?xml version="1.0" encoding="utf-8"?>
<p:tagLst xmlns:a="http://schemas.openxmlformats.org/drawingml/2006/main" xmlns:r="http://schemas.openxmlformats.org/officeDocument/2006/relationships" xmlns:p="http://schemas.openxmlformats.org/presentationml/2006/main">
  <p:tag name="TIMING" val="|106."/>
</p:tagLst>
</file>

<file path=ppt/tags/tag22.xml><?xml version="1.0" encoding="utf-8"?>
<p:tagLst xmlns:a="http://schemas.openxmlformats.org/drawingml/2006/main" xmlns:r="http://schemas.openxmlformats.org/officeDocument/2006/relationships" xmlns:p="http://schemas.openxmlformats.org/presentationml/2006/main">
  <p:tag name="TIMING" val="|106."/>
</p:tagLst>
</file>

<file path=ppt/tags/tag23.xml><?xml version="1.0" encoding="utf-8"?>
<p:tagLst xmlns:a="http://schemas.openxmlformats.org/drawingml/2006/main" xmlns:r="http://schemas.openxmlformats.org/officeDocument/2006/relationships" xmlns:p="http://schemas.openxmlformats.org/presentationml/2006/main">
  <p:tag name="TIMING" val="|106."/>
</p:tagLst>
</file>

<file path=ppt/tags/tag24.xml><?xml version="1.0" encoding="utf-8"?>
<p:tagLst xmlns:a="http://schemas.openxmlformats.org/drawingml/2006/main" xmlns:r="http://schemas.openxmlformats.org/officeDocument/2006/relationships" xmlns:p="http://schemas.openxmlformats.org/presentationml/2006/main">
  <p:tag name="TIMING" val="|106."/>
</p:tagLst>
</file>

<file path=ppt/tags/tag25.xml><?xml version="1.0" encoding="utf-8"?>
<p:tagLst xmlns:a="http://schemas.openxmlformats.org/drawingml/2006/main" xmlns:r="http://schemas.openxmlformats.org/officeDocument/2006/relationships" xmlns:p="http://schemas.openxmlformats.org/presentationml/2006/main">
  <p:tag name="TIMING" val="|106."/>
</p:tagLst>
</file>

<file path=ppt/tags/tag26.xml><?xml version="1.0" encoding="utf-8"?>
<p:tagLst xmlns:a="http://schemas.openxmlformats.org/drawingml/2006/main" xmlns:r="http://schemas.openxmlformats.org/officeDocument/2006/relationships" xmlns:p="http://schemas.openxmlformats.org/presentationml/2006/main">
  <p:tag name="TIMING" val="|106."/>
</p:tagLst>
</file>

<file path=ppt/tags/tag27.xml><?xml version="1.0" encoding="utf-8"?>
<p:tagLst xmlns:a="http://schemas.openxmlformats.org/drawingml/2006/main" xmlns:r="http://schemas.openxmlformats.org/officeDocument/2006/relationships" xmlns:p="http://schemas.openxmlformats.org/presentationml/2006/main">
  <p:tag name="TIMING" val="|106."/>
</p:tagLst>
</file>

<file path=ppt/tags/tag28.xml><?xml version="1.0" encoding="utf-8"?>
<p:tagLst xmlns:a="http://schemas.openxmlformats.org/drawingml/2006/main" xmlns:r="http://schemas.openxmlformats.org/officeDocument/2006/relationships" xmlns:p="http://schemas.openxmlformats.org/presentationml/2006/main">
  <p:tag name="TIMING" val="|106."/>
</p:tagLst>
</file>

<file path=ppt/tags/tag29.xml><?xml version="1.0" encoding="utf-8"?>
<p:tagLst xmlns:a="http://schemas.openxmlformats.org/drawingml/2006/main" xmlns:r="http://schemas.openxmlformats.org/officeDocument/2006/relationships" xmlns:p="http://schemas.openxmlformats.org/presentationml/2006/main">
  <p:tag name="TIMING" val="|106."/>
</p:tagLst>
</file>

<file path=ppt/tags/tag30.xml><?xml version="1.0" encoding="utf-8"?>
<p:tagLst xmlns:a="http://schemas.openxmlformats.org/drawingml/2006/main" xmlns:r="http://schemas.openxmlformats.org/officeDocument/2006/relationships" xmlns:p="http://schemas.openxmlformats.org/presentationml/2006/main">
  <p:tag name="TIMING" val="|106."/>
</p:tagLst>
</file>

<file path=ppt/tags/tag31.xml><?xml version="1.0" encoding="utf-8"?>
<p:tagLst xmlns:a="http://schemas.openxmlformats.org/drawingml/2006/main" xmlns:r="http://schemas.openxmlformats.org/officeDocument/2006/relationships" xmlns:p="http://schemas.openxmlformats.org/presentationml/2006/main">
  <p:tag name="TIMING" val="|106."/>
</p:tagLst>
</file>

<file path=ppt/tags/tag32.xml><?xml version="1.0" encoding="utf-8"?>
<p:tagLst xmlns:a="http://schemas.openxmlformats.org/drawingml/2006/main" xmlns:r="http://schemas.openxmlformats.org/officeDocument/2006/relationships" xmlns:p="http://schemas.openxmlformats.org/presentationml/2006/main">
  <p:tag name="TIMING" val="|106."/>
</p:tagLst>
</file>

<file path=ppt/tags/tag33.xml><?xml version="1.0" encoding="utf-8"?>
<p:tagLst xmlns:a="http://schemas.openxmlformats.org/drawingml/2006/main" xmlns:r="http://schemas.openxmlformats.org/officeDocument/2006/relationships" xmlns:p="http://schemas.openxmlformats.org/presentationml/2006/main">
  <p:tag name="TIMING" val="|106."/>
</p:tagLst>
</file>

<file path=ppt/tags/tag34.xml><?xml version="1.0" encoding="utf-8"?>
<p:tagLst xmlns:a="http://schemas.openxmlformats.org/drawingml/2006/main" xmlns:r="http://schemas.openxmlformats.org/officeDocument/2006/relationships" xmlns:p="http://schemas.openxmlformats.org/presentationml/2006/main">
  <p:tag name="TIMING" val="|106."/>
</p:tagLst>
</file>

<file path=ppt/tags/tag35.xml><?xml version="1.0" encoding="utf-8"?>
<p:tagLst xmlns:a="http://schemas.openxmlformats.org/drawingml/2006/main" xmlns:r="http://schemas.openxmlformats.org/officeDocument/2006/relationships" xmlns:p="http://schemas.openxmlformats.org/presentationml/2006/main">
  <p:tag name="TIMING" val="|106."/>
</p:tagLst>
</file>

<file path=ppt/tags/tag36.xml><?xml version="1.0" encoding="utf-8"?>
<p:tagLst xmlns:a="http://schemas.openxmlformats.org/drawingml/2006/main" xmlns:r="http://schemas.openxmlformats.org/officeDocument/2006/relationships" xmlns:p="http://schemas.openxmlformats.org/presentationml/2006/main">
  <p:tag name="TIMING" val="|106."/>
</p:tagLst>
</file>

<file path=ppt/tags/tag37.xml><?xml version="1.0" encoding="utf-8"?>
<p:tagLst xmlns:a="http://schemas.openxmlformats.org/drawingml/2006/main" xmlns:r="http://schemas.openxmlformats.org/officeDocument/2006/relationships" xmlns:p="http://schemas.openxmlformats.org/presentationml/2006/main">
  <p:tag name="TIMING" val="|106."/>
</p:tagLst>
</file>

<file path=ppt/tags/tag38.xml><?xml version="1.0" encoding="utf-8"?>
<p:tagLst xmlns:a="http://schemas.openxmlformats.org/drawingml/2006/main" xmlns:r="http://schemas.openxmlformats.org/officeDocument/2006/relationships" xmlns:p="http://schemas.openxmlformats.org/presentationml/2006/main">
  <p:tag name="TIMING" val="|106."/>
</p:tagLst>
</file>

<file path=ppt/tags/tag39.xml><?xml version="1.0" encoding="utf-8"?>
<p:tagLst xmlns:a="http://schemas.openxmlformats.org/drawingml/2006/main" xmlns:r="http://schemas.openxmlformats.org/officeDocument/2006/relationships" xmlns:p="http://schemas.openxmlformats.org/presentationml/2006/main">
  <p:tag name="TIMING" val="|106."/>
</p:tagLst>
</file>

<file path=ppt/tags/tag40.xml><?xml version="1.0" encoding="utf-8"?>
<p:tagLst xmlns:a="http://schemas.openxmlformats.org/drawingml/2006/main" xmlns:r="http://schemas.openxmlformats.org/officeDocument/2006/relationships" xmlns:p="http://schemas.openxmlformats.org/presentationml/2006/main">
  <p:tag name="TIMING" val="|106."/>
</p:tagLst>
</file>

<file path=ppt/tags/tag41.xml><?xml version="1.0" encoding="utf-8"?>
<p:tagLst xmlns:a="http://schemas.openxmlformats.org/drawingml/2006/main" xmlns:r="http://schemas.openxmlformats.org/officeDocument/2006/relationships" xmlns:p="http://schemas.openxmlformats.org/presentationml/2006/main">
  <p:tag name="TIMING" val="|106."/>
</p:tagLst>
</file>

<file path=ppt/tags/tag42.xml><?xml version="1.0" encoding="utf-8"?>
<p:tagLst xmlns:a="http://schemas.openxmlformats.org/drawingml/2006/main" xmlns:r="http://schemas.openxmlformats.org/officeDocument/2006/relationships" xmlns:p="http://schemas.openxmlformats.org/presentationml/2006/main">
  <p:tag name="TIMING" val="|106."/>
</p:tagLst>
</file>

<file path=ppt/tags/tag43.xml><?xml version="1.0" encoding="utf-8"?>
<p:tagLst xmlns:a="http://schemas.openxmlformats.org/drawingml/2006/main" xmlns:r="http://schemas.openxmlformats.org/officeDocument/2006/relationships" xmlns:p="http://schemas.openxmlformats.org/presentationml/2006/main">
  <p:tag name="TIMING" val="|106."/>
</p:tagLst>
</file>

<file path=ppt/tags/tag44.xml><?xml version="1.0" encoding="utf-8"?>
<p:tagLst xmlns:a="http://schemas.openxmlformats.org/drawingml/2006/main" xmlns:r="http://schemas.openxmlformats.org/officeDocument/2006/relationships" xmlns:p="http://schemas.openxmlformats.org/presentationml/2006/main">
  <p:tag name="TIMING" val="|106."/>
</p:tagLst>
</file>

<file path=ppt/tags/tag45.xml><?xml version="1.0" encoding="utf-8"?>
<p:tagLst xmlns:a="http://schemas.openxmlformats.org/drawingml/2006/main" xmlns:r="http://schemas.openxmlformats.org/officeDocument/2006/relationships" xmlns:p="http://schemas.openxmlformats.org/presentationml/2006/main">
  <p:tag name="TIMING" val="|106."/>
</p:tagLst>
</file>

<file path=ppt/tags/tag46.xml><?xml version="1.0" encoding="utf-8"?>
<p:tagLst xmlns:a="http://schemas.openxmlformats.org/drawingml/2006/main" xmlns:r="http://schemas.openxmlformats.org/officeDocument/2006/relationships" xmlns:p="http://schemas.openxmlformats.org/presentationml/2006/main">
  <p:tag name="TIMING" val="|106."/>
</p:tagLst>
</file>

<file path=ppt/tags/tag47.xml><?xml version="1.0" encoding="utf-8"?>
<p:tagLst xmlns:a="http://schemas.openxmlformats.org/drawingml/2006/main" xmlns:r="http://schemas.openxmlformats.org/officeDocument/2006/relationships" xmlns:p="http://schemas.openxmlformats.org/presentationml/2006/main">
  <p:tag name="TIMING" val="|106."/>
</p:tagLst>
</file>

<file path=ppt/tags/tag48.xml><?xml version="1.0" encoding="utf-8"?>
<p:tagLst xmlns:a="http://schemas.openxmlformats.org/drawingml/2006/main" xmlns:r="http://schemas.openxmlformats.org/officeDocument/2006/relationships" xmlns:p="http://schemas.openxmlformats.org/presentationml/2006/main">
  <p:tag name="TIMING" val="|106."/>
</p:tagLst>
</file>

<file path=ppt/tags/tag49.xml><?xml version="1.0" encoding="utf-8"?>
<p:tagLst xmlns:a="http://schemas.openxmlformats.org/drawingml/2006/main" xmlns:r="http://schemas.openxmlformats.org/officeDocument/2006/relationships" xmlns:p="http://schemas.openxmlformats.org/presentationml/2006/main">
  <p:tag name="TIMING" val="|106."/>
</p:tagLst>
</file>

<file path=ppt/tags/tag50.xml><?xml version="1.0" encoding="utf-8"?>
<p:tagLst xmlns:a="http://schemas.openxmlformats.org/drawingml/2006/main" xmlns:r="http://schemas.openxmlformats.org/officeDocument/2006/relationships" xmlns:p="http://schemas.openxmlformats.org/presentationml/2006/main">
  <p:tag name="TIMING" val="|106."/>
</p:tagLst>
</file>

<file path=ppt/tags/tag51.xml><?xml version="1.0" encoding="utf-8"?>
<p:tagLst xmlns:a="http://schemas.openxmlformats.org/drawingml/2006/main" xmlns:r="http://schemas.openxmlformats.org/officeDocument/2006/relationships" xmlns:p="http://schemas.openxmlformats.org/presentationml/2006/main">
  <p:tag name="TIMING" val="|106."/>
</p:tagLst>
</file>

<file path=ppt/tags/tag52.xml><?xml version="1.0" encoding="utf-8"?>
<p:tagLst xmlns:a="http://schemas.openxmlformats.org/drawingml/2006/main" xmlns:r="http://schemas.openxmlformats.org/officeDocument/2006/relationships" xmlns:p="http://schemas.openxmlformats.org/presentationml/2006/main">
  <p:tag name="TIMING" val="|106."/>
</p:tagLst>
</file>

<file path=ppt/tags/tag53.xml><?xml version="1.0" encoding="utf-8"?>
<p:tagLst xmlns:a="http://schemas.openxmlformats.org/drawingml/2006/main" xmlns:r="http://schemas.openxmlformats.org/officeDocument/2006/relationships" xmlns:p="http://schemas.openxmlformats.org/presentationml/2006/main">
  <p:tag name="TIMING" val="|106."/>
</p:tagLst>
</file>

<file path=ppt/tags/tag54.xml><?xml version="1.0" encoding="utf-8"?>
<p:tagLst xmlns:a="http://schemas.openxmlformats.org/drawingml/2006/main" xmlns:r="http://schemas.openxmlformats.org/officeDocument/2006/relationships" xmlns:p="http://schemas.openxmlformats.org/presentationml/2006/main">
  <p:tag name="TIMING" val="|106."/>
</p:tagLst>
</file>

<file path=ppt/tags/tag55.xml><?xml version="1.0" encoding="utf-8"?>
<p:tagLst xmlns:a="http://schemas.openxmlformats.org/drawingml/2006/main" xmlns:r="http://schemas.openxmlformats.org/officeDocument/2006/relationships" xmlns:p="http://schemas.openxmlformats.org/presentationml/2006/main">
  <p:tag name="TIMING" val="|106."/>
</p:tagLst>
</file>

<file path=ppt/tags/tag56.xml><?xml version="1.0" encoding="utf-8"?>
<p:tagLst xmlns:a="http://schemas.openxmlformats.org/drawingml/2006/main" xmlns:r="http://schemas.openxmlformats.org/officeDocument/2006/relationships" xmlns:p="http://schemas.openxmlformats.org/presentationml/2006/main">
  <p:tag name="TIMING" val="|106."/>
</p:tagLst>
</file>

<file path=ppt/tags/tag57.xml><?xml version="1.0" encoding="utf-8"?>
<p:tagLst xmlns:a="http://schemas.openxmlformats.org/drawingml/2006/main" xmlns:r="http://schemas.openxmlformats.org/officeDocument/2006/relationships" xmlns:p="http://schemas.openxmlformats.org/presentationml/2006/main">
  <p:tag name="TIMING" val="|106."/>
</p:tagLst>
</file>

<file path=ppt/tags/tag58.xml><?xml version="1.0" encoding="utf-8"?>
<p:tagLst xmlns:a="http://schemas.openxmlformats.org/drawingml/2006/main" xmlns:r="http://schemas.openxmlformats.org/officeDocument/2006/relationships" xmlns:p="http://schemas.openxmlformats.org/presentationml/2006/main">
  <p:tag name="TIMING" val="|106."/>
</p:tagLst>
</file>

<file path=ppt/tags/tag59.xml><?xml version="1.0" encoding="utf-8"?>
<p:tagLst xmlns:a="http://schemas.openxmlformats.org/drawingml/2006/main" xmlns:r="http://schemas.openxmlformats.org/officeDocument/2006/relationships" xmlns:p="http://schemas.openxmlformats.org/presentationml/2006/main">
  <p:tag name="TIMING" val="|106."/>
</p:tagLst>
</file>

<file path=ppt/tags/tag60.xml><?xml version="1.0" encoding="utf-8"?>
<p:tagLst xmlns:a="http://schemas.openxmlformats.org/drawingml/2006/main" xmlns:r="http://schemas.openxmlformats.org/officeDocument/2006/relationships" xmlns:p="http://schemas.openxmlformats.org/presentationml/2006/main">
  <p:tag name="TIMING" val="|106."/>
</p:tagLst>
</file>

<file path=ppt/tags/tag61.xml><?xml version="1.0" encoding="utf-8"?>
<p:tagLst xmlns:a="http://schemas.openxmlformats.org/drawingml/2006/main" xmlns:r="http://schemas.openxmlformats.org/officeDocument/2006/relationships" xmlns:p="http://schemas.openxmlformats.org/presentationml/2006/main">
  <p:tag name="TIMING" val="|106."/>
</p:tagLst>
</file>

<file path=ppt/tags/tag62.xml><?xml version="1.0" encoding="utf-8"?>
<p:tagLst xmlns:a="http://schemas.openxmlformats.org/drawingml/2006/main" xmlns:r="http://schemas.openxmlformats.org/officeDocument/2006/relationships" xmlns:p="http://schemas.openxmlformats.org/presentationml/2006/main">
  <p:tag name="TIMING" val="|106."/>
</p:tagLst>
</file>

<file path=ppt/theme/theme1.xml><?xml version="1.0" encoding="utf-8"?>
<a:theme xmlns:a="http://schemas.openxmlformats.org/drawingml/2006/main" name="3_CMG Cursus">
  <a:themeElements>
    <a:clrScheme name="">
      <a:dk1>
        <a:srgbClr val="000066"/>
      </a:dk1>
      <a:lt1>
        <a:srgbClr val="FFFFFF"/>
      </a:lt1>
      <a:dk2>
        <a:srgbClr val="0000FF"/>
      </a:dk2>
      <a:lt2>
        <a:srgbClr val="8791A5"/>
      </a:lt2>
      <a:accent1>
        <a:srgbClr val="C0C0C0"/>
      </a:accent1>
      <a:accent2>
        <a:srgbClr val="3333CC"/>
      </a:accent2>
      <a:accent3>
        <a:srgbClr val="FFFFFF"/>
      </a:accent3>
      <a:accent4>
        <a:srgbClr val="000056"/>
      </a:accent4>
      <a:accent5>
        <a:srgbClr val="DCDCDC"/>
      </a:accent5>
      <a:accent6>
        <a:srgbClr val="2D2DB9"/>
      </a:accent6>
      <a:hlink>
        <a:srgbClr val="FF00FF"/>
      </a:hlink>
      <a:folHlink>
        <a:srgbClr val="9933FF"/>
      </a:folHlink>
    </a:clrScheme>
    <a:fontScheme name="CMG Cursus.pot">
      <a:majorFont>
        <a:latin typeface="隶书"/>
        <a:ea typeface="隶书"/>
        <a:cs typeface=""/>
      </a:majorFont>
      <a:minorFont>
        <a:latin typeface="幼圆"/>
        <a:ea typeface="幼圆"/>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20000"/>
          </a:spcBef>
          <a:spcAft>
            <a:spcPct val="0"/>
          </a:spcAft>
          <a:buClr>
            <a:schemeClr val="accent2"/>
          </a:buClr>
          <a:buSzTx/>
          <a:buFontTx/>
          <a:buChar char="•"/>
          <a:tabLst/>
          <a:defRPr kumimoji="1"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20000"/>
          </a:spcBef>
          <a:spcAft>
            <a:spcPct val="0"/>
          </a:spcAft>
          <a:buClr>
            <a:schemeClr val="accent2"/>
          </a:buClr>
          <a:buSzTx/>
          <a:buFontTx/>
          <a:buChar char="•"/>
          <a:tabLst/>
          <a:defRPr kumimoji="1"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CMG Cursus.pot 1">
        <a:dk1>
          <a:srgbClr val="5E574E"/>
        </a:dk1>
        <a:lt1>
          <a:srgbClr val="FFFFCC"/>
        </a:lt1>
        <a:dk2>
          <a:srgbClr val="000000"/>
        </a:dk2>
        <a:lt2>
          <a:srgbClr val="FFCC00"/>
        </a:lt2>
        <a:accent1>
          <a:srgbClr val="CC9900"/>
        </a:accent1>
        <a:accent2>
          <a:srgbClr val="FF6600"/>
        </a:accent2>
        <a:accent3>
          <a:srgbClr val="AA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
      <a:clrScheme name="CMG Cursus.pot 2">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clrMap bg1="lt1" tx1="dk1" bg2="lt2" tx2="dk2" accent1="accent1" accent2="accent2" accent3="accent3" accent4="accent4" accent5="accent5" accent6="accent6" hlink="hlink" folHlink="folHlink"/>
    </a:extraClrScheme>
    <a:extraClrScheme>
      <a:clrScheme name="CMG Cursus.pot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MG Cursus.pot 4">
        <a:dk1>
          <a:srgbClr val="000000"/>
        </a:dk1>
        <a:lt1>
          <a:srgbClr val="FFFFFF"/>
        </a:lt1>
        <a:dk2>
          <a:srgbClr val="8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FF0000"/>
        </a:hlink>
        <a:folHlink>
          <a:srgbClr val="FFFFCC"/>
        </a:folHlink>
      </a:clrScheme>
      <a:clrMap bg1="lt1" tx1="dk1" bg2="lt2" tx2="dk2" accent1="accent1" accent2="accent2" accent3="accent3" accent4="accent4" accent5="accent5" accent6="accent6" hlink="hlink" folHlink="folHlink"/>
    </a:extraClrScheme>
    <a:extraClrScheme>
      <a:clrScheme name="CMG Cursus.pot 5">
        <a:dk1>
          <a:srgbClr val="000066"/>
        </a:dk1>
        <a:lt1>
          <a:srgbClr val="FFFFFF"/>
        </a:lt1>
        <a:dk2>
          <a:srgbClr val="0000FF"/>
        </a:dk2>
        <a:lt2>
          <a:srgbClr val="000000"/>
        </a:lt2>
        <a:accent1>
          <a:srgbClr val="0066FF"/>
        </a:accent1>
        <a:accent2>
          <a:srgbClr val="33CCCC"/>
        </a:accent2>
        <a:accent3>
          <a:srgbClr val="FFFFFF"/>
        </a:accent3>
        <a:accent4>
          <a:srgbClr val="000056"/>
        </a:accent4>
        <a:accent5>
          <a:srgbClr val="AAB8FF"/>
        </a:accent5>
        <a:accent6>
          <a:srgbClr val="2DB9B9"/>
        </a:accent6>
        <a:hlink>
          <a:srgbClr val="FF00FF"/>
        </a:hlink>
        <a:folHlink>
          <a:srgbClr val="9933FF"/>
        </a:folHlink>
      </a:clrScheme>
      <a:clrMap bg1="lt1" tx1="dk1" bg2="lt2" tx2="dk2" accent1="accent1" accent2="accent2" accent3="accent3" accent4="accent4" accent5="accent5" accent6="accent6" hlink="hlink" folHlink="folHlink"/>
    </a:extraClrScheme>
    <a:extraClrScheme>
      <a:clrScheme name="CMG Cursus.pot 6">
        <a:dk1>
          <a:srgbClr val="000000"/>
        </a:dk1>
        <a:lt1>
          <a:srgbClr val="FFFFFF"/>
        </a:lt1>
        <a:dk2>
          <a:srgbClr val="000066"/>
        </a:dk2>
        <a:lt2>
          <a:srgbClr val="FFCC00"/>
        </a:lt2>
        <a:accent1>
          <a:srgbClr val="0066FF"/>
        </a:accent1>
        <a:accent2>
          <a:srgbClr val="33CCCC"/>
        </a:accent2>
        <a:accent3>
          <a:srgbClr val="AAAAB8"/>
        </a:accent3>
        <a:accent4>
          <a:srgbClr val="DADADA"/>
        </a:accent4>
        <a:accent5>
          <a:srgbClr val="AAB8FF"/>
        </a:accent5>
        <a:accent6>
          <a:srgbClr val="2DB9B9"/>
        </a:accent6>
        <a:hlink>
          <a:srgbClr val="FF00FF"/>
        </a:hlink>
        <a:folHlink>
          <a:srgbClr val="9933FF"/>
        </a:folHlink>
      </a:clrScheme>
      <a:clrMap bg1="dk2" tx1="lt1" bg2="dk1" tx2="lt2" accent1="accent1" accent2="accent2" accent3="accent3" accent4="accent4" accent5="accent5" accent6="accent6" hlink="hlink" folHlink="folHlink"/>
    </a:extraClrScheme>
    <a:extraClrScheme>
      <a:clrScheme name="CMG Cursus.pot 7">
        <a:dk1>
          <a:srgbClr val="5E574E"/>
        </a:dk1>
        <a:lt1>
          <a:srgbClr val="FFFFCC"/>
        </a:lt1>
        <a:dk2>
          <a:srgbClr val="800000"/>
        </a:dk2>
        <a:lt2>
          <a:srgbClr val="FFCC00"/>
        </a:lt2>
        <a:accent1>
          <a:srgbClr val="CC9900"/>
        </a:accent1>
        <a:accent2>
          <a:srgbClr val="FF6600"/>
        </a:accent2>
        <a:accent3>
          <a:srgbClr val="C0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
      <a:clrScheme name="CMG Cursus.pot 8">
        <a:dk1>
          <a:srgbClr val="000066"/>
        </a:dk1>
        <a:lt1>
          <a:srgbClr val="FFFFFF"/>
        </a:lt1>
        <a:dk2>
          <a:srgbClr val="0000FF"/>
        </a:dk2>
        <a:lt2>
          <a:srgbClr val="000000"/>
        </a:lt2>
        <a:accent1>
          <a:srgbClr val="FFFFFF"/>
        </a:accent1>
        <a:accent2>
          <a:srgbClr val="3333CC"/>
        </a:accent2>
        <a:accent3>
          <a:srgbClr val="FFFFFF"/>
        </a:accent3>
        <a:accent4>
          <a:srgbClr val="000056"/>
        </a:accent4>
        <a:accent5>
          <a:srgbClr val="FFFFFF"/>
        </a:accent5>
        <a:accent6>
          <a:srgbClr val="2D2DB9"/>
        </a:accent6>
        <a:hlink>
          <a:srgbClr val="FF00FF"/>
        </a:hlink>
        <a:folHlink>
          <a:srgbClr val="9933FF"/>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4_CMG Cursus">
  <a:themeElements>
    <a:clrScheme name="">
      <a:dk1>
        <a:srgbClr val="000066"/>
      </a:dk1>
      <a:lt1>
        <a:srgbClr val="FFFFFF"/>
      </a:lt1>
      <a:dk2>
        <a:srgbClr val="0000FF"/>
      </a:dk2>
      <a:lt2>
        <a:srgbClr val="8791A5"/>
      </a:lt2>
      <a:accent1>
        <a:srgbClr val="C0C0C0"/>
      </a:accent1>
      <a:accent2>
        <a:srgbClr val="3333CC"/>
      </a:accent2>
      <a:accent3>
        <a:srgbClr val="FFFFFF"/>
      </a:accent3>
      <a:accent4>
        <a:srgbClr val="000056"/>
      </a:accent4>
      <a:accent5>
        <a:srgbClr val="DCDCDC"/>
      </a:accent5>
      <a:accent6>
        <a:srgbClr val="2D2DB9"/>
      </a:accent6>
      <a:hlink>
        <a:srgbClr val="FF00FF"/>
      </a:hlink>
      <a:folHlink>
        <a:srgbClr val="9933FF"/>
      </a:folHlink>
    </a:clrScheme>
    <a:fontScheme name="CMG Cursus.pot">
      <a:majorFont>
        <a:latin typeface="隶书"/>
        <a:ea typeface="隶书"/>
        <a:cs typeface=""/>
      </a:majorFont>
      <a:minorFont>
        <a:latin typeface="幼圆"/>
        <a:ea typeface="幼圆"/>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20000"/>
          </a:spcBef>
          <a:spcAft>
            <a:spcPct val="0"/>
          </a:spcAft>
          <a:buClr>
            <a:schemeClr val="accent2"/>
          </a:buClr>
          <a:buSzTx/>
          <a:buFontTx/>
          <a:buChar char="•"/>
          <a:tabLst/>
          <a:defRPr kumimoji="1" lang="en-US" sz="24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20000"/>
          </a:spcBef>
          <a:spcAft>
            <a:spcPct val="0"/>
          </a:spcAft>
          <a:buClr>
            <a:schemeClr val="accent2"/>
          </a:buClr>
          <a:buSzTx/>
          <a:buFontTx/>
          <a:buChar char="•"/>
          <a:tabLst/>
          <a:defRPr kumimoji="1" lang="en-US" sz="2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CMG Cursus.pot 1">
        <a:dk1>
          <a:srgbClr val="5E574E"/>
        </a:dk1>
        <a:lt1>
          <a:srgbClr val="FFFFCC"/>
        </a:lt1>
        <a:dk2>
          <a:srgbClr val="000000"/>
        </a:dk2>
        <a:lt2>
          <a:srgbClr val="FFCC00"/>
        </a:lt2>
        <a:accent1>
          <a:srgbClr val="CC9900"/>
        </a:accent1>
        <a:accent2>
          <a:srgbClr val="FF6600"/>
        </a:accent2>
        <a:accent3>
          <a:srgbClr val="AA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
      <a:clrScheme name="CMG Cursus.pot 2">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clrMap bg1="lt1" tx1="dk1" bg2="lt2" tx2="dk2" accent1="accent1" accent2="accent2" accent3="accent3" accent4="accent4" accent5="accent5" accent6="accent6" hlink="hlink" folHlink="folHlink"/>
    </a:extraClrScheme>
    <a:extraClrScheme>
      <a:clrScheme name="CMG Cursus.pot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MG Cursus.pot 4">
        <a:dk1>
          <a:srgbClr val="000000"/>
        </a:dk1>
        <a:lt1>
          <a:srgbClr val="FFFFFF"/>
        </a:lt1>
        <a:dk2>
          <a:srgbClr val="8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FF0000"/>
        </a:hlink>
        <a:folHlink>
          <a:srgbClr val="FFFFCC"/>
        </a:folHlink>
      </a:clrScheme>
      <a:clrMap bg1="lt1" tx1="dk1" bg2="lt2" tx2="dk2" accent1="accent1" accent2="accent2" accent3="accent3" accent4="accent4" accent5="accent5" accent6="accent6" hlink="hlink" folHlink="folHlink"/>
    </a:extraClrScheme>
    <a:extraClrScheme>
      <a:clrScheme name="CMG Cursus.pot 5">
        <a:dk1>
          <a:srgbClr val="000066"/>
        </a:dk1>
        <a:lt1>
          <a:srgbClr val="FFFFFF"/>
        </a:lt1>
        <a:dk2>
          <a:srgbClr val="0000FF"/>
        </a:dk2>
        <a:lt2>
          <a:srgbClr val="000000"/>
        </a:lt2>
        <a:accent1>
          <a:srgbClr val="0066FF"/>
        </a:accent1>
        <a:accent2>
          <a:srgbClr val="33CCCC"/>
        </a:accent2>
        <a:accent3>
          <a:srgbClr val="FFFFFF"/>
        </a:accent3>
        <a:accent4>
          <a:srgbClr val="000056"/>
        </a:accent4>
        <a:accent5>
          <a:srgbClr val="AAB8FF"/>
        </a:accent5>
        <a:accent6>
          <a:srgbClr val="2DB9B9"/>
        </a:accent6>
        <a:hlink>
          <a:srgbClr val="FF00FF"/>
        </a:hlink>
        <a:folHlink>
          <a:srgbClr val="9933FF"/>
        </a:folHlink>
      </a:clrScheme>
      <a:clrMap bg1="lt1" tx1="dk1" bg2="lt2" tx2="dk2" accent1="accent1" accent2="accent2" accent3="accent3" accent4="accent4" accent5="accent5" accent6="accent6" hlink="hlink" folHlink="folHlink"/>
    </a:extraClrScheme>
    <a:extraClrScheme>
      <a:clrScheme name="CMG Cursus.pot 6">
        <a:dk1>
          <a:srgbClr val="000000"/>
        </a:dk1>
        <a:lt1>
          <a:srgbClr val="FFFFFF"/>
        </a:lt1>
        <a:dk2>
          <a:srgbClr val="000066"/>
        </a:dk2>
        <a:lt2>
          <a:srgbClr val="FFCC00"/>
        </a:lt2>
        <a:accent1>
          <a:srgbClr val="0066FF"/>
        </a:accent1>
        <a:accent2>
          <a:srgbClr val="33CCCC"/>
        </a:accent2>
        <a:accent3>
          <a:srgbClr val="AAAAB8"/>
        </a:accent3>
        <a:accent4>
          <a:srgbClr val="DADADA"/>
        </a:accent4>
        <a:accent5>
          <a:srgbClr val="AAB8FF"/>
        </a:accent5>
        <a:accent6>
          <a:srgbClr val="2DB9B9"/>
        </a:accent6>
        <a:hlink>
          <a:srgbClr val="FF00FF"/>
        </a:hlink>
        <a:folHlink>
          <a:srgbClr val="9933FF"/>
        </a:folHlink>
      </a:clrScheme>
      <a:clrMap bg1="dk2" tx1="lt1" bg2="dk1" tx2="lt2" accent1="accent1" accent2="accent2" accent3="accent3" accent4="accent4" accent5="accent5" accent6="accent6" hlink="hlink" folHlink="folHlink"/>
    </a:extraClrScheme>
    <a:extraClrScheme>
      <a:clrScheme name="CMG Cursus.pot 7">
        <a:dk1>
          <a:srgbClr val="5E574E"/>
        </a:dk1>
        <a:lt1>
          <a:srgbClr val="FFFFCC"/>
        </a:lt1>
        <a:dk2>
          <a:srgbClr val="800000"/>
        </a:dk2>
        <a:lt2>
          <a:srgbClr val="FFCC00"/>
        </a:lt2>
        <a:accent1>
          <a:srgbClr val="CC9900"/>
        </a:accent1>
        <a:accent2>
          <a:srgbClr val="FF6600"/>
        </a:accent2>
        <a:accent3>
          <a:srgbClr val="C0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
      <a:clrScheme name="CMG Cursus.pot 8">
        <a:dk1>
          <a:srgbClr val="000066"/>
        </a:dk1>
        <a:lt1>
          <a:srgbClr val="FFFFFF"/>
        </a:lt1>
        <a:dk2>
          <a:srgbClr val="0000FF"/>
        </a:dk2>
        <a:lt2>
          <a:srgbClr val="000000"/>
        </a:lt2>
        <a:accent1>
          <a:srgbClr val="FFFFFF"/>
        </a:accent1>
        <a:accent2>
          <a:srgbClr val="3333CC"/>
        </a:accent2>
        <a:accent3>
          <a:srgbClr val="FFFFFF"/>
        </a:accent3>
        <a:accent4>
          <a:srgbClr val="000056"/>
        </a:accent4>
        <a:accent5>
          <a:srgbClr val="FFFFFF"/>
        </a:accent5>
        <a:accent6>
          <a:srgbClr val="2D2DB9"/>
        </a:accent6>
        <a:hlink>
          <a:srgbClr val="FF00FF"/>
        </a:hlink>
        <a:folHlink>
          <a:srgbClr val="9933FF"/>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D:\office97\Templates\CMG Cursus.pot</Template>
  <TotalTime>164900</TotalTime>
  <Words>7746</Words>
  <Application>Microsoft Office PowerPoint</Application>
  <PresentationFormat>全屏显示(4:3)</PresentationFormat>
  <Paragraphs>893</Paragraphs>
  <Slides>93</Slides>
  <Notes>49</Notes>
  <HiddenSlides>0</HiddenSlides>
  <MMClips>0</MMClips>
  <ScaleCrop>false</ScaleCrop>
  <HeadingPairs>
    <vt:vector size="8" baseType="variant">
      <vt:variant>
        <vt:lpstr>已用的字体</vt:lpstr>
      </vt:variant>
      <vt:variant>
        <vt:i4>14</vt:i4>
      </vt:variant>
      <vt:variant>
        <vt:lpstr>主题</vt:lpstr>
      </vt:variant>
      <vt:variant>
        <vt:i4>2</vt:i4>
      </vt:variant>
      <vt:variant>
        <vt:lpstr>嵌入 OLE 服务器</vt:lpstr>
      </vt:variant>
      <vt:variant>
        <vt:i4>1</vt:i4>
      </vt:variant>
      <vt:variant>
        <vt:lpstr>幻灯片标题</vt:lpstr>
      </vt:variant>
      <vt:variant>
        <vt:i4>93</vt:i4>
      </vt:variant>
    </vt:vector>
  </HeadingPairs>
  <TitlesOfParts>
    <vt:vector size="110" baseType="lpstr">
      <vt:lpstr>华文楷体</vt:lpstr>
      <vt:lpstr>楷体</vt:lpstr>
      <vt:lpstr>楷体_GB2312</vt:lpstr>
      <vt:lpstr>隶书</vt:lpstr>
      <vt:lpstr>宋体</vt:lpstr>
      <vt:lpstr>微软雅黑</vt:lpstr>
      <vt:lpstr>幼圆</vt:lpstr>
      <vt:lpstr>Arial</vt:lpstr>
      <vt:lpstr>Bookman Old Style</vt:lpstr>
      <vt:lpstr>Calibri</vt:lpstr>
      <vt:lpstr>Lucida Fax</vt:lpstr>
      <vt:lpstr>Tahoma</vt:lpstr>
      <vt:lpstr>Times New Roman</vt:lpstr>
      <vt:lpstr>Wingdings</vt:lpstr>
      <vt:lpstr>3_CMG Cursus</vt:lpstr>
      <vt:lpstr>4_CMG Cursus</vt:lpstr>
      <vt:lpstr>位图图像</vt:lpstr>
      <vt:lpstr>               软件工程 第4章 软件设计   4.2 体系结构设计</vt:lpstr>
      <vt:lpstr>为什么需要体系结构设计</vt:lpstr>
      <vt:lpstr>复杂软件项目</vt:lpstr>
      <vt:lpstr>如何解决</vt:lpstr>
      <vt:lpstr>架构设计原理</vt:lpstr>
      <vt:lpstr>如何做</vt:lpstr>
      <vt:lpstr>如何做</vt:lpstr>
      <vt:lpstr>如何做</vt:lpstr>
      <vt:lpstr>技术选型</vt:lpstr>
      <vt:lpstr>步骤</vt:lpstr>
      <vt:lpstr>常见分层原则</vt:lpstr>
      <vt:lpstr>PowerPoint 演示文稿</vt:lpstr>
      <vt:lpstr>MVC模式的适用场景和问题</vt:lpstr>
      <vt:lpstr>MVC模式示意图</vt:lpstr>
      <vt:lpstr>MVC模式示意图的解释性说明(1)</vt:lpstr>
      <vt:lpstr>MVC模式示意图的解释性说明(2)</vt:lpstr>
      <vt:lpstr>MVC模式示意图的解释性说明(3)</vt:lpstr>
      <vt:lpstr>MVC的典型运作流程(1)</vt:lpstr>
      <vt:lpstr>MVC的典型运作流程(2)</vt:lpstr>
      <vt:lpstr>MVC的典型运作流程(3)</vt:lpstr>
      <vt:lpstr>MVC的典型运作流程(4)</vt:lpstr>
      <vt:lpstr>MVC的典型运作流程(5)</vt:lpstr>
      <vt:lpstr>MVC的典型运作流程(6)</vt:lpstr>
      <vt:lpstr>MVC的正面效应</vt:lpstr>
      <vt:lpstr>MVC的负面效应</vt:lpstr>
      <vt:lpstr>再次审视MVC模式</vt:lpstr>
      <vt:lpstr>尝试性的解决方案</vt:lpstr>
      <vt:lpstr>内容提要</vt:lpstr>
      <vt:lpstr>发布—订阅模式的适用场景和问题(1)</vt:lpstr>
      <vt:lpstr>发布—订阅模式的适用场景和问题(2)</vt:lpstr>
      <vt:lpstr>发布—订阅模式示意图</vt:lpstr>
      <vt:lpstr>发布—订阅模式示意图的解释性说明</vt:lpstr>
      <vt:lpstr>发布—订阅模式示例性实现(1)</vt:lpstr>
      <vt:lpstr>发布—订阅模式示例性实现(2)</vt:lpstr>
      <vt:lpstr>发布—订阅模式示例性实现(3)</vt:lpstr>
      <vt:lpstr>发布—订阅模式示例性实现(4)</vt:lpstr>
      <vt:lpstr>发布—订阅模式的正面效应</vt:lpstr>
      <vt:lpstr>发布—订阅模式的负面效应</vt:lpstr>
      <vt:lpstr>发布—订阅模式：拉(pull)模式</vt:lpstr>
      <vt:lpstr>MVC模式与发布—订阅模式的结合</vt:lpstr>
      <vt:lpstr>现在的焦点问题是： 利用发布—订阅模式， 如何实现软件模块之间的松耦合？</vt:lpstr>
      <vt:lpstr>首先，什么是松耦合？</vt:lpstr>
      <vt:lpstr>松耦合就好像…</vt:lpstr>
      <vt:lpstr>为什么需要松耦合？</vt:lpstr>
      <vt:lpstr>对象之间交互的通常方式</vt:lpstr>
      <vt:lpstr>是否有可能挑战这种传统方式， 找到一种耦合度较低的交互协作方式?</vt:lpstr>
      <vt:lpstr>存在一种更加巧妙、更加优雅的 低耦合的交互协作方法 ！</vt:lpstr>
      <vt:lpstr>内容提要</vt:lpstr>
      <vt:lpstr>让我们进入时光隧道，回到上个世纪90年代初期——Java技术的婴幼期</vt:lpstr>
      <vt:lpstr>Java GUI早期的事件传递模型</vt:lpstr>
      <vt:lpstr>响应事件的方法</vt:lpstr>
      <vt:lpstr>针对界面元素创设子类 以 响应界面事件</vt:lpstr>
      <vt:lpstr>针对界面容器创设子类 以 响应界面事件</vt:lpstr>
      <vt:lpstr>“冒泡”事件模型的贡献</vt:lpstr>
      <vt:lpstr>“冒泡”事件模型的问题何在？</vt:lpstr>
      <vt:lpstr>如何克服这些技术问题？</vt:lpstr>
      <vt:lpstr>造成问题P1的本质原因</vt:lpstr>
      <vt:lpstr>于是，解决方案是…</vt:lpstr>
      <vt:lpstr>逆向思考此问题， 可获一种既简单、又自然的解决方案</vt:lpstr>
      <vt:lpstr>解决方案的程序表示(1/2)</vt:lpstr>
      <vt:lpstr>解决方案的程序表示(2/2)</vt:lpstr>
      <vt:lpstr>如何发送事件？(P1.2)</vt:lpstr>
      <vt:lpstr>事件监听接口作为 事件源与事件目标之间的接口</vt:lpstr>
      <vt:lpstr>Now we get it ! </vt:lpstr>
      <vt:lpstr>P1解决方案的完整程序表示(1/4)</vt:lpstr>
      <vt:lpstr>P1解决方案的完整程序表示(2/4)</vt:lpstr>
      <vt:lpstr>P1解决方案的完整程序表示(3/4)</vt:lpstr>
      <vt:lpstr>P1解决方案的完整程序表示(4/4)</vt:lpstr>
      <vt:lpstr>为什么我们的解决方案是低耦合的？</vt:lpstr>
      <vt:lpstr>回顾前述的三个问题(P1~P3)</vt:lpstr>
      <vt:lpstr>内容提要</vt:lpstr>
      <vt:lpstr>任何构件都可作为事件源/目标！</vt:lpstr>
      <vt:lpstr>扩充前述解决方案以实现构件交互</vt:lpstr>
      <vt:lpstr>第1步：定义事件类</vt:lpstr>
      <vt:lpstr>第1步： 定义事件监听接口</vt:lpstr>
      <vt:lpstr>第2步：将Bean定义为事件源 (1/4)</vt:lpstr>
      <vt:lpstr>第2步：将Bean定义为事件源(2/4)</vt:lpstr>
      <vt:lpstr>第2步：将Bean定义为事件源 (3/4)</vt:lpstr>
      <vt:lpstr>第2步：将Bean定义为事件源(4/4)</vt:lpstr>
      <vt:lpstr>第3步：将Bean定义为事件目标</vt:lpstr>
      <vt:lpstr>第4步：定义胶水类</vt:lpstr>
      <vt:lpstr>进一步拓展…</vt:lpstr>
      <vt:lpstr>可否决的属性变更 (1/3)</vt:lpstr>
      <vt:lpstr>可否决的属性变更(2/3)</vt:lpstr>
      <vt:lpstr>否决过程 </vt:lpstr>
      <vt:lpstr>可否决的属性变更(3/3)</vt:lpstr>
      <vt:lpstr>总结：解决方案的探索历程</vt:lpstr>
      <vt:lpstr>项目文件结构</vt:lpstr>
      <vt:lpstr>PowerPoint 演示文稿</vt:lpstr>
      <vt:lpstr>PowerPoint 演示文稿</vt:lpstr>
      <vt:lpstr>开发资源</vt:lpstr>
      <vt:lpstr>PowerPoint 演示文稿</vt:lpstr>
      <vt:lpstr>总结: 伟大创意</vt:lpstr>
    </vt:vector>
  </TitlesOfParts>
  <Company>CCIMM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businessFlow</dc:title>
  <dc:subject>Tech. Topics</dc:subject>
  <dc:creator>Eric Tan</dc:creator>
  <cp:lastModifiedBy>晔斌范</cp:lastModifiedBy>
  <cp:revision>1192</cp:revision>
  <cp:lastPrinted>1998-05-11T11:07:01Z</cp:lastPrinted>
  <dcterms:created xsi:type="dcterms:W3CDTF">1998-05-11T09:17:39Z</dcterms:created>
  <dcterms:modified xsi:type="dcterms:W3CDTF">2022-10-07T02:20:19Z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1</vt:i4>
  </property>
  <property fmtid="{D5CDD505-2E9C-101B-9397-08002B2CF9AE}" pid="3" name="GraphicType">
    <vt:i4>1</vt:i4>
  </property>
  <property fmtid="{D5CDD505-2E9C-101B-9397-08002B2CF9AE}" pid="4" name="Compression">
    <vt:i4>100</vt:i4>
  </property>
  <property fmtid="{D5CDD505-2E9C-101B-9397-08002B2CF9AE}" pid="5" name="ScreenSize">
    <vt:i4>2</vt:i4>
  </property>
  <property fmtid="{D5CDD505-2E9C-101B-9397-08002B2CF9AE}" pid="6" name="ScreenUsage">
    <vt:i4>1</vt:i4>
  </property>
  <property fmtid="{D5CDD505-2E9C-101B-9397-08002B2CF9AE}" pid="7" name="MailAddress">
    <vt:lpwstr>eliens@cs.vu.nl</vt:lpwstr>
  </property>
  <property fmtid="{D5CDD505-2E9C-101B-9397-08002B2CF9AE}" pid="8" name="HomePage">
    <vt:lpwstr>http://www.cs.vu.nl/~eliens/online/courses/cmg</vt:lpwstr>
  </property>
  <property fmtid="{D5CDD505-2E9C-101B-9397-08002B2CF9AE}" pid="9" name="Other">
    <vt:lpwstr/>
  </property>
  <property fmtid="{D5CDD505-2E9C-101B-9397-08002B2CF9AE}" pid="10" name="DownloadOriginal">
    <vt:bool>true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i4>15132390</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2</vt:i4>
  </property>
  <property fmtid="{D5CDD505-2E9C-101B-9397-08002B2CF9AE}" pid="19" name="ShowNotes">
    <vt:bool>false</vt:bool>
  </property>
  <property fmtid="{D5CDD505-2E9C-101B-9397-08002B2CF9AE}" pid="20" name="NavBtnPos">
    <vt:i4>1</vt:i4>
  </property>
  <property fmtid="{D5CDD505-2E9C-101B-9397-08002B2CF9AE}" pid="21" name="OutputDir">
    <vt:lpwstr>H:\www\cmg\html</vt:lpwstr>
  </property>
</Properties>
</file>